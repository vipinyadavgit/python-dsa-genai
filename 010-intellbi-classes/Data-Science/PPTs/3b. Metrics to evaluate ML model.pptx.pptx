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6" r:id="rId4"/>
    <p:sldId id="287" r:id="rId5"/>
    <p:sldId id="288" r:id="rId6"/>
    <p:sldId id="289" r:id="rId7"/>
    <p:sldId id="292" r:id="rId8"/>
    <p:sldId id="294" r:id="rId9"/>
    <p:sldId id="295" r:id="rId10"/>
    <p:sldId id="296" r:id="rId11"/>
    <p:sldId id="297" r:id="rId12"/>
    <p:sldId id="293" r:id="rId13"/>
    <p:sldId id="283" r:id="rId14"/>
    <p:sldId id="284" r:id="rId15"/>
    <p:sldId id="285" r:id="rId16"/>
    <p:sldId id="299" r:id="rId17"/>
    <p:sldId id="291" r:id="rId18"/>
    <p:sldId id="298" r:id="rId1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5377" y="2454986"/>
            <a:ext cx="10461244" cy="817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63" Type="http://schemas.openxmlformats.org/officeDocument/2006/relationships/image" Target="../media/image62.pn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89" Type="http://schemas.openxmlformats.org/officeDocument/2006/relationships/image" Target="../media/image88.png"/><Relationship Id="rId16" Type="http://schemas.openxmlformats.org/officeDocument/2006/relationships/image" Target="../media/image15.png"/><Relationship Id="rId11" Type="http://schemas.openxmlformats.org/officeDocument/2006/relationships/image" Target="../media/image10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png"/><Relationship Id="rId5" Type="http://schemas.openxmlformats.org/officeDocument/2006/relationships/image" Target="../media/image4.png"/><Relationship Id="rId90" Type="http://schemas.openxmlformats.org/officeDocument/2006/relationships/image" Target="../media/image89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png"/><Relationship Id="rId77" Type="http://schemas.openxmlformats.org/officeDocument/2006/relationships/image" Target="../media/image76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85" Type="http://schemas.openxmlformats.org/officeDocument/2006/relationships/image" Target="../media/image84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Relationship Id="rId67" Type="http://schemas.openxmlformats.org/officeDocument/2006/relationships/image" Target="../media/image66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png"/><Relationship Id="rId83" Type="http://schemas.openxmlformats.org/officeDocument/2006/relationships/image" Target="../media/image82.png"/><Relationship Id="rId88" Type="http://schemas.openxmlformats.org/officeDocument/2006/relationships/image" Target="../media/image87.png"/><Relationship Id="rId91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73" Type="http://schemas.openxmlformats.org/officeDocument/2006/relationships/image" Target="../media/image72.png"/><Relationship Id="rId78" Type="http://schemas.openxmlformats.org/officeDocument/2006/relationships/image" Target="../media/image77.png"/><Relationship Id="rId81" Type="http://schemas.openxmlformats.org/officeDocument/2006/relationships/image" Target="../media/image80.png"/><Relationship Id="rId86" Type="http://schemas.openxmlformats.org/officeDocument/2006/relationships/image" Target="../media/image8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4" Type="http://schemas.openxmlformats.org/officeDocument/2006/relationships/image" Target="../media/image33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6" Type="http://schemas.openxmlformats.org/officeDocument/2006/relationships/image" Target="../media/image75.png"/><Relationship Id="rId7" Type="http://schemas.openxmlformats.org/officeDocument/2006/relationships/image" Target="../media/image6.png"/><Relationship Id="rId71" Type="http://schemas.openxmlformats.org/officeDocument/2006/relationships/image" Target="../media/image70.png"/><Relationship Id="rId2" Type="http://schemas.openxmlformats.org/officeDocument/2006/relationships/image" Target="../media/image1.jpg"/><Relationship Id="rId29" Type="http://schemas.openxmlformats.org/officeDocument/2006/relationships/image" Target="../media/image28.png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66" Type="http://schemas.openxmlformats.org/officeDocument/2006/relationships/image" Target="../media/image65.png"/><Relationship Id="rId87" Type="http://schemas.openxmlformats.org/officeDocument/2006/relationships/image" Target="../media/image86.png"/><Relationship Id="rId61" Type="http://schemas.openxmlformats.org/officeDocument/2006/relationships/image" Target="../media/image60.png"/><Relationship Id="rId82" Type="http://schemas.openxmlformats.org/officeDocument/2006/relationships/image" Target="../media/image81.png"/><Relationship Id="rId1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0" y="6676569"/>
            <a:ext cx="1219199" cy="17417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855" y="0"/>
            <a:ext cx="12193270" cy="6858634"/>
            <a:chOff x="-855" y="0"/>
            <a:chExt cx="12193270" cy="6858634"/>
          </a:xfrm>
        </p:grpSpPr>
        <p:sp>
          <p:nvSpPr>
            <p:cNvPr id="4" name="object 4"/>
            <p:cNvSpPr/>
            <p:nvPr/>
          </p:nvSpPr>
          <p:spPr>
            <a:xfrm>
              <a:off x="2801" y="2770"/>
              <a:ext cx="12189460" cy="4849495"/>
            </a:xfrm>
            <a:custGeom>
              <a:avLst/>
              <a:gdLst/>
              <a:ahLst/>
              <a:cxnLst/>
              <a:rect l="l" t="t" r="r" b="b"/>
              <a:pathLst>
                <a:path w="12189460" h="4849495">
                  <a:moveTo>
                    <a:pt x="12189047" y="0"/>
                  </a:moveTo>
                  <a:lnTo>
                    <a:pt x="0" y="0"/>
                  </a:lnTo>
                  <a:lnTo>
                    <a:pt x="0" y="4849361"/>
                  </a:lnTo>
                  <a:lnTo>
                    <a:pt x="3276422" y="4705544"/>
                  </a:lnTo>
                  <a:lnTo>
                    <a:pt x="3283743" y="4705544"/>
                  </a:lnTo>
                  <a:lnTo>
                    <a:pt x="3419037" y="4699434"/>
                  </a:lnTo>
                  <a:lnTo>
                    <a:pt x="3426358" y="4698211"/>
                  </a:lnTo>
                  <a:lnTo>
                    <a:pt x="3561653" y="4693372"/>
                  </a:lnTo>
                  <a:lnTo>
                    <a:pt x="3567754" y="4692150"/>
                  </a:lnTo>
                  <a:lnTo>
                    <a:pt x="4040649" y="4671423"/>
                  </a:lnTo>
                  <a:lnTo>
                    <a:pt x="4049190" y="4671423"/>
                  </a:lnTo>
                  <a:lnTo>
                    <a:pt x="12189047" y="4313102"/>
                  </a:lnTo>
                  <a:lnTo>
                    <a:pt x="12189047" y="0"/>
                  </a:lnTo>
                  <a:close/>
                </a:path>
              </a:pathLst>
            </a:custGeom>
            <a:solidFill>
              <a:srgbClr val="636C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7896" y="4408508"/>
              <a:ext cx="85315" cy="840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2342" y="3814956"/>
              <a:ext cx="84095" cy="841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5796" y="3432302"/>
              <a:ext cx="875665" cy="875665"/>
            </a:xfrm>
            <a:custGeom>
              <a:avLst/>
              <a:gdLst/>
              <a:ahLst/>
              <a:cxnLst/>
              <a:rect l="l" t="t" r="r" b="b"/>
              <a:pathLst>
                <a:path w="875664" h="875664">
                  <a:moveTo>
                    <a:pt x="875169" y="871410"/>
                  </a:moveTo>
                  <a:lnTo>
                    <a:pt x="873950" y="868959"/>
                  </a:lnTo>
                  <a:lnTo>
                    <a:pt x="6057" y="1219"/>
                  </a:lnTo>
                  <a:lnTo>
                    <a:pt x="3619" y="0"/>
                  </a:lnTo>
                  <a:lnTo>
                    <a:pt x="1219" y="1219"/>
                  </a:lnTo>
                  <a:lnTo>
                    <a:pt x="0" y="3657"/>
                  </a:lnTo>
                  <a:lnTo>
                    <a:pt x="1219" y="6108"/>
                  </a:lnTo>
                  <a:lnTo>
                    <a:pt x="869073" y="873848"/>
                  </a:lnTo>
                  <a:lnTo>
                    <a:pt x="871512" y="875068"/>
                  </a:lnTo>
                  <a:lnTo>
                    <a:pt x="873950" y="873848"/>
                  </a:lnTo>
                  <a:lnTo>
                    <a:pt x="875169" y="871410"/>
                  </a:lnTo>
                  <a:close/>
                </a:path>
                <a:path w="875664" h="875664">
                  <a:moveTo>
                    <a:pt x="875169" y="728814"/>
                  </a:moveTo>
                  <a:lnTo>
                    <a:pt x="873950" y="726363"/>
                  </a:lnTo>
                  <a:lnTo>
                    <a:pt x="598487" y="450951"/>
                  </a:lnTo>
                  <a:lnTo>
                    <a:pt x="594817" y="449732"/>
                  </a:lnTo>
                  <a:lnTo>
                    <a:pt x="592378" y="450951"/>
                  </a:lnTo>
                  <a:lnTo>
                    <a:pt x="591159" y="453351"/>
                  </a:lnTo>
                  <a:lnTo>
                    <a:pt x="592378" y="455790"/>
                  </a:lnTo>
                  <a:lnTo>
                    <a:pt x="869073" y="731253"/>
                  </a:lnTo>
                  <a:lnTo>
                    <a:pt x="871512" y="732472"/>
                  </a:lnTo>
                  <a:lnTo>
                    <a:pt x="873950" y="731253"/>
                  </a:lnTo>
                  <a:lnTo>
                    <a:pt x="875169" y="728814"/>
                  </a:lnTo>
                  <a:close/>
                </a:path>
                <a:path w="875664" h="875664">
                  <a:moveTo>
                    <a:pt x="875169" y="586219"/>
                  </a:moveTo>
                  <a:lnTo>
                    <a:pt x="873950" y="583768"/>
                  </a:lnTo>
                  <a:lnTo>
                    <a:pt x="449770" y="159651"/>
                  </a:lnTo>
                  <a:lnTo>
                    <a:pt x="447319" y="158432"/>
                  </a:lnTo>
                  <a:lnTo>
                    <a:pt x="444881" y="159651"/>
                  </a:lnTo>
                  <a:lnTo>
                    <a:pt x="443661" y="162090"/>
                  </a:lnTo>
                  <a:lnTo>
                    <a:pt x="444881" y="165760"/>
                  </a:lnTo>
                  <a:lnTo>
                    <a:pt x="869073" y="588657"/>
                  </a:lnTo>
                  <a:lnTo>
                    <a:pt x="871512" y="589876"/>
                  </a:lnTo>
                  <a:lnTo>
                    <a:pt x="873950" y="588657"/>
                  </a:lnTo>
                  <a:lnTo>
                    <a:pt x="875169" y="586219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3450" y="4576670"/>
              <a:ext cx="101177" cy="975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2316" y="4247630"/>
              <a:ext cx="168239" cy="16816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92806" y="3921036"/>
              <a:ext cx="574675" cy="572135"/>
            </a:xfrm>
            <a:custGeom>
              <a:avLst/>
              <a:gdLst/>
              <a:ahLst/>
              <a:cxnLst/>
              <a:rect l="l" t="t" r="r" b="b"/>
              <a:pathLst>
                <a:path w="574675" h="572135">
                  <a:moveTo>
                    <a:pt x="432727" y="528929"/>
                  </a:moveTo>
                  <a:lnTo>
                    <a:pt x="431507" y="520382"/>
                  </a:lnTo>
                  <a:lnTo>
                    <a:pt x="429069" y="513041"/>
                  </a:lnTo>
                  <a:lnTo>
                    <a:pt x="425411" y="505764"/>
                  </a:lnTo>
                  <a:lnTo>
                    <a:pt x="425411" y="528929"/>
                  </a:lnTo>
                  <a:lnTo>
                    <a:pt x="424192" y="536219"/>
                  </a:lnTo>
                  <a:lnTo>
                    <a:pt x="390067" y="564273"/>
                  </a:lnTo>
                  <a:lnTo>
                    <a:pt x="382752" y="563054"/>
                  </a:lnTo>
                  <a:lnTo>
                    <a:pt x="376656" y="561835"/>
                  </a:lnTo>
                  <a:lnTo>
                    <a:pt x="370547" y="558165"/>
                  </a:lnTo>
                  <a:lnTo>
                    <a:pt x="360781" y="548386"/>
                  </a:lnTo>
                  <a:lnTo>
                    <a:pt x="358394" y="542328"/>
                  </a:lnTo>
                  <a:lnTo>
                    <a:pt x="355955" y="536219"/>
                  </a:lnTo>
                  <a:lnTo>
                    <a:pt x="354736" y="528929"/>
                  </a:lnTo>
                  <a:lnTo>
                    <a:pt x="355955" y="521601"/>
                  </a:lnTo>
                  <a:lnTo>
                    <a:pt x="358394" y="515493"/>
                  </a:lnTo>
                  <a:lnTo>
                    <a:pt x="360781" y="509422"/>
                  </a:lnTo>
                  <a:lnTo>
                    <a:pt x="370547" y="499656"/>
                  </a:lnTo>
                  <a:lnTo>
                    <a:pt x="382752" y="494766"/>
                  </a:lnTo>
                  <a:lnTo>
                    <a:pt x="397395" y="494766"/>
                  </a:lnTo>
                  <a:lnTo>
                    <a:pt x="409549" y="499656"/>
                  </a:lnTo>
                  <a:lnTo>
                    <a:pt x="419303" y="509422"/>
                  </a:lnTo>
                  <a:lnTo>
                    <a:pt x="424192" y="521601"/>
                  </a:lnTo>
                  <a:lnTo>
                    <a:pt x="425411" y="528929"/>
                  </a:lnTo>
                  <a:lnTo>
                    <a:pt x="425411" y="505764"/>
                  </a:lnTo>
                  <a:lnTo>
                    <a:pt x="414388" y="494766"/>
                  </a:lnTo>
                  <a:lnTo>
                    <a:pt x="413207" y="493585"/>
                  </a:lnTo>
                  <a:lnTo>
                    <a:pt x="405892" y="489927"/>
                  </a:lnTo>
                  <a:lnTo>
                    <a:pt x="398614" y="487476"/>
                  </a:lnTo>
                  <a:lnTo>
                    <a:pt x="383971" y="487476"/>
                  </a:lnTo>
                  <a:lnTo>
                    <a:pt x="6108" y="109651"/>
                  </a:lnTo>
                  <a:lnTo>
                    <a:pt x="3670" y="108432"/>
                  </a:lnTo>
                  <a:lnTo>
                    <a:pt x="1219" y="109651"/>
                  </a:lnTo>
                  <a:lnTo>
                    <a:pt x="0" y="112102"/>
                  </a:lnTo>
                  <a:lnTo>
                    <a:pt x="1219" y="114541"/>
                  </a:lnTo>
                  <a:lnTo>
                    <a:pt x="374891" y="489381"/>
                  </a:lnTo>
                  <a:lnTo>
                    <a:pt x="372986" y="489927"/>
                  </a:lnTo>
                  <a:lnTo>
                    <a:pt x="348640" y="520382"/>
                  </a:lnTo>
                  <a:lnTo>
                    <a:pt x="347408" y="528929"/>
                  </a:lnTo>
                  <a:lnTo>
                    <a:pt x="348640" y="537438"/>
                  </a:lnTo>
                  <a:lnTo>
                    <a:pt x="372986" y="567893"/>
                  </a:lnTo>
                  <a:lnTo>
                    <a:pt x="390067" y="571563"/>
                  </a:lnTo>
                  <a:lnTo>
                    <a:pt x="398614" y="570331"/>
                  </a:lnTo>
                  <a:lnTo>
                    <a:pt x="429069" y="545998"/>
                  </a:lnTo>
                  <a:lnTo>
                    <a:pt x="431507" y="537438"/>
                  </a:lnTo>
                  <a:lnTo>
                    <a:pt x="432727" y="528929"/>
                  </a:lnTo>
                  <a:close/>
                </a:path>
                <a:path w="574675" h="572135">
                  <a:moveTo>
                    <a:pt x="574128" y="520382"/>
                  </a:moveTo>
                  <a:lnTo>
                    <a:pt x="571690" y="513041"/>
                  </a:lnTo>
                  <a:lnTo>
                    <a:pt x="566801" y="505764"/>
                  </a:lnTo>
                  <a:lnTo>
                    <a:pt x="566801" y="521601"/>
                  </a:lnTo>
                  <a:lnTo>
                    <a:pt x="566801" y="536219"/>
                  </a:lnTo>
                  <a:lnTo>
                    <a:pt x="538784" y="563054"/>
                  </a:lnTo>
                  <a:lnTo>
                    <a:pt x="532688" y="564273"/>
                  </a:lnTo>
                  <a:lnTo>
                    <a:pt x="499745" y="542328"/>
                  </a:lnTo>
                  <a:lnTo>
                    <a:pt x="497357" y="528929"/>
                  </a:lnTo>
                  <a:lnTo>
                    <a:pt x="498525" y="521601"/>
                  </a:lnTo>
                  <a:lnTo>
                    <a:pt x="525360" y="494766"/>
                  </a:lnTo>
                  <a:lnTo>
                    <a:pt x="532688" y="494766"/>
                  </a:lnTo>
                  <a:lnTo>
                    <a:pt x="538784" y="494766"/>
                  </a:lnTo>
                  <a:lnTo>
                    <a:pt x="566801" y="521601"/>
                  </a:lnTo>
                  <a:lnTo>
                    <a:pt x="566801" y="505764"/>
                  </a:lnTo>
                  <a:lnTo>
                    <a:pt x="561924" y="499656"/>
                  </a:lnTo>
                  <a:lnTo>
                    <a:pt x="557009" y="494766"/>
                  </a:lnTo>
                  <a:lnTo>
                    <a:pt x="555828" y="493585"/>
                  </a:lnTo>
                  <a:lnTo>
                    <a:pt x="548500" y="489927"/>
                  </a:lnTo>
                  <a:lnTo>
                    <a:pt x="541223" y="487476"/>
                  </a:lnTo>
                  <a:lnTo>
                    <a:pt x="535127" y="487476"/>
                  </a:lnTo>
                  <a:lnTo>
                    <a:pt x="47536" y="1181"/>
                  </a:lnTo>
                  <a:lnTo>
                    <a:pt x="45097" y="0"/>
                  </a:lnTo>
                  <a:lnTo>
                    <a:pt x="42659" y="1181"/>
                  </a:lnTo>
                  <a:lnTo>
                    <a:pt x="41440" y="3619"/>
                  </a:lnTo>
                  <a:lnTo>
                    <a:pt x="42659" y="6070"/>
                  </a:lnTo>
                  <a:lnTo>
                    <a:pt x="524129" y="487489"/>
                  </a:lnTo>
                  <a:lnTo>
                    <a:pt x="515607" y="489927"/>
                  </a:lnTo>
                  <a:lnTo>
                    <a:pt x="491248" y="520382"/>
                  </a:lnTo>
                  <a:lnTo>
                    <a:pt x="490029" y="528929"/>
                  </a:lnTo>
                  <a:lnTo>
                    <a:pt x="491248" y="537438"/>
                  </a:lnTo>
                  <a:lnTo>
                    <a:pt x="515607" y="567893"/>
                  </a:lnTo>
                  <a:lnTo>
                    <a:pt x="532688" y="571563"/>
                  </a:lnTo>
                  <a:lnTo>
                    <a:pt x="541223" y="570331"/>
                  </a:lnTo>
                  <a:lnTo>
                    <a:pt x="548500" y="567893"/>
                  </a:lnTo>
                  <a:lnTo>
                    <a:pt x="555828" y="564273"/>
                  </a:lnTo>
                  <a:lnTo>
                    <a:pt x="561924" y="559384"/>
                  </a:lnTo>
                  <a:lnTo>
                    <a:pt x="566801" y="552056"/>
                  </a:lnTo>
                  <a:lnTo>
                    <a:pt x="571690" y="545998"/>
                  </a:lnTo>
                  <a:lnTo>
                    <a:pt x="574128" y="537438"/>
                  </a:lnTo>
                  <a:lnTo>
                    <a:pt x="574128" y="52038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5457" y="4408508"/>
              <a:ext cx="84095" cy="28752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79216" y="3700843"/>
              <a:ext cx="150495" cy="1008380"/>
            </a:xfrm>
            <a:custGeom>
              <a:avLst/>
              <a:gdLst/>
              <a:ahLst/>
              <a:cxnLst/>
              <a:rect l="l" t="t" r="r" b="b"/>
              <a:pathLst>
                <a:path w="150495" h="1008379">
                  <a:moveTo>
                    <a:pt x="7327" y="788022"/>
                  </a:moveTo>
                  <a:lnTo>
                    <a:pt x="6654" y="788022"/>
                  </a:lnTo>
                  <a:lnTo>
                    <a:pt x="6654" y="785482"/>
                  </a:lnTo>
                  <a:lnTo>
                    <a:pt x="4445" y="785482"/>
                  </a:lnTo>
                  <a:lnTo>
                    <a:pt x="4445" y="784212"/>
                  </a:lnTo>
                  <a:lnTo>
                    <a:pt x="2882" y="784212"/>
                  </a:lnTo>
                  <a:lnTo>
                    <a:pt x="2882" y="785482"/>
                  </a:lnTo>
                  <a:lnTo>
                    <a:pt x="673" y="785482"/>
                  </a:lnTo>
                  <a:lnTo>
                    <a:pt x="673" y="788022"/>
                  </a:lnTo>
                  <a:lnTo>
                    <a:pt x="0" y="788022"/>
                  </a:lnTo>
                  <a:lnTo>
                    <a:pt x="0" y="1007897"/>
                  </a:lnTo>
                  <a:lnTo>
                    <a:pt x="7327" y="1007897"/>
                  </a:lnTo>
                  <a:lnTo>
                    <a:pt x="7327" y="788022"/>
                  </a:lnTo>
                  <a:close/>
                </a:path>
                <a:path w="150495" h="1008379">
                  <a:moveTo>
                    <a:pt x="130416" y="3810"/>
                  </a:moveTo>
                  <a:lnTo>
                    <a:pt x="130060" y="3810"/>
                  </a:lnTo>
                  <a:lnTo>
                    <a:pt x="130060" y="1270"/>
                  </a:lnTo>
                  <a:lnTo>
                    <a:pt x="128854" y="1270"/>
                  </a:lnTo>
                  <a:lnTo>
                    <a:pt x="128854" y="0"/>
                  </a:lnTo>
                  <a:lnTo>
                    <a:pt x="124650" y="0"/>
                  </a:lnTo>
                  <a:lnTo>
                    <a:pt x="124650" y="1270"/>
                  </a:lnTo>
                  <a:lnTo>
                    <a:pt x="123444" y="1270"/>
                  </a:lnTo>
                  <a:lnTo>
                    <a:pt x="123444" y="3810"/>
                  </a:lnTo>
                  <a:lnTo>
                    <a:pt x="123088" y="3810"/>
                  </a:lnTo>
                  <a:lnTo>
                    <a:pt x="123088" y="550341"/>
                  </a:lnTo>
                  <a:lnTo>
                    <a:pt x="123672" y="550341"/>
                  </a:lnTo>
                  <a:lnTo>
                    <a:pt x="123672" y="552881"/>
                  </a:lnTo>
                  <a:lnTo>
                    <a:pt x="125552" y="552881"/>
                  </a:lnTo>
                  <a:lnTo>
                    <a:pt x="125552" y="554151"/>
                  </a:lnTo>
                  <a:lnTo>
                    <a:pt x="127965" y="554151"/>
                  </a:lnTo>
                  <a:lnTo>
                    <a:pt x="127965" y="552881"/>
                  </a:lnTo>
                  <a:lnTo>
                    <a:pt x="129844" y="552881"/>
                  </a:lnTo>
                  <a:lnTo>
                    <a:pt x="129844" y="550341"/>
                  </a:lnTo>
                  <a:lnTo>
                    <a:pt x="130416" y="550341"/>
                  </a:lnTo>
                  <a:lnTo>
                    <a:pt x="130416" y="3810"/>
                  </a:lnTo>
                  <a:close/>
                </a:path>
                <a:path w="150495" h="1008379">
                  <a:moveTo>
                    <a:pt x="149936" y="788022"/>
                  </a:moveTo>
                  <a:lnTo>
                    <a:pt x="149275" y="788022"/>
                  </a:lnTo>
                  <a:lnTo>
                    <a:pt x="149275" y="785482"/>
                  </a:lnTo>
                  <a:lnTo>
                    <a:pt x="147053" y="785482"/>
                  </a:lnTo>
                  <a:lnTo>
                    <a:pt x="147053" y="784212"/>
                  </a:lnTo>
                  <a:lnTo>
                    <a:pt x="145503" y="784212"/>
                  </a:lnTo>
                  <a:lnTo>
                    <a:pt x="145503" y="785482"/>
                  </a:lnTo>
                  <a:lnTo>
                    <a:pt x="143281" y="785482"/>
                  </a:lnTo>
                  <a:lnTo>
                    <a:pt x="143281" y="788022"/>
                  </a:lnTo>
                  <a:lnTo>
                    <a:pt x="142621" y="788022"/>
                  </a:lnTo>
                  <a:lnTo>
                    <a:pt x="142621" y="1000277"/>
                  </a:lnTo>
                  <a:lnTo>
                    <a:pt x="142621" y="1001547"/>
                  </a:lnTo>
                  <a:lnTo>
                    <a:pt x="145338" y="1001547"/>
                  </a:lnTo>
                  <a:lnTo>
                    <a:pt x="145338" y="1000277"/>
                  </a:lnTo>
                  <a:lnTo>
                    <a:pt x="149936" y="1000277"/>
                  </a:lnTo>
                  <a:lnTo>
                    <a:pt x="149936" y="7880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5020" y="4408508"/>
              <a:ext cx="84143" cy="840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25020" y="4247630"/>
              <a:ext cx="84143" cy="840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67896" y="3962440"/>
              <a:ext cx="84095" cy="3156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75345" y="3962440"/>
              <a:ext cx="85364" cy="31564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26501" y="4194004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4" h="84454">
                  <a:moveTo>
                    <a:pt x="49978" y="0"/>
                  </a:moveTo>
                  <a:lnTo>
                    <a:pt x="32896" y="0"/>
                  </a:lnTo>
                  <a:lnTo>
                    <a:pt x="25623" y="2444"/>
                  </a:lnTo>
                  <a:lnTo>
                    <a:pt x="0" y="32899"/>
                  </a:lnTo>
                  <a:lnTo>
                    <a:pt x="0" y="49959"/>
                  </a:lnTo>
                  <a:lnTo>
                    <a:pt x="25623" y="80414"/>
                  </a:lnTo>
                  <a:lnTo>
                    <a:pt x="41437" y="84080"/>
                  </a:lnTo>
                  <a:lnTo>
                    <a:pt x="49978" y="82858"/>
                  </a:lnTo>
                  <a:lnTo>
                    <a:pt x="58520" y="80414"/>
                  </a:lnTo>
                  <a:lnTo>
                    <a:pt x="64621" y="76797"/>
                  </a:lnTo>
                  <a:lnTo>
                    <a:pt x="41437" y="76797"/>
                  </a:lnTo>
                  <a:lnTo>
                    <a:pt x="34116" y="75574"/>
                  </a:lnTo>
                  <a:lnTo>
                    <a:pt x="28064" y="74352"/>
                  </a:lnTo>
                  <a:lnTo>
                    <a:pt x="21963" y="70686"/>
                  </a:lnTo>
                  <a:lnTo>
                    <a:pt x="17082" y="65798"/>
                  </a:lnTo>
                  <a:lnTo>
                    <a:pt x="12201" y="60958"/>
                  </a:lnTo>
                  <a:lnTo>
                    <a:pt x="7321" y="48737"/>
                  </a:lnTo>
                  <a:lnTo>
                    <a:pt x="7321" y="34121"/>
                  </a:lnTo>
                  <a:lnTo>
                    <a:pt x="12201" y="21949"/>
                  </a:lnTo>
                  <a:lnTo>
                    <a:pt x="21963" y="12172"/>
                  </a:lnTo>
                  <a:lnTo>
                    <a:pt x="34116" y="7332"/>
                  </a:lnTo>
                  <a:lnTo>
                    <a:pt x="64621" y="7332"/>
                  </a:lnTo>
                  <a:lnTo>
                    <a:pt x="58520" y="2444"/>
                  </a:lnTo>
                  <a:lnTo>
                    <a:pt x="49978" y="0"/>
                  </a:lnTo>
                  <a:close/>
                </a:path>
                <a:path w="84454" h="84454">
                  <a:moveTo>
                    <a:pt x="64621" y="7332"/>
                  </a:moveTo>
                  <a:lnTo>
                    <a:pt x="48758" y="7332"/>
                  </a:lnTo>
                  <a:lnTo>
                    <a:pt x="60960" y="12172"/>
                  </a:lnTo>
                  <a:lnTo>
                    <a:pt x="70721" y="21949"/>
                  </a:lnTo>
                  <a:lnTo>
                    <a:pt x="74382" y="28010"/>
                  </a:lnTo>
                  <a:lnTo>
                    <a:pt x="75553" y="34121"/>
                  </a:lnTo>
                  <a:lnTo>
                    <a:pt x="76774" y="41453"/>
                  </a:lnTo>
                  <a:lnTo>
                    <a:pt x="75553" y="48737"/>
                  </a:lnTo>
                  <a:lnTo>
                    <a:pt x="74382" y="54848"/>
                  </a:lnTo>
                  <a:lnTo>
                    <a:pt x="70721" y="60958"/>
                  </a:lnTo>
                  <a:lnTo>
                    <a:pt x="65841" y="65798"/>
                  </a:lnTo>
                  <a:lnTo>
                    <a:pt x="60960" y="70686"/>
                  </a:lnTo>
                  <a:lnTo>
                    <a:pt x="54859" y="74352"/>
                  </a:lnTo>
                  <a:lnTo>
                    <a:pt x="48758" y="75574"/>
                  </a:lnTo>
                  <a:lnTo>
                    <a:pt x="41437" y="76797"/>
                  </a:lnTo>
                  <a:lnTo>
                    <a:pt x="64621" y="76797"/>
                  </a:lnTo>
                  <a:lnTo>
                    <a:pt x="84095" y="41453"/>
                  </a:lnTo>
                  <a:lnTo>
                    <a:pt x="82875" y="32899"/>
                  </a:lnTo>
                  <a:lnTo>
                    <a:pt x="80434" y="25615"/>
                  </a:lnTo>
                  <a:lnTo>
                    <a:pt x="76774" y="18282"/>
                  </a:lnTo>
                  <a:lnTo>
                    <a:pt x="71942" y="12172"/>
                  </a:lnTo>
                  <a:lnTo>
                    <a:pt x="64621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6501" y="3823511"/>
              <a:ext cx="84095" cy="840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25456" y="3900385"/>
              <a:ext cx="346710" cy="377825"/>
            </a:xfrm>
            <a:custGeom>
              <a:avLst/>
              <a:gdLst/>
              <a:ahLst/>
              <a:cxnLst/>
              <a:rect l="l" t="t" r="r" b="b"/>
              <a:pathLst>
                <a:path w="346710" h="377825">
                  <a:moveTo>
                    <a:pt x="84086" y="335076"/>
                  </a:moveTo>
                  <a:lnTo>
                    <a:pt x="82867" y="326529"/>
                  </a:lnTo>
                  <a:lnTo>
                    <a:pt x="80429" y="319239"/>
                  </a:lnTo>
                  <a:lnTo>
                    <a:pt x="76771" y="311912"/>
                  </a:lnTo>
                  <a:lnTo>
                    <a:pt x="76771" y="335076"/>
                  </a:lnTo>
                  <a:lnTo>
                    <a:pt x="75552" y="342366"/>
                  </a:lnTo>
                  <a:lnTo>
                    <a:pt x="41427" y="370420"/>
                  </a:lnTo>
                  <a:lnTo>
                    <a:pt x="35331" y="369201"/>
                  </a:lnTo>
                  <a:lnTo>
                    <a:pt x="28016" y="367982"/>
                  </a:lnTo>
                  <a:lnTo>
                    <a:pt x="7264" y="342366"/>
                  </a:lnTo>
                  <a:lnTo>
                    <a:pt x="7264" y="327748"/>
                  </a:lnTo>
                  <a:lnTo>
                    <a:pt x="35331" y="300951"/>
                  </a:lnTo>
                  <a:lnTo>
                    <a:pt x="48755" y="300951"/>
                  </a:lnTo>
                  <a:lnTo>
                    <a:pt x="76771" y="335076"/>
                  </a:lnTo>
                  <a:lnTo>
                    <a:pt x="76771" y="311912"/>
                  </a:lnTo>
                  <a:lnTo>
                    <a:pt x="71882" y="305803"/>
                  </a:lnTo>
                  <a:lnTo>
                    <a:pt x="65786" y="300951"/>
                  </a:lnTo>
                  <a:lnTo>
                    <a:pt x="58470" y="296075"/>
                  </a:lnTo>
                  <a:lnTo>
                    <a:pt x="49974" y="293624"/>
                  </a:lnTo>
                  <a:lnTo>
                    <a:pt x="32893" y="293624"/>
                  </a:lnTo>
                  <a:lnTo>
                    <a:pt x="3657" y="319239"/>
                  </a:lnTo>
                  <a:lnTo>
                    <a:pt x="0" y="335076"/>
                  </a:lnTo>
                  <a:lnTo>
                    <a:pt x="1219" y="343585"/>
                  </a:lnTo>
                  <a:lnTo>
                    <a:pt x="25565" y="374040"/>
                  </a:lnTo>
                  <a:lnTo>
                    <a:pt x="41427" y="377710"/>
                  </a:lnTo>
                  <a:lnTo>
                    <a:pt x="49974" y="376478"/>
                  </a:lnTo>
                  <a:lnTo>
                    <a:pt x="80429" y="352145"/>
                  </a:lnTo>
                  <a:lnTo>
                    <a:pt x="82867" y="343585"/>
                  </a:lnTo>
                  <a:lnTo>
                    <a:pt x="84086" y="335076"/>
                  </a:lnTo>
                  <a:close/>
                </a:path>
                <a:path w="346710" h="377825">
                  <a:moveTo>
                    <a:pt x="346138" y="3822"/>
                  </a:moveTo>
                  <a:lnTo>
                    <a:pt x="345630" y="3822"/>
                  </a:lnTo>
                  <a:lnTo>
                    <a:pt x="345630" y="1282"/>
                  </a:lnTo>
                  <a:lnTo>
                    <a:pt x="343903" y="1282"/>
                  </a:lnTo>
                  <a:lnTo>
                    <a:pt x="343903" y="0"/>
                  </a:lnTo>
                  <a:lnTo>
                    <a:pt x="341058" y="0"/>
                  </a:lnTo>
                  <a:lnTo>
                    <a:pt x="341058" y="1282"/>
                  </a:lnTo>
                  <a:lnTo>
                    <a:pt x="339318" y="1282"/>
                  </a:lnTo>
                  <a:lnTo>
                    <a:pt x="339318" y="3822"/>
                  </a:lnTo>
                  <a:lnTo>
                    <a:pt x="338810" y="3822"/>
                  </a:lnTo>
                  <a:lnTo>
                    <a:pt x="338810" y="297421"/>
                  </a:lnTo>
                  <a:lnTo>
                    <a:pt x="339509" y="297421"/>
                  </a:lnTo>
                  <a:lnTo>
                    <a:pt x="339509" y="299961"/>
                  </a:lnTo>
                  <a:lnTo>
                    <a:pt x="341757" y="299961"/>
                  </a:lnTo>
                  <a:lnTo>
                    <a:pt x="341757" y="301231"/>
                  </a:lnTo>
                  <a:lnTo>
                    <a:pt x="343192" y="301231"/>
                  </a:lnTo>
                  <a:lnTo>
                    <a:pt x="343192" y="299961"/>
                  </a:lnTo>
                  <a:lnTo>
                    <a:pt x="345440" y="299961"/>
                  </a:lnTo>
                  <a:lnTo>
                    <a:pt x="345440" y="297421"/>
                  </a:lnTo>
                  <a:lnTo>
                    <a:pt x="346138" y="297421"/>
                  </a:lnTo>
                  <a:lnTo>
                    <a:pt x="346138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25457" y="3823511"/>
              <a:ext cx="84095" cy="840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63226" y="3900385"/>
              <a:ext cx="2814955" cy="553085"/>
            </a:xfrm>
            <a:custGeom>
              <a:avLst/>
              <a:gdLst/>
              <a:ahLst/>
              <a:cxnLst/>
              <a:rect l="l" t="t" r="r" b="b"/>
              <a:pathLst>
                <a:path w="2814954" h="553085">
                  <a:moveTo>
                    <a:pt x="7327" y="1282"/>
                  </a:moveTo>
                  <a:lnTo>
                    <a:pt x="5791" y="1282"/>
                  </a:lnTo>
                  <a:lnTo>
                    <a:pt x="5791" y="0"/>
                  </a:lnTo>
                  <a:lnTo>
                    <a:pt x="2235" y="0"/>
                  </a:lnTo>
                  <a:lnTo>
                    <a:pt x="2235" y="1282"/>
                  </a:lnTo>
                  <a:lnTo>
                    <a:pt x="508" y="1282"/>
                  </a:lnTo>
                  <a:lnTo>
                    <a:pt x="508" y="3822"/>
                  </a:lnTo>
                  <a:lnTo>
                    <a:pt x="0" y="3822"/>
                  </a:lnTo>
                  <a:lnTo>
                    <a:pt x="0" y="297421"/>
                  </a:lnTo>
                  <a:lnTo>
                    <a:pt x="698" y="297421"/>
                  </a:lnTo>
                  <a:lnTo>
                    <a:pt x="698" y="299961"/>
                  </a:lnTo>
                  <a:lnTo>
                    <a:pt x="2946" y="299961"/>
                  </a:lnTo>
                  <a:lnTo>
                    <a:pt x="2946" y="301231"/>
                  </a:lnTo>
                  <a:lnTo>
                    <a:pt x="4737" y="301231"/>
                  </a:lnTo>
                  <a:lnTo>
                    <a:pt x="4737" y="299961"/>
                  </a:lnTo>
                  <a:lnTo>
                    <a:pt x="7327" y="299961"/>
                  </a:lnTo>
                  <a:lnTo>
                    <a:pt x="7327" y="297421"/>
                  </a:lnTo>
                  <a:lnTo>
                    <a:pt x="7327" y="3822"/>
                  </a:lnTo>
                  <a:lnTo>
                    <a:pt x="7327" y="1282"/>
                  </a:lnTo>
                  <a:close/>
                </a:path>
                <a:path w="2814954" h="553085">
                  <a:moveTo>
                    <a:pt x="411594" y="549071"/>
                  </a:moveTo>
                  <a:lnTo>
                    <a:pt x="411099" y="549071"/>
                  </a:lnTo>
                  <a:lnTo>
                    <a:pt x="411099" y="546531"/>
                  </a:lnTo>
                  <a:lnTo>
                    <a:pt x="39890" y="546531"/>
                  </a:lnTo>
                  <a:lnTo>
                    <a:pt x="39890" y="549071"/>
                  </a:lnTo>
                  <a:lnTo>
                    <a:pt x="39382" y="549071"/>
                  </a:lnTo>
                  <a:lnTo>
                    <a:pt x="39382" y="551624"/>
                  </a:lnTo>
                  <a:lnTo>
                    <a:pt x="40767" y="551624"/>
                  </a:lnTo>
                  <a:lnTo>
                    <a:pt x="40767" y="552894"/>
                  </a:lnTo>
                  <a:lnTo>
                    <a:pt x="410210" y="552894"/>
                  </a:lnTo>
                  <a:lnTo>
                    <a:pt x="410210" y="551624"/>
                  </a:lnTo>
                  <a:lnTo>
                    <a:pt x="411594" y="551624"/>
                  </a:lnTo>
                  <a:lnTo>
                    <a:pt x="411594" y="549071"/>
                  </a:lnTo>
                  <a:close/>
                </a:path>
                <a:path w="2814954" h="553085">
                  <a:moveTo>
                    <a:pt x="808101" y="427659"/>
                  </a:moveTo>
                  <a:lnTo>
                    <a:pt x="806881" y="425272"/>
                  </a:lnTo>
                  <a:lnTo>
                    <a:pt x="804443" y="424053"/>
                  </a:lnTo>
                  <a:lnTo>
                    <a:pt x="800836" y="425272"/>
                  </a:lnTo>
                  <a:lnTo>
                    <a:pt x="800836" y="505688"/>
                  </a:lnTo>
                  <a:lnTo>
                    <a:pt x="804443" y="506907"/>
                  </a:lnTo>
                  <a:lnTo>
                    <a:pt x="806881" y="505688"/>
                  </a:lnTo>
                  <a:lnTo>
                    <a:pt x="808101" y="503237"/>
                  </a:lnTo>
                  <a:lnTo>
                    <a:pt x="808101" y="427659"/>
                  </a:lnTo>
                  <a:close/>
                </a:path>
                <a:path w="2814954" h="553085">
                  <a:moveTo>
                    <a:pt x="1784502" y="399681"/>
                  </a:moveTo>
                  <a:lnTo>
                    <a:pt x="1114082" y="399681"/>
                  </a:lnTo>
                  <a:lnTo>
                    <a:pt x="1114082" y="406984"/>
                  </a:lnTo>
                  <a:lnTo>
                    <a:pt x="1784502" y="406984"/>
                  </a:lnTo>
                  <a:lnTo>
                    <a:pt x="1784502" y="399681"/>
                  </a:lnTo>
                  <a:close/>
                </a:path>
                <a:path w="2814954" h="553085">
                  <a:moveTo>
                    <a:pt x="2307374" y="257086"/>
                  </a:moveTo>
                  <a:lnTo>
                    <a:pt x="1114082" y="257086"/>
                  </a:lnTo>
                  <a:lnTo>
                    <a:pt x="1114082" y="264388"/>
                  </a:lnTo>
                  <a:lnTo>
                    <a:pt x="2307374" y="264388"/>
                  </a:lnTo>
                  <a:lnTo>
                    <a:pt x="2307374" y="257086"/>
                  </a:lnTo>
                  <a:close/>
                </a:path>
                <a:path w="2814954" h="553085">
                  <a:moveTo>
                    <a:pt x="2814434" y="114490"/>
                  </a:moveTo>
                  <a:lnTo>
                    <a:pt x="1115301" y="114490"/>
                  </a:lnTo>
                  <a:lnTo>
                    <a:pt x="1115301" y="121793"/>
                  </a:lnTo>
                  <a:lnTo>
                    <a:pt x="2814434" y="121793"/>
                  </a:lnTo>
                  <a:lnTo>
                    <a:pt x="2814434" y="11449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40968" y="4486479"/>
              <a:ext cx="229150" cy="975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4357" y="1713864"/>
              <a:ext cx="84095" cy="853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4357" y="1846732"/>
              <a:ext cx="84095" cy="840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4357" y="1999055"/>
              <a:ext cx="84095" cy="8412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4659" y="2006387"/>
              <a:ext cx="84095" cy="840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3439" y="2158710"/>
              <a:ext cx="85315" cy="8530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2570" y="1713864"/>
              <a:ext cx="84095" cy="8535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4357" y="1088684"/>
              <a:ext cx="84095" cy="840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5312" y="1874742"/>
              <a:ext cx="84104" cy="8412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5312" y="1431118"/>
              <a:ext cx="84104" cy="8535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5312" y="2016115"/>
              <a:ext cx="84104" cy="8412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5312" y="2158710"/>
              <a:ext cx="84104" cy="8412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5312" y="2297639"/>
              <a:ext cx="84104" cy="8535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66972" y="1713864"/>
              <a:ext cx="84095" cy="8535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24357" y="1554208"/>
              <a:ext cx="84095" cy="8412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66972" y="1554208"/>
              <a:ext cx="84095" cy="8412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08367" y="1713864"/>
              <a:ext cx="85315" cy="8535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24357" y="1351926"/>
              <a:ext cx="84095" cy="8408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08367" y="1999055"/>
              <a:ext cx="85315" cy="8412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4357" y="2239174"/>
              <a:ext cx="84095" cy="8530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24357" y="2380547"/>
              <a:ext cx="84095" cy="8408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24357" y="2777829"/>
              <a:ext cx="84095" cy="8530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08367" y="2380547"/>
              <a:ext cx="85315" cy="840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08367" y="1856460"/>
              <a:ext cx="85315" cy="8412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982313" y="804716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5" h="84455">
                  <a:moveTo>
                    <a:pt x="51198" y="0"/>
                  </a:moveTo>
                  <a:lnTo>
                    <a:pt x="34116" y="0"/>
                  </a:lnTo>
                  <a:lnTo>
                    <a:pt x="25575" y="3666"/>
                  </a:lnTo>
                  <a:lnTo>
                    <a:pt x="0" y="41453"/>
                  </a:lnTo>
                  <a:lnTo>
                    <a:pt x="1220" y="49959"/>
                  </a:lnTo>
                  <a:lnTo>
                    <a:pt x="25575" y="80414"/>
                  </a:lnTo>
                  <a:lnTo>
                    <a:pt x="42657" y="84080"/>
                  </a:lnTo>
                  <a:lnTo>
                    <a:pt x="51198" y="82858"/>
                  </a:lnTo>
                  <a:lnTo>
                    <a:pt x="58520" y="80414"/>
                  </a:lnTo>
                  <a:lnTo>
                    <a:pt x="65792" y="76797"/>
                  </a:lnTo>
                  <a:lnTo>
                    <a:pt x="42657" y="76797"/>
                  </a:lnTo>
                  <a:lnTo>
                    <a:pt x="28015" y="74352"/>
                  </a:lnTo>
                  <a:lnTo>
                    <a:pt x="23134" y="70686"/>
                  </a:lnTo>
                  <a:lnTo>
                    <a:pt x="17033" y="67020"/>
                  </a:lnTo>
                  <a:lnTo>
                    <a:pt x="13422" y="60909"/>
                  </a:lnTo>
                  <a:lnTo>
                    <a:pt x="9761" y="56070"/>
                  </a:lnTo>
                  <a:lnTo>
                    <a:pt x="7321" y="41453"/>
                  </a:lnTo>
                  <a:lnTo>
                    <a:pt x="8541" y="35343"/>
                  </a:lnTo>
                  <a:lnTo>
                    <a:pt x="9761" y="28010"/>
                  </a:lnTo>
                  <a:lnTo>
                    <a:pt x="13422" y="21949"/>
                  </a:lnTo>
                  <a:lnTo>
                    <a:pt x="17033" y="17060"/>
                  </a:lnTo>
                  <a:lnTo>
                    <a:pt x="23134" y="13394"/>
                  </a:lnTo>
                  <a:lnTo>
                    <a:pt x="28015" y="9727"/>
                  </a:lnTo>
                  <a:lnTo>
                    <a:pt x="35336" y="7283"/>
                  </a:lnTo>
                  <a:lnTo>
                    <a:pt x="65792" y="7283"/>
                  </a:lnTo>
                  <a:lnTo>
                    <a:pt x="51198" y="0"/>
                  </a:lnTo>
                  <a:close/>
                </a:path>
                <a:path w="84455" h="84455">
                  <a:moveTo>
                    <a:pt x="65792" y="7283"/>
                  </a:moveTo>
                  <a:lnTo>
                    <a:pt x="48758" y="7283"/>
                  </a:lnTo>
                  <a:lnTo>
                    <a:pt x="56079" y="9727"/>
                  </a:lnTo>
                  <a:lnTo>
                    <a:pt x="62131" y="13394"/>
                  </a:lnTo>
                  <a:lnTo>
                    <a:pt x="67012" y="17060"/>
                  </a:lnTo>
                  <a:lnTo>
                    <a:pt x="70673" y="21949"/>
                  </a:lnTo>
                  <a:lnTo>
                    <a:pt x="74333" y="28010"/>
                  </a:lnTo>
                  <a:lnTo>
                    <a:pt x="76774" y="35343"/>
                  </a:lnTo>
                  <a:lnTo>
                    <a:pt x="76774" y="48737"/>
                  </a:lnTo>
                  <a:lnTo>
                    <a:pt x="74333" y="56070"/>
                  </a:lnTo>
                  <a:lnTo>
                    <a:pt x="70673" y="60909"/>
                  </a:lnTo>
                  <a:lnTo>
                    <a:pt x="67012" y="67020"/>
                  </a:lnTo>
                  <a:lnTo>
                    <a:pt x="62131" y="70686"/>
                  </a:lnTo>
                  <a:lnTo>
                    <a:pt x="56079" y="74352"/>
                  </a:lnTo>
                  <a:lnTo>
                    <a:pt x="48758" y="75574"/>
                  </a:lnTo>
                  <a:lnTo>
                    <a:pt x="42657" y="76797"/>
                  </a:lnTo>
                  <a:lnTo>
                    <a:pt x="65792" y="76797"/>
                  </a:lnTo>
                  <a:lnTo>
                    <a:pt x="71893" y="71908"/>
                  </a:lnTo>
                  <a:lnTo>
                    <a:pt x="76774" y="65798"/>
                  </a:lnTo>
                  <a:lnTo>
                    <a:pt x="80434" y="58514"/>
                  </a:lnTo>
                  <a:lnTo>
                    <a:pt x="82875" y="49959"/>
                  </a:lnTo>
                  <a:lnTo>
                    <a:pt x="84095" y="41453"/>
                  </a:lnTo>
                  <a:lnTo>
                    <a:pt x="82875" y="32899"/>
                  </a:lnTo>
                  <a:lnTo>
                    <a:pt x="80434" y="25566"/>
                  </a:lnTo>
                  <a:lnTo>
                    <a:pt x="76774" y="18282"/>
                  </a:lnTo>
                  <a:lnTo>
                    <a:pt x="71893" y="12172"/>
                  </a:lnTo>
                  <a:lnTo>
                    <a:pt x="65792" y="72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82313" y="1088684"/>
              <a:ext cx="84095" cy="8408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44578" y="1088684"/>
              <a:ext cx="84095" cy="8408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982313" y="947311"/>
              <a:ext cx="84095" cy="8408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982305" y="662126"/>
              <a:ext cx="84455" cy="226695"/>
            </a:xfrm>
            <a:custGeom>
              <a:avLst/>
              <a:gdLst/>
              <a:ahLst/>
              <a:cxnLst/>
              <a:rect l="l" t="t" r="r" b="b"/>
              <a:pathLst>
                <a:path w="84455" h="226694">
                  <a:moveTo>
                    <a:pt x="84099" y="184048"/>
                  </a:moveTo>
                  <a:lnTo>
                    <a:pt x="82880" y="175488"/>
                  </a:lnTo>
                  <a:lnTo>
                    <a:pt x="80441" y="168160"/>
                  </a:lnTo>
                  <a:lnTo>
                    <a:pt x="76771" y="160883"/>
                  </a:lnTo>
                  <a:lnTo>
                    <a:pt x="76771" y="177939"/>
                  </a:lnTo>
                  <a:lnTo>
                    <a:pt x="76771" y="191338"/>
                  </a:lnTo>
                  <a:lnTo>
                    <a:pt x="74333" y="198666"/>
                  </a:lnTo>
                  <a:lnTo>
                    <a:pt x="70675" y="203504"/>
                  </a:lnTo>
                  <a:lnTo>
                    <a:pt x="67017" y="209613"/>
                  </a:lnTo>
                  <a:lnTo>
                    <a:pt x="62128" y="213283"/>
                  </a:lnTo>
                  <a:lnTo>
                    <a:pt x="56083" y="216954"/>
                  </a:lnTo>
                  <a:lnTo>
                    <a:pt x="48755" y="218173"/>
                  </a:lnTo>
                  <a:lnTo>
                    <a:pt x="42659" y="219392"/>
                  </a:lnTo>
                  <a:lnTo>
                    <a:pt x="28016" y="216954"/>
                  </a:lnTo>
                  <a:lnTo>
                    <a:pt x="23139" y="213283"/>
                  </a:lnTo>
                  <a:lnTo>
                    <a:pt x="17030" y="209613"/>
                  </a:lnTo>
                  <a:lnTo>
                    <a:pt x="13423" y="203504"/>
                  </a:lnTo>
                  <a:lnTo>
                    <a:pt x="9766" y="198666"/>
                  </a:lnTo>
                  <a:lnTo>
                    <a:pt x="7327" y="184048"/>
                  </a:lnTo>
                  <a:lnTo>
                    <a:pt x="8547" y="177939"/>
                  </a:lnTo>
                  <a:lnTo>
                    <a:pt x="9766" y="170611"/>
                  </a:lnTo>
                  <a:lnTo>
                    <a:pt x="13423" y="164541"/>
                  </a:lnTo>
                  <a:lnTo>
                    <a:pt x="17030" y="159651"/>
                  </a:lnTo>
                  <a:lnTo>
                    <a:pt x="23139" y="155994"/>
                  </a:lnTo>
                  <a:lnTo>
                    <a:pt x="28016" y="152323"/>
                  </a:lnTo>
                  <a:lnTo>
                    <a:pt x="35344" y="149885"/>
                  </a:lnTo>
                  <a:lnTo>
                    <a:pt x="48755" y="149885"/>
                  </a:lnTo>
                  <a:lnTo>
                    <a:pt x="76771" y="177939"/>
                  </a:lnTo>
                  <a:lnTo>
                    <a:pt x="76771" y="160883"/>
                  </a:lnTo>
                  <a:lnTo>
                    <a:pt x="71894" y="154762"/>
                  </a:lnTo>
                  <a:lnTo>
                    <a:pt x="65798" y="149885"/>
                  </a:lnTo>
                  <a:lnTo>
                    <a:pt x="51206" y="142595"/>
                  </a:lnTo>
                  <a:lnTo>
                    <a:pt x="34112" y="142595"/>
                  </a:lnTo>
                  <a:lnTo>
                    <a:pt x="3657" y="168160"/>
                  </a:lnTo>
                  <a:lnTo>
                    <a:pt x="0" y="184048"/>
                  </a:lnTo>
                  <a:lnTo>
                    <a:pt x="1219" y="192557"/>
                  </a:lnTo>
                  <a:lnTo>
                    <a:pt x="25577" y="223012"/>
                  </a:lnTo>
                  <a:lnTo>
                    <a:pt x="42659" y="226682"/>
                  </a:lnTo>
                  <a:lnTo>
                    <a:pt x="51206" y="225450"/>
                  </a:lnTo>
                  <a:lnTo>
                    <a:pt x="82880" y="192557"/>
                  </a:lnTo>
                  <a:lnTo>
                    <a:pt x="84099" y="184048"/>
                  </a:lnTo>
                  <a:close/>
                </a:path>
                <a:path w="84455" h="226694">
                  <a:moveTo>
                    <a:pt x="84099" y="42672"/>
                  </a:moveTo>
                  <a:lnTo>
                    <a:pt x="82880" y="34124"/>
                  </a:lnTo>
                  <a:lnTo>
                    <a:pt x="80441" y="25615"/>
                  </a:lnTo>
                  <a:lnTo>
                    <a:pt x="76771" y="18288"/>
                  </a:lnTo>
                  <a:lnTo>
                    <a:pt x="76771" y="35344"/>
                  </a:lnTo>
                  <a:lnTo>
                    <a:pt x="76771" y="48742"/>
                  </a:lnTo>
                  <a:lnTo>
                    <a:pt x="48755" y="76796"/>
                  </a:lnTo>
                  <a:lnTo>
                    <a:pt x="35344" y="76796"/>
                  </a:lnTo>
                  <a:lnTo>
                    <a:pt x="28016" y="74358"/>
                  </a:lnTo>
                  <a:lnTo>
                    <a:pt x="23139" y="70688"/>
                  </a:lnTo>
                  <a:lnTo>
                    <a:pt x="17030" y="67017"/>
                  </a:lnTo>
                  <a:lnTo>
                    <a:pt x="13423" y="62128"/>
                  </a:lnTo>
                  <a:lnTo>
                    <a:pt x="9766" y="56070"/>
                  </a:lnTo>
                  <a:lnTo>
                    <a:pt x="8547" y="48742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9766" y="29235"/>
                  </a:lnTo>
                  <a:lnTo>
                    <a:pt x="13423" y="23177"/>
                  </a:lnTo>
                  <a:lnTo>
                    <a:pt x="17030" y="17056"/>
                  </a:lnTo>
                  <a:lnTo>
                    <a:pt x="23139" y="13398"/>
                  </a:lnTo>
                  <a:lnTo>
                    <a:pt x="28016" y="9728"/>
                  </a:lnTo>
                  <a:lnTo>
                    <a:pt x="42659" y="7327"/>
                  </a:lnTo>
                  <a:lnTo>
                    <a:pt x="48755" y="8559"/>
                  </a:lnTo>
                  <a:lnTo>
                    <a:pt x="56083" y="9728"/>
                  </a:lnTo>
                  <a:lnTo>
                    <a:pt x="62128" y="13398"/>
                  </a:lnTo>
                  <a:lnTo>
                    <a:pt x="67017" y="17056"/>
                  </a:lnTo>
                  <a:lnTo>
                    <a:pt x="74333" y="29235"/>
                  </a:lnTo>
                  <a:lnTo>
                    <a:pt x="76771" y="35344"/>
                  </a:lnTo>
                  <a:lnTo>
                    <a:pt x="76771" y="18288"/>
                  </a:lnTo>
                  <a:lnTo>
                    <a:pt x="42659" y="0"/>
                  </a:lnTo>
                  <a:lnTo>
                    <a:pt x="34112" y="1219"/>
                  </a:lnTo>
                  <a:lnTo>
                    <a:pt x="3657" y="25615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577" y="81635"/>
                  </a:lnTo>
                  <a:lnTo>
                    <a:pt x="34112" y="84086"/>
                  </a:lnTo>
                  <a:lnTo>
                    <a:pt x="51206" y="84086"/>
                  </a:lnTo>
                  <a:lnTo>
                    <a:pt x="80441" y="58508"/>
                  </a:lnTo>
                  <a:lnTo>
                    <a:pt x="82880" y="51181"/>
                  </a:lnTo>
                  <a:lnTo>
                    <a:pt x="84099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436481" y="662121"/>
              <a:ext cx="84095" cy="8530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54566" y="804716"/>
              <a:ext cx="84095" cy="8408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266323" y="1089906"/>
              <a:ext cx="84455" cy="84455"/>
            </a:xfrm>
            <a:custGeom>
              <a:avLst/>
              <a:gdLst/>
              <a:ahLst/>
              <a:cxnLst/>
              <a:rect l="l" t="t" r="r" b="b"/>
              <a:pathLst>
                <a:path w="84455" h="84455">
                  <a:moveTo>
                    <a:pt x="51198" y="0"/>
                  </a:moveTo>
                  <a:lnTo>
                    <a:pt x="34116" y="0"/>
                  </a:lnTo>
                  <a:lnTo>
                    <a:pt x="25575" y="2444"/>
                  </a:lnTo>
                  <a:lnTo>
                    <a:pt x="1220" y="32899"/>
                  </a:lnTo>
                  <a:lnTo>
                    <a:pt x="0" y="41404"/>
                  </a:lnTo>
                  <a:lnTo>
                    <a:pt x="1220" y="49959"/>
                  </a:lnTo>
                  <a:lnTo>
                    <a:pt x="25575" y="80414"/>
                  </a:lnTo>
                  <a:lnTo>
                    <a:pt x="42657" y="84080"/>
                  </a:lnTo>
                  <a:lnTo>
                    <a:pt x="51198" y="82858"/>
                  </a:lnTo>
                  <a:lnTo>
                    <a:pt x="58471" y="80414"/>
                  </a:lnTo>
                  <a:lnTo>
                    <a:pt x="65792" y="76748"/>
                  </a:lnTo>
                  <a:lnTo>
                    <a:pt x="42657" y="76748"/>
                  </a:lnTo>
                  <a:lnTo>
                    <a:pt x="35336" y="75526"/>
                  </a:lnTo>
                  <a:lnTo>
                    <a:pt x="7321" y="41404"/>
                  </a:lnTo>
                  <a:lnTo>
                    <a:pt x="8541" y="34121"/>
                  </a:lnTo>
                  <a:lnTo>
                    <a:pt x="9712" y="28010"/>
                  </a:lnTo>
                  <a:lnTo>
                    <a:pt x="13373" y="21949"/>
                  </a:lnTo>
                  <a:lnTo>
                    <a:pt x="23134" y="12172"/>
                  </a:lnTo>
                  <a:lnTo>
                    <a:pt x="35336" y="7283"/>
                  </a:lnTo>
                  <a:lnTo>
                    <a:pt x="67012" y="7283"/>
                  </a:lnTo>
                  <a:lnTo>
                    <a:pt x="65792" y="6061"/>
                  </a:lnTo>
                  <a:lnTo>
                    <a:pt x="58471" y="2444"/>
                  </a:lnTo>
                  <a:lnTo>
                    <a:pt x="51198" y="0"/>
                  </a:lnTo>
                  <a:close/>
                </a:path>
                <a:path w="84455" h="84455">
                  <a:moveTo>
                    <a:pt x="67012" y="7283"/>
                  </a:moveTo>
                  <a:lnTo>
                    <a:pt x="49978" y="7283"/>
                  </a:lnTo>
                  <a:lnTo>
                    <a:pt x="62131" y="12172"/>
                  </a:lnTo>
                  <a:lnTo>
                    <a:pt x="71893" y="21949"/>
                  </a:lnTo>
                  <a:lnTo>
                    <a:pt x="76774" y="34121"/>
                  </a:lnTo>
                  <a:lnTo>
                    <a:pt x="76774" y="48737"/>
                  </a:lnTo>
                  <a:lnTo>
                    <a:pt x="42657" y="76748"/>
                  </a:lnTo>
                  <a:lnTo>
                    <a:pt x="65792" y="76748"/>
                  </a:lnTo>
                  <a:lnTo>
                    <a:pt x="71893" y="71908"/>
                  </a:lnTo>
                  <a:lnTo>
                    <a:pt x="77994" y="65798"/>
                  </a:lnTo>
                  <a:lnTo>
                    <a:pt x="81654" y="58465"/>
                  </a:lnTo>
                  <a:lnTo>
                    <a:pt x="84095" y="49959"/>
                  </a:lnTo>
                  <a:lnTo>
                    <a:pt x="84095" y="32899"/>
                  </a:lnTo>
                  <a:lnTo>
                    <a:pt x="81654" y="25566"/>
                  </a:lnTo>
                  <a:lnTo>
                    <a:pt x="77994" y="18282"/>
                  </a:lnTo>
                  <a:lnTo>
                    <a:pt x="67012" y="72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123708" y="1089906"/>
              <a:ext cx="85315" cy="8408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266315" y="947318"/>
              <a:ext cx="227329" cy="226695"/>
            </a:xfrm>
            <a:custGeom>
              <a:avLst/>
              <a:gdLst/>
              <a:ahLst/>
              <a:cxnLst/>
              <a:rect l="l" t="t" r="r" b="b"/>
              <a:pathLst>
                <a:path w="227330" h="226694">
                  <a:moveTo>
                    <a:pt x="84099" y="175488"/>
                  </a:moveTo>
                  <a:lnTo>
                    <a:pt x="81661" y="168160"/>
                  </a:lnTo>
                  <a:lnTo>
                    <a:pt x="77990" y="160883"/>
                  </a:lnTo>
                  <a:lnTo>
                    <a:pt x="76771" y="159664"/>
                  </a:lnTo>
                  <a:lnTo>
                    <a:pt x="76771" y="176720"/>
                  </a:lnTo>
                  <a:lnTo>
                    <a:pt x="76771" y="191338"/>
                  </a:lnTo>
                  <a:lnTo>
                    <a:pt x="42659" y="219341"/>
                  </a:lnTo>
                  <a:lnTo>
                    <a:pt x="35344" y="218122"/>
                  </a:lnTo>
                  <a:lnTo>
                    <a:pt x="7327" y="183997"/>
                  </a:lnTo>
                  <a:lnTo>
                    <a:pt x="8547" y="176720"/>
                  </a:lnTo>
                  <a:lnTo>
                    <a:pt x="9715" y="170611"/>
                  </a:lnTo>
                  <a:lnTo>
                    <a:pt x="13373" y="164541"/>
                  </a:lnTo>
                  <a:lnTo>
                    <a:pt x="23139" y="154762"/>
                  </a:lnTo>
                  <a:lnTo>
                    <a:pt x="35344" y="149872"/>
                  </a:lnTo>
                  <a:lnTo>
                    <a:pt x="49987" y="149872"/>
                  </a:lnTo>
                  <a:lnTo>
                    <a:pt x="62128" y="154762"/>
                  </a:lnTo>
                  <a:lnTo>
                    <a:pt x="71894" y="164541"/>
                  </a:lnTo>
                  <a:lnTo>
                    <a:pt x="76771" y="176720"/>
                  </a:lnTo>
                  <a:lnTo>
                    <a:pt x="76771" y="159664"/>
                  </a:lnTo>
                  <a:lnTo>
                    <a:pt x="67017" y="149872"/>
                  </a:lnTo>
                  <a:lnTo>
                    <a:pt x="65798" y="148653"/>
                  </a:lnTo>
                  <a:lnTo>
                    <a:pt x="58470" y="145034"/>
                  </a:lnTo>
                  <a:lnTo>
                    <a:pt x="51206" y="142595"/>
                  </a:lnTo>
                  <a:lnTo>
                    <a:pt x="34124" y="142595"/>
                  </a:lnTo>
                  <a:lnTo>
                    <a:pt x="3657" y="168160"/>
                  </a:lnTo>
                  <a:lnTo>
                    <a:pt x="0" y="183997"/>
                  </a:lnTo>
                  <a:lnTo>
                    <a:pt x="1219" y="192557"/>
                  </a:lnTo>
                  <a:lnTo>
                    <a:pt x="25577" y="223012"/>
                  </a:lnTo>
                  <a:lnTo>
                    <a:pt x="42659" y="226669"/>
                  </a:lnTo>
                  <a:lnTo>
                    <a:pt x="51206" y="225450"/>
                  </a:lnTo>
                  <a:lnTo>
                    <a:pt x="81661" y="201066"/>
                  </a:lnTo>
                  <a:lnTo>
                    <a:pt x="84099" y="192557"/>
                  </a:lnTo>
                  <a:lnTo>
                    <a:pt x="84099" y="175488"/>
                  </a:lnTo>
                  <a:close/>
                </a:path>
                <a:path w="227330" h="226694">
                  <a:moveTo>
                    <a:pt x="226707" y="183997"/>
                  </a:moveTo>
                  <a:lnTo>
                    <a:pt x="225488" y="175488"/>
                  </a:lnTo>
                  <a:lnTo>
                    <a:pt x="223050" y="168160"/>
                  </a:lnTo>
                  <a:lnTo>
                    <a:pt x="219392" y="160883"/>
                  </a:lnTo>
                  <a:lnTo>
                    <a:pt x="219392" y="176720"/>
                  </a:lnTo>
                  <a:lnTo>
                    <a:pt x="219392" y="191338"/>
                  </a:lnTo>
                  <a:lnTo>
                    <a:pt x="191376" y="218122"/>
                  </a:lnTo>
                  <a:lnTo>
                    <a:pt x="185280" y="219341"/>
                  </a:lnTo>
                  <a:lnTo>
                    <a:pt x="152336" y="197446"/>
                  </a:lnTo>
                  <a:lnTo>
                    <a:pt x="149885" y="183997"/>
                  </a:lnTo>
                  <a:lnTo>
                    <a:pt x="151104" y="176720"/>
                  </a:lnTo>
                  <a:lnTo>
                    <a:pt x="177952" y="149872"/>
                  </a:lnTo>
                  <a:lnTo>
                    <a:pt x="191376" y="149872"/>
                  </a:lnTo>
                  <a:lnTo>
                    <a:pt x="219392" y="176720"/>
                  </a:lnTo>
                  <a:lnTo>
                    <a:pt x="219392" y="160883"/>
                  </a:lnTo>
                  <a:lnTo>
                    <a:pt x="214515" y="154762"/>
                  </a:lnTo>
                  <a:lnTo>
                    <a:pt x="209626" y="149872"/>
                  </a:lnTo>
                  <a:lnTo>
                    <a:pt x="208407" y="148653"/>
                  </a:lnTo>
                  <a:lnTo>
                    <a:pt x="201091" y="145034"/>
                  </a:lnTo>
                  <a:lnTo>
                    <a:pt x="193814" y="142595"/>
                  </a:lnTo>
                  <a:lnTo>
                    <a:pt x="176733" y="142595"/>
                  </a:lnTo>
                  <a:lnTo>
                    <a:pt x="146278" y="168160"/>
                  </a:lnTo>
                  <a:lnTo>
                    <a:pt x="142621" y="183997"/>
                  </a:lnTo>
                  <a:lnTo>
                    <a:pt x="143840" y="192557"/>
                  </a:lnTo>
                  <a:lnTo>
                    <a:pt x="168198" y="223012"/>
                  </a:lnTo>
                  <a:lnTo>
                    <a:pt x="185280" y="226669"/>
                  </a:lnTo>
                  <a:lnTo>
                    <a:pt x="193814" y="225450"/>
                  </a:lnTo>
                  <a:lnTo>
                    <a:pt x="225488" y="192557"/>
                  </a:lnTo>
                  <a:lnTo>
                    <a:pt x="226707" y="183997"/>
                  </a:lnTo>
                  <a:close/>
                </a:path>
                <a:path w="227330" h="226694">
                  <a:moveTo>
                    <a:pt x="226707" y="41402"/>
                  </a:moveTo>
                  <a:lnTo>
                    <a:pt x="225488" y="32893"/>
                  </a:lnTo>
                  <a:lnTo>
                    <a:pt x="223050" y="25565"/>
                  </a:lnTo>
                  <a:lnTo>
                    <a:pt x="219392" y="18288"/>
                  </a:lnTo>
                  <a:lnTo>
                    <a:pt x="219392" y="35344"/>
                  </a:lnTo>
                  <a:lnTo>
                    <a:pt x="219392" y="48742"/>
                  </a:lnTo>
                  <a:lnTo>
                    <a:pt x="216954" y="56070"/>
                  </a:lnTo>
                  <a:lnTo>
                    <a:pt x="213296" y="60909"/>
                  </a:lnTo>
                  <a:lnTo>
                    <a:pt x="209626" y="67017"/>
                  </a:lnTo>
                  <a:lnTo>
                    <a:pt x="204749" y="70688"/>
                  </a:lnTo>
                  <a:lnTo>
                    <a:pt x="198653" y="74358"/>
                  </a:lnTo>
                  <a:lnTo>
                    <a:pt x="191376" y="75577"/>
                  </a:lnTo>
                  <a:lnTo>
                    <a:pt x="185280" y="76746"/>
                  </a:lnTo>
                  <a:lnTo>
                    <a:pt x="170637" y="74358"/>
                  </a:lnTo>
                  <a:lnTo>
                    <a:pt x="165747" y="70688"/>
                  </a:lnTo>
                  <a:lnTo>
                    <a:pt x="159651" y="67017"/>
                  </a:lnTo>
                  <a:lnTo>
                    <a:pt x="155994" y="60909"/>
                  </a:lnTo>
                  <a:lnTo>
                    <a:pt x="152336" y="56070"/>
                  </a:lnTo>
                  <a:lnTo>
                    <a:pt x="149885" y="41402"/>
                  </a:lnTo>
                  <a:lnTo>
                    <a:pt x="151104" y="35344"/>
                  </a:lnTo>
                  <a:lnTo>
                    <a:pt x="152336" y="28016"/>
                  </a:lnTo>
                  <a:lnTo>
                    <a:pt x="155994" y="21945"/>
                  </a:lnTo>
                  <a:lnTo>
                    <a:pt x="159651" y="17056"/>
                  </a:lnTo>
                  <a:lnTo>
                    <a:pt x="165747" y="13398"/>
                  </a:lnTo>
                  <a:lnTo>
                    <a:pt x="170637" y="9728"/>
                  </a:lnTo>
                  <a:lnTo>
                    <a:pt x="177952" y="7289"/>
                  </a:lnTo>
                  <a:lnTo>
                    <a:pt x="191376" y="7289"/>
                  </a:lnTo>
                  <a:lnTo>
                    <a:pt x="219392" y="35344"/>
                  </a:lnTo>
                  <a:lnTo>
                    <a:pt x="219392" y="18288"/>
                  </a:lnTo>
                  <a:lnTo>
                    <a:pt x="185280" y="0"/>
                  </a:lnTo>
                  <a:lnTo>
                    <a:pt x="176733" y="1219"/>
                  </a:lnTo>
                  <a:lnTo>
                    <a:pt x="146278" y="25565"/>
                  </a:lnTo>
                  <a:lnTo>
                    <a:pt x="142621" y="41402"/>
                  </a:lnTo>
                  <a:lnTo>
                    <a:pt x="143840" y="49961"/>
                  </a:lnTo>
                  <a:lnTo>
                    <a:pt x="168198" y="80416"/>
                  </a:lnTo>
                  <a:lnTo>
                    <a:pt x="185280" y="84086"/>
                  </a:lnTo>
                  <a:lnTo>
                    <a:pt x="193814" y="82854"/>
                  </a:lnTo>
                  <a:lnTo>
                    <a:pt x="225488" y="49961"/>
                  </a:lnTo>
                  <a:lnTo>
                    <a:pt x="226707" y="4140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408939" y="662121"/>
              <a:ext cx="84095" cy="8530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408939" y="804716"/>
              <a:ext cx="84095" cy="8408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124925" y="662126"/>
              <a:ext cx="368300" cy="512445"/>
            </a:xfrm>
            <a:custGeom>
              <a:avLst/>
              <a:gdLst/>
              <a:ahLst/>
              <a:cxnLst/>
              <a:rect l="l" t="t" r="r" b="b"/>
              <a:pathLst>
                <a:path w="368300" h="512444">
                  <a:moveTo>
                    <a:pt x="84086" y="42672"/>
                  </a:moveTo>
                  <a:lnTo>
                    <a:pt x="82867" y="34124"/>
                  </a:lnTo>
                  <a:lnTo>
                    <a:pt x="80429" y="25615"/>
                  </a:lnTo>
                  <a:lnTo>
                    <a:pt x="76771" y="18288"/>
                  </a:lnTo>
                  <a:lnTo>
                    <a:pt x="76771" y="42672"/>
                  </a:lnTo>
                  <a:lnTo>
                    <a:pt x="75552" y="48742"/>
                  </a:lnTo>
                  <a:lnTo>
                    <a:pt x="48755" y="76796"/>
                  </a:lnTo>
                  <a:lnTo>
                    <a:pt x="35331" y="76796"/>
                  </a:lnTo>
                  <a:lnTo>
                    <a:pt x="7315" y="48742"/>
                  </a:lnTo>
                  <a:lnTo>
                    <a:pt x="7315" y="35344"/>
                  </a:lnTo>
                  <a:lnTo>
                    <a:pt x="35331" y="8559"/>
                  </a:lnTo>
                  <a:lnTo>
                    <a:pt x="41440" y="7327"/>
                  </a:lnTo>
                  <a:lnTo>
                    <a:pt x="74333" y="29235"/>
                  </a:lnTo>
                  <a:lnTo>
                    <a:pt x="76771" y="42672"/>
                  </a:lnTo>
                  <a:lnTo>
                    <a:pt x="76771" y="18288"/>
                  </a:lnTo>
                  <a:lnTo>
                    <a:pt x="41440" y="0"/>
                  </a:lnTo>
                  <a:lnTo>
                    <a:pt x="32893" y="1219"/>
                  </a:lnTo>
                  <a:lnTo>
                    <a:pt x="2438" y="25615"/>
                  </a:lnTo>
                  <a:lnTo>
                    <a:pt x="0" y="34124"/>
                  </a:lnTo>
                  <a:lnTo>
                    <a:pt x="0" y="51181"/>
                  </a:lnTo>
                  <a:lnTo>
                    <a:pt x="25577" y="81635"/>
                  </a:lnTo>
                  <a:lnTo>
                    <a:pt x="32893" y="84086"/>
                  </a:lnTo>
                  <a:lnTo>
                    <a:pt x="49974" y="84086"/>
                  </a:lnTo>
                  <a:lnTo>
                    <a:pt x="80429" y="58508"/>
                  </a:lnTo>
                  <a:lnTo>
                    <a:pt x="82867" y="51181"/>
                  </a:lnTo>
                  <a:lnTo>
                    <a:pt x="84086" y="42672"/>
                  </a:lnTo>
                  <a:close/>
                </a:path>
                <a:path w="368300" h="512444">
                  <a:moveTo>
                    <a:pt x="368096" y="469188"/>
                  </a:moveTo>
                  <a:lnTo>
                    <a:pt x="366877" y="460679"/>
                  </a:lnTo>
                  <a:lnTo>
                    <a:pt x="364439" y="453351"/>
                  </a:lnTo>
                  <a:lnTo>
                    <a:pt x="360781" y="446074"/>
                  </a:lnTo>
                  <a:lnTo>
                    <a:pt x="360781" y="461911"/>
                  </a:lnTo>
                  <a:lnTo>
                    <a:pt x="360781" y="476529"/>
                  </a:lnTo>
                  <a:lnTo>
                    <a:pt x="332765" y="503313"/>
                  </a:lnTo>
                  <a:lnTo>
                    <a:pt x="326669" y="504532"/>
                  </a:lnTo>
                  <a:lnTo>
                    <a:pt x="293725" y="482638"/>
                  </a:lnTo>
                  <a:lnTo>
                    <a:pt x="291274" y="469188"/>
                  </a:lnTo>
                  <a:lnTo>
                    <a:pt x="292493" y="461911"/>
                  </a:lnTo>
                  <a:lnTo>
                    <a:pt x="319341" y="435063"/>
                  </a:lnTo>
                  <a:lnTo>
                    <a:pt x="332765" y="435063"/>
                  </a:lnTo>
                  <a:lnTo>
                    <a:pt x="360781" y="461911"/>
                  </a:lnTo>
                  <a:lnTo>
                    <a:pt x="360781" y="446074"/>
                  </a:lnTo>
                  <a:lnTo>
                    <a:pt x="355904" y="439953"/>
                  </a:lnTo>
                  <a:lnTo>
                    <a:pt x="351015" y="435063"/>
                  </a:lnTo>
                  <a:lnTo>
                    <a:pt x="349796" y="433844"/>
                  </a:lnTo>
                  <a:lnTo>
                    <a:pt x="342480" y="430225"/>
                  </a:lnTo>
                  <a:lnTo>
                    <a:pt x="335203" y="427786"/>
                  </a:lnTo>
                  <a:lnTo>
                    <a:pt x="318122" y="427786"/>
                  </a:lnTo>
                  <a:lnTo>
                    <a:pt x="287667" y="453351"/>
                  </a:lnTo>
                  <a:lnTo>
                    <a:pt x="284010" y="469188"/>
                  </a:lnTo>
                  <a:lnTo>
                    <a:pt x="285229" y="477748"/>
                  </a:lnTo>
                  <a:lnTo>
                    <a:pt x="309587" y="508203"/>
                  </a:lnTo>
                  <a:lnTo>
                    <a:pt x="326669" y="511860"/>
                  </a:lnTo>
                  <a:lnTo>
                    <a:pt x="335203" y="510641"/>
                  </a:lnTo>
                  <a:lnTo>
                    <a:pt x="366877" y="477748"/>
                  </a:lnTo>
                  <a:lnTo>
                    <a:pt x="368096" y="469188"/>
                  </a:lnTo>
                  <a:close/>
                </a:path>
                <a:path w="368300" h="512444">
                  <a:moveTo>
                    <a:pt x="368096" y="326593"/>
                  </a:moveTo>
                  <a:lnTo>
                    <a:pt x="366877" y="318084"/>
                  </a:lnTo>
                  <a:lnTo>
                    <a:pt x="364439" y="310756"/>
                  </a:lnTo>
                  <a:lnTo>
                    <a:pt x="360781" y="303479"/>
                  </a:lnTo>
                  <a:lnTo>
                    <a:pt x="360781" y="320535"/>
                  </a:lnTo>
                  <a:lnTo>
                    <a:pt x="360781" y="333933"/>
                  </a:lnTo>
                  <a:lnTo>
                    <a:pt x="358343" y="341261"/>
                  </a:lnTo>
                  <a:lnTo>
                    <a:pt x="354685" y="346100"/>
                  </a:lnTo>
                  <a:lnTo>
                    <a:pt x="351015" y="352209"/>
                  </a:lnTo>
                  <a:lnTo>
                    <a:pt x="346138" y="355879"/>
                  </a:lnTo>
                  <a:lnTo>
                    <a:pt x="340042" y="359549"/>
                  </a:lnTo>
                  <a:lnTo>
                    <a:pt x="332765" y="360768"/>
                  </a:lnTo>
                  <a:lnTo>
                    <a:pt x="326669" y="361937"/>
                  </a:lnTo>
                  <a:lnTo>
                    <a:pt x="312026" y="359549"/>
                  </a:lnTo>
                  <a:lnTo>
                    <a:pt x="307136" y="355879"/>
                  </a:lnTo>
                  <a:lnTo>
                    <a:pt x="301040" y="352209"/>
                  </a:lnTo>
                  <a:lnTo>
                    <a:pt x="297383" y="346100"/>
                  </a:lnTo>
                  <a:lnTo>
                    <a:pt x="293725" y="341261"/>
                  </a:lnTo>
                  <a:lnTo>
                    <a:pt x="291274" y="326593"/>
                  </a:lnTo>
                  <a:lnTo>
                    <a:pt x="292493" y="320535"/>
                  </a:lnTo>
                  <a:lnTo>
                    <a:pt x="293725" y="313207"/>
                  </a:lnTo>
                  <a:lnTo>
                    <a:pt x="297383" y="307136"/>
                  </a:lnTo>
                  <a:lnTo>
                    <a:pt x="301040" y="302247"/>
                  </a:lnTo>
                  <a:lnTo>
                    <a:pt x="307136" y="298589"/>
                  </a:lnTo>
                  <a:lnTo>
                    <a:pt x="312026" y="294919"/>
                  </a:lnTo>
                  <a:lnTo>
                    <a:pt x="319341" y="292481"/>
                  </a:lnTo>
                  <a:lnTo>
                    <a:pt x="332765" y="292481"/>
                  </a:lnTo>
                  <a:lnTo>
                    <a:pt x="360781" y="320535"/>
                  </a:lnTo>
                  <a:lnTo>
                    <a:pt x="360781" y="303479"/>
                  </a:lnTo>
                  <a:lnTo>
                    <a:pt x="326669" y="285191"/>
                  </a:lnTo>
                  <a:lnTo>
                    <a:pt x="318122" y="286410"/>
                  </a:lnTo>
                  <a:lnTo>
                    <a:pt x="287667" y="310756"/>
                  </a:lnTo>
                  <a:lnTo>
                    <a:pt x="284010" y="326593"/>
                  </a:lnTo>
                  <a:lnTo>
                    <a:pt x="285229" y="335153"/>
                  </a:lnTo>
                  <a:lnTo>
                    <a:pt x="309587" y="365607"/>
                  </a:lnTo>
                  <a:lnTo>
                    <a:pt x="326669" y="369277"/>
                  </a:lnTo>
                  <a:lnTo>
                    <a:pt x="335203" y="368046"/>
                  </a:lnTo>
                  <a:lnTo>
                    <a:pt x="366877" y="335153"/>
                  </a:lnTo>
                  <a:lnTo>
                    <a:pt x="368096" y="32659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266323" y="662121"/>
              <a:ext cx="85315" cy="8408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982305" y="662126"/>
              <a:ext cx="227329" cy="84455"/>
            </a:xfrm>
            <a:custGeom>
              <a:avLst/>
              <a:gdLst/>
              <a:ahLst/>
              <a:cxnLst/>
              <a:rect l="l" t="t" r="r" b="b"/>
              <a:pathLst>
                <a:path w="227330" h="84454">
                  <a:moveTo>
                    <a:pt x="84099" y="42672"/>
                  </a:moveTo>
                  <a:lnTo>
                    <a:pt x="82880" y="34124"/>
                  </a:lnTo>
                  <a:lnTo>
                    <a:pt x="80441" y="25615"/>
                  </a:lnTo>
                  <a:lnTo>
                    <a:pt x="76771" y="18288"/>
                  </a:lnTo>
                  <a:lnTo>
                    <a:pt x="76771" y="35344"/>
                  </a:lnTo>
                  <a:lnTo>
                    <a:pt x="76771" y="48742"/>
                  </a:lnTo>
                  <a:lnTo>
                    <a:pt x="48755" y="76796"/>
                  </a:lnTo>
                  <a:lnTo>
                    <a:pt x="35344" y="76796"/>
                  </a:lnTo>
                  <a:lnTo>
                    <a:pt x="28016" y="74358"/>
                  </a:lnTo>
                  <a:lnTo>
                    <a:pt x="23139" y="70688"/>
                  </a:lnTo>
                  <a:lnTo>
                    <a:pt x="17030" y="67017"/>
                  </a:lnTo>
                  <a:lnTo>
                    <a:pt x="13423" y="62128"/>
                  </a:lnTo>
                  <a:lnTo>
                    <a:pt x="9766" y="56070"/>
                  </a:lnTo>
                  <a:lnTo>
                    <a:pt x="8547" y="48742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9766" y="29235"/>
                  </a:lnTo>
                  <a:lnTo>
                    <a:pt x="13423" y="23177"/>
                  </a:lnTo>
                  <a:lnTo>
                    <a:pt x="17030" y="17056"/>
                  </a:lnTo>
                  <a:lnTo>
                    <a:pt x="23139" y="13398"/>
                  </a:lnTo>
                  <a:lnTo>
                    <a:pt x="28016" y="9728"/>
                  </a:lnTo>
                  <a:lnTo>
                    <a:pt x="42659" y="7327"/>
                  </a:lnTo>
                  <a:lnTo>
                    <a:pt x="48755" y="8559"/>
                  </a:lnTo>
                  <a:lnTo>
                    <a:pt x="56083" y="9728"/>
                  </a:lnTo>
                  <a:lnTo>
                    <a:pt x="62128" y="13398"/>
                  </a:lnTo>
                  <a:lnTo>
                    <a:pt x="67017" y="17056"/>
                  </a:lnTo>
                  <a:lnTo>
                    <a:pt x="74333" y="29235"/>
                  </a:lnTo>
                  <a:lnTo>
                    <a:pt x="76771" y="35344"/>
                  </a:lnTo>
                  <a:lnTo>
                    <a:pt x="76771" y="18288"/>
                  </a:lnTo>
                  <a:lnTo>
                    <a:pt x="42659" y="0"/>
                  </a:lnTo>
                  <a:lnTo>
                    <a:pt x="34112" y="1219"/>
                  </a:lnTo>
                  <a:lnTo>
                    <a:pt x="3657" y="25615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577" y="81635"/>
                  </a:lnTo>
                  <a:lnTo>
                    <a:pt x="34112" y="84086"/>
                  </a:lnTo>
                  <a:lnTo>
                    <a:pt x="51206" y="84086"/>
                  </a:lnTo>
                  <a:lnTo>
                    <a:pt x="80441" y="58508"/>
                  </a:lnTo>
                  <a:lnTo>
                    <a:pt x="82880" y="51181"/>
                  </a:lnTo>
                  <a:lnTo>
                    <a:pt x="84099" y="42672"/>
                  </a:lnTo>
                  <a:close/>
                </a:path>
                <a:path w="227330" h="84454">
                  <a:moveTo>
                    <a:pt x="226707" y="42672"/>
                  </a:moveTo>
                  <a:lnTo>
                    <a:pt x="225488" y="34124"/>
                  </a:lnTo>
                  <a:lnTo>
                    <a:pt x="223050" y="25615"/>
                  </a:lnTo>
                  <a:lnTo>
                    <a:pt x="219392" y="18288"/>
                  </a:lnTo>
                  <a:lnTo>
                    <a:pt x="219392" y="42672"/>
                  </a:lnTo>
                  <a:lnTo>
                    <a:pt x="218173" y="48742"/>
                  </a:lnTo>
                  <a:lnTo>
                    <a:pt x="191376" y="76796"/>
                  </a:lnTo>
                  <a:lnTo>
                    <a:pt x="177952" y="76796"/>
                  </a:lnTo>
                  <a:lnTo>
                    <a:pt x="149936" y="48742"/>
                  </a:lnTo>
                  <a:lnTo>
                    <a:pt x="149936" y="35344"/>
                  </a:lnTo>
                  <a:lnTo>
                    <a:pt x="177952" y="8559"/>
                  </a:lnTo>
                  <a:lnTo>
                    <a:pt x="184061" y="7327"/>
                  </a:lnTo>
                  <a:lnTo>
                    <a:pt x="216954" y="29235"/>
                  </a:lnTo>
                  <a:lnTo>
                    <a:pt x="219392" y="42672"/>
                  </a:lnTo>
                  <a:lnTo>
                    <a:pt x="219392" y="18288"/>
                  </a:lnTo>
                  <a:lnTo>
                    <a:pt x="184061" y="0"/>
                  </a:lnTo>
                  <a:lnTo>
                    <a:pt x="175514" y="1219"/>
                  </a:lnTo>
                  <a:lnTo>
                    <a:pt x="145059" y="25615"/>
                  </a:lnTo>
                  <a:lnTo>
                    <a:pt x="142621" y="34124"/>
                  </a:lnTo>
                  <a:lnTo>
                    <a:pt x="142621" y="51181"/>
                  </a:lnTo>
                  <a:lnTo>
                    <a:pt x="168198" y="81635"/>
                  </a:lnTo>
                  <a:lnTo>
                    <a:pt x="175514" y="84086"/>
                  </a:lnTo>
                  <a:lnTo>
                    <a:pt x="192595" y="84086"/>
                  </a:lnTo>
                  <a:lnTo>
                    <a:pt x="223050" y="58508"/>
                  </a:lnTo>
                  <a:lnTo>
                    <a:pt x="225488" y="51181"/>
                  </a:lnTo>
                  <a:lnTo>
                    <a:pt x="226707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66972" y="1999055"/>
              <a:ext cx="84095" cy="8412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7128" y="2665737"/>
              <a:ext cx="84104" cy="8408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-855" y="2380547"/>
              <a:ext cx="85321" cy="8408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-855" y="2523142"/>
              <a:ext cx="85321" cy="8408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66972" y="2632789"/>
              <a:ext cx="84095" cy="8412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64532" y="2780273"/>
              <a:ext cx="84095" cy="8408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794" y="1752409"/>
              <a:ext cx="1808480" cy="454025"/>
            </a:xfrm>
            <a:custGeom>
              <a:avLst/>
              <a:gdLst/>
              <a:ahLst/>
              <a:cxnLst/>
              <a:rect l="l" t="t" r="r" b="b"/>
              <a:pathLst>
                <a:path w="1808480" h="454025">
                  <a:moveTo>
                    <a:pt x="346176" y="446557"/>
                  </a:moveTo>
                  <a:lnTo>
                    <a:pt x="0" y="446557"/>
                  </a:lnTo>
                  <a:lnTo>
                    <a:pt x="0" y="453872"/>
                  </a:lnTo>
                  <a:lnTo>
                    <a:pt x="346176" y="453872"/>
                  </a:lnTo>
                  <a:lnTo>
                    <a:pt x="346176" y="446557"/>
                  </a:lnTo>
                  <a:close/>
                </a:path>
                <a:path w="1808480" h="454025">
                  <a:moveTo>
                    <a:pt x="346176" y="302742"/>
                  </a:moveTo>
                  <a:lnTo>
                    <a:pt x="0" y="302742"/>
                  </a:lnTo>
                  <a:lnTo>
                    <a:pt x="0" y="310057"/>
                  </a:lnTo>
                  <a:lnTo>
                    <a:pt x="346176" y="310057"/>
                  </a:lnTo>
                  <a:lnTo>
                    <a:pt x="346176" y="302742"/>
                  </a:lnTo>
                  <a:close/>
                </a:path>
                <a:path w="1808480" h="454025">
                  <a:moveTo>
                    <a:pt x="346176" y="160147"/>
                  </a:moveTo>
                  <a:lnTo>
                    <a:pt x="0" y="160147"/>
                  </a:lnTo>
                  <a:lnTo>
                    <a:pt x="0" y="167462"/>
                  </a:lnTo>
                  <a:lnTo>
                    <a:pt x="346176" y="167462"/>
                  </a:lnTo>
                  <a:lnTo>
                    <a:pt x="346176" y="160147"/>
                  </a:lnTo>
                  <a:close/>
                </a:path>
                <a:path w="1808480" h="454025">
                  <a:moveTo>
                    <a:pt x="1714639" y="146164"/>
                  </a:moveTo>
                  <a:lnTo>
                    <a:pt x="1714398" y="146164"/>
                  </a:lnTo>
                  <a:lnTo>
                    <a:pt x="1714398" y="144894"/>
                  </a:lnTo>
                  <a:lnTo>
                    <a:pt x="1713738" y="144894"/>
                  </a:lnTo>
                  <a:lnTo>
                    <a:pt x="1713738" y="143624"/>
                  </a:lnTo>
                  <a:lnTo>
                    <a:pt x="1183665" y="143624"/>
                  </a:lnTo>
                  <a:lnTo>
                    <a:pt x="1183665" y="144894"/>
                  </a:lnTo>
                  <a:lnTo>
                    <a:pt x="1183563" y="146164"/>
                  </a:lnTo>
                  <a:lnTo>
                    <a:pt x="1183563" y="148704"/>
                  </a:lnTo>
                  <a:lnTo>
                    <a:pt x="1184046" y="148704"/>
                  </a:lnTo>
                  <a:lnTo>
                    <a:pt x="1184046" y="149974"/>
                  </a:lnTo>
                  <a:lnTo>
                    <a:pt x="1713484" y="149974"/>
                  </a:lnTo>
                  <a:lnTo>
                    <a:pt x="1713484" y="148704"/>
                  </a:lnTo>
                  <a:lnTo>
                    <a:pt x="1714639" y="148704"/>
                  </a:lnTo>
                  <a:lnTo>
                    <a:pt x="1714639" y="146164"/>
                  </a:lnTo>
                  <a:close/>
                </a:path>
                <a:path w="1808480" h="454025">
                  <a:moveTo>
                    <a:pt x="1808378" y="3810"/>
                  </a:moveTo>
                  <a:lnTo>
                    <a:pt x="1808060" y="3810"/>
                  </a:lnTo>
                  <a:lnTo>
                    <a:pt x="1808060" y="1270"/>
                  </a:lnTo>
                  <a:lnTo>
                    <a:pt x="1805546" y="1270"/>
                  </a:lnTo>
                  <a:lnTo>
                    <a:pt x="1805546" y="0"/>
                  </a:lnTo>
                  <a:lnTo>
                    <a:pt x="1186738" y="0"/>
                  </a:lnTo>
                  <a:lnTo>
                    <a:pt x="1186738" y="1270"/>
                  </a:lnTo>
                  <a:lnTo>
                    <a:pt x="1183563" y="1270"/>
                  </a:lnTo>
                  <a:lnTo>
                    <a:pt x="1183563" y="3810"/>
                  </a:lnTo>
                  <a:lnTo>
                    <a:pt x="1183563" y="6350"/>
                  </a:lnTo>
                  <a:lnTo>
                    <a:pt x="1184770" y="6350"/>
                  </a:lnTo>
                  <a:lnTo>
                    <a:pt x="1184770" y="7620"/>
                  </a:lnTo>
                  <a:lnTo>
                    <a:pt x="1806854" y="7620"/>
                  </a:lnTo>
                  <a:lnTo>
                    <a:pt x="1806854" y="6350"/>
                  </a:lnTo>
                  <a:lnTo>
                    <a:pt x="1808378" y="6350"/>
                  </a:lnTo>
                  <a:lnTo>
                    <a:pt x="1808378" y="381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09799" y="501243"/>
              <a:ext cx="84143" cy="8408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46532" y="1549"/>
              <a:ext cx="989965" cy="991235"/>
            </a:xfrm>
            <a:custGeom>
              <a:avLst/>
              <a:gdLst/>
              <a:ahLst/>
              <a:cxnLst/>
              <a:rect l="l" t="t" r="r" b="b"/>
              <a:pathLst>
                <a:path w="989965" h="991235">
                  <a:moveTo>
                    <a:pt x="282778" y="569163"/>
                  </a:moveTo>
                  <a:lnTo>
                    <a:pt x="281559" y="566724"/>
                  </a:lnTo>
                  <a:lnTo>
                    <a:pt x="279120" y="565492"/>
                  </a:lnTo>
                  <a:lnTo>
                    <a:pt x="276682" y="566724"/>
                  </a:lnTo>
                  <a:lnTo>
                    <a:pt x="1219" y="843407"/>
                  </a:lnTo>
                  <a:lnTo>
                    <a:pt x="0" y="845794"/>
                  </a:lnTo>
                  <a:lnTo>
                    <a:pt x="1219" y="848245"/>
                  </a:lnTo>
                  <a:lnTo>
                    <a:pt x="3644" y="849464"/>
                  </a:lnTo>
                  <a:lnTo>
                    <a:pt x="6096" y="848245"/>
                  </a:lnTo>
                  <a:lnTo>
                    <a:pt x="281559" y="572833"/>
                  </a:lnTo>
                  <a:lnTo>
                    <a:pt x="282778" y="569163"/>
                  </a:lnTo>
                  <a:close/>
                </a:path>
                <a:path w="989965" h="991235">
                  <a:moveTo>
                    <a:pt x="706970" y="3670"/>
                  </a:moveTo>
                  <a:lnTo>
                    <a:pt x="705751" y="1231"/>
                  </a:lnTo>
                  <a:lnTo>
                    <a:pt x="703313" y="0"/>
                  </a:lnTo>
                  <a:lnTo>
                    <a:pt x="700874" y="1231"/>
                  </a:lnTo>
                  <a:lnTo>
                    <a:pt x="1219" y="700811"/>
                  </a:lnTo>
                  <a:lnTo>
                    <a:pt x="0" y="703249"/>
                  </a:lnTo>
                  <a:lnTo>
                    <a:pt x="1219" y="705650"/>
                  </a:lnTo>
                  <a:lnTo>
                    <a:pt x="3644" y="706869"/>
                  </a:lnTo>
                  <a:lnTo>
                    <a:pt x="6096" y="705650"/>
                  </a:lnTo>
                  <a:lnTo>
                    <a:pt x="705751" y="6121"/>
                  </a:lnTo>
                  <a:lnTo>
                    <a:pt x="706970" y="3670"/>
                  </a:lnTo>
                  <a:close/>
                </a:path>
                <a:path w="989965" h="991235">
                  <a:moveTo>
                    <a:pt x="989761" y="4889"/>
                  </a:moveTo>
                  <a:lnTo>
                    <a:pt x="988542" y="2451"/>
                  </a:lnTo>
                  <a:lnTo>
                    <a:pt x="986104" y="1231"/>
                  </a:lnTo>
                  <a:lnTo>
                    <a:pt x="983653" y="2451"/>
                  </a:lnTo>
                  <a:lnTo>
                    <a:pt x="1219" y="984783"/>
                  </a:lnTo>
                  <a:lnTo>
                    <a:pt x="0" y="987171"/>
                  </a:lnTo>
                  <a:lnTo>
                    <a:pt x="1219" y="990841"/>
                  </a:lnTo>
                  <a:lnTo>
                    <a:pt x="6096" y="990841"/>
                  </a:lnTo>
                  <a:lnTo>
                    <a:pt x="988542" y="8559"/>
                  </a:lnTo>
                  <a:lnTo>
                    <a:pt x="989761" y="4889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09799" y="3198282"/>
              <a:ext cx="84143" cy="8412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-850" y="3122764"/>
              <a:ext cx="870585" cy="914400"/>
            </a:xfrm>
            <a:custGeom>
              <a:avLst/>
              <a:gdLst/>
              <a:ahLst/>
              <a:cxnLst/>
              <a:rect l="l" t="t" r="r" b="b"/>
              <a:pathLst>
                <a:path w="870585" h="914400">
                  <a:moveTo>
                    <a:pt x="628942" y="3619"/>
                  </a:moveTo>
                  <a:lnTo>
                    <a:pt x="627722" y="1219"/>
                  </a:lnTo>
                  <a:lnTo>
                    <a:pt x="625284" y="0"/>
                  </a:lnTo>
                  <a:lnTo>
                    <a:pt x="622846" y="1219"/>
                  </a:lnTo>
                  <a:lnTo>
                    <a:pt x="1206" y="622731"/>
                  </a:lnTo>
                  <a:lnTo>
                    <a:pt x="0" y="626402"/>
                  </a:lnTo>
                  <a:lnTo>
                    <a:pt x="1206" y="628840"/>
                  </a:lnTo>
                  <a:lnTo>
                    <a:pt x="3644" y="630072"/>
                  </a:lnTo>
                  <a:lnTo>
                    <a:pt x="6083" y="628840"/>
                  </a:lnTo>
                  <a:lnTo>
                    <a:pt x="627722" y="6057"/>
                  </a:lnTo>
                  <a:lnTo>
                    <a:pt x="628942" y="3619"/>
                  </a:lnTo>
                  <a:close/>
                </a:path>
                <a:path w="870585" h="914400">
                  <a:moveTo>
                    <a:pt x="630161" y="144983"/>
                  </a:moveTo>
                  <a:lnTo>
                    <a:pt x="628942" y="142595"/>
                  </a:lnTo>
                  <a:lnTo>
                    <a:pt x="626503" y="141376"/>
                  </a:lnTo>
                  <a:lnTo>
                    <a:pt x="624065" y="142595"/>
                  </a:lnTo>
                  <a:lnTo>
                    <a:pt x="1206" y="765327"/>
                  </a:lnTo>
                  <a:lnTo>
                    <a:pt x="0" y="767778"/>
                  </a:lnTo>
                  <a:lnTo>
                    <a:pt x="1206" y="770216"/>
                  </a:lnTo>
                  <a:lnTo>
                    <a:pt x="3644" y="771436"/>
                  </a:lnTo>
                  <a:lnTo>
                    <a:pt x="6083" y="770216"/>
                  </a:lnTo>
                  <a:lnTo>
                    <a:pt x="628942" y="147434"/>
                  </a:lnTo>
                  <a:lnTo>
                    <a:pt x="630161" y="144983"/>
                  </a:lnTo>
                  <a:close/>
                </a:path>
                <a:path w="870585" h="914400">
                  <a:moveTo>
                    <a:pt x="870305" y="43853"/>
                  </a:moveTo>
                  <a:lnTo>
                    <a:pt x="864196" y="43853"/>
                  </a:lnTo>
                  <a:lnTo>
                    <a:pt x="1206" y="907923"/>
                  </a:lnTo>
                  <a:lnTo>
                    <a:pt x="0" y="910374"/>
                  </a:lnTo>
                  <a:lnTo>
                    <a:pt x="1206" y="912812"/>
                  </a:lnTo>
                  <a:lnTo>
                    <a:pt x="3644" y="914031"/>
                  </a:lnTo>
                  <a:lnTo>
                    <a:pt x="6083" y="912812"/>
                  </a:lnTo>
                  <a:lnTo>
                    <a:pt x="870305" y="49961"/>
                  </a:lnTo>
                  <a:lnTo>
                    <a:pt x="870305" y="4385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11134" y="1780933"/>
              <a:ext cx="109689" cy="10964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31720" y="2064902"/>
              <a:ext cx="110890" cy="11086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31720" y="1912530"/>
              <a:ext cx="110890" cy="11091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29280" y="1154482"/>
              <a:ext cx="113330" cy="214503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11124" y="1412836"/>
              <a:ext cx="1655445" cy="1383665"/>
            </a:xfrm>
            <a:custGeom>
              <a:avLst/>
              <a:gdLst/>
              <a:ahLst/>
              <a:cxnLst/>
              <a:rect l="l" t="t" r="r" b="b"/>
              <a:pathLst>
                <a:path w="1655445" h="1383664">
                  <a:moveTo>
                    <a:pt x="570433" y="1377226"/>
                  </a:moveTo>
                  <a:lnTo>
                    <a:pt x="6096" y="812901"/>
                  </a:lnTo>
                  <a:lnTo>
                    <a:pt x="4876" y="811733"/>
                  </a:lnTo>
                  <a:lnTo>
                    <a:pt x="3657" y="811733"/>
                  </a:lnTo>
                  <a:lnTo>
                    <a:pt x="1219" y="812901"/>
                  </a:lnTo>
                  <a:lnTo>
                    <a:pt x="0" y="815340"/>
                  </a:lnTo>
                  <a:lnTo>
                    <a:pt x="0" y="816571"/>
                  </a:lnTo>
                  <a:lnTo>
                    <a:pt x="564337" y="1382064"/>
                  </a:lnTo>
                  <a:lnTo>
                    <a:pt x="566775" y="1383284"/>
                  </a:lnTo>
                  <a:lnTo>
                    <a:pt x="570433" y="1382064"/>
                  </a:lnTo>
                  <a:lnTo>
                    <a:pt x="570433" y="1377226"/>
                  </a:lnTo>
                  <a:close/>
                </a:path>
                <a:path w="1655445" h="1383664">
                  <a:moveTo>
                    <a:pt x="704024" y="1008113"/>
                  </a:moveTo>
                  <a:lnTo>
                    <a:pt x="702462" y="1008113"/>
                  </a:lnTo>
                  <a:lnTo>
                    <a:pt x="702462" y="1006843"/>
                  </a:lnTo>
                  <a:lnTo>
                    <a:pt x="492061" y="1006843"/>
                  </a:lnTo>
                  <a:lnTo>
                    <a:pt x="492061" y="1008113"/>
                  </a:lnTo>
                  <a:lnTo>
                    <a:pt x="490474" y="1008113"/>
                  </a:lnTo>
                  <a:lnTo>
                    <a:pt x="490474" y="1010653"/>
                  </a:lnTo>
                  <a:lnTo>
                    <a:pt x="490791" y="1010653"/>
                  </a:lnTo>
                  <a:lnTo>
                    <a:pt x="490791" y="1013193"/>
                  </a:lnTo>
                  <a:lnTo>
                    <a:pt x="493306" y="1013193"/>
                  </a:lnTo>
                  <a:lnTo>
                    <a:pt x="493306" y="1014463"/>
                  </a:lnTo>
                  <a:lnTo>
                    <a:pt x="701243" y="1014463"/>
                  </a:lnTo>
                  <a:lnTo>
                    <a:pt x="701243" y="1013193"/>
                  </a:lnTo>
                  <a:lnTo>
                    <a:pt x="703719" y="1013193"/>
                  </a:lnTo>
                  <a:lnTo>
                    <a:pt x="703719" y="1010653"/>
                  </a:lnTo>
                  <a:lnTo>
                    <a:pt x="704024" y="1010653"/>
                  </a:lnTo>
                  <a:lnTo>
                    <a:pt x="704024" y="1008113"/>
                  </a:lnTo>
                  <a:close/>
                </a:path>
                <a:path w="1655445" h="1383664">
                  <a:moveTo>
                    <a:pt x="1102741" y="753910"/>
                  </a:moveTo>
                  <a:lnTo>
                    <a:pt x="1102220" y="753910"/>
                  </a:lnTo>
                  <a:lnTo>
                    <a:pt x="1102220" y="751370"/>
                  </a:lnTo>
                  <a:lnTo>
                    <a:pt x="933704" y="751370"/>
                  </a:lnTo>
                  <a:lnTo>
                    <a:pt x="933704" y="753910"/>
                  </a:lnTo>
                  <a:lnTo>
                    <a:pt x="933704" y="756450"/>
                  </a:lnTo>
                  <a:lnTo>
                    <a:pt x="934339" y="756450"/>
                  </a:lnTo>
                  <a:lnTo>
                    <a:pt x="934339" y="757732"/>
                  </a:lnTo>
                  <a:lnTo>
                    <a:pt x="1101471" y="757732"/>
                  </a:lnTo>
                  <a:lnTo>
                    <a:pt x="1101471" y="756450"/>
                  </a:lnTo>
                  <a:lnTo>
                    <a:pt x="1102741" y="756450"/>
                  </a:lnTo>
                  <a:lnTo>
                    <a:pt x="1102741" y="753910"/>
                  </a:lnTo>
                  <a:close/>
                </a:path>
                <a:path w="1655445" h="1383664">
                  <a:moveTo>
                    <a:pt x="1110107" y="867029"/>
                  </a:moveTo>
                  <a:lnTo>
                    <a:pt x="1108964" y="867029"/>
                  </a:lnTo>
                  <a:lnTo>
                    <a:pt x="1108964" y="865759"/>
                  </a:lnTo>
                  <a:lnTo>
                    <a:pt x="491477" y="865759"/>
                  </a:lnTo>
                  <a:lnTo>
                    <a:pt x="491477" y="867029"/>
                  </a:lnTo>
                  <a:lnTo>
                    <a:pt x="490334" y="867029"/>
                  </a:lnTo>
                  <a:lnTo>
                    <a:pt x="490334" y="869569"/>
                  </a:lnTo>
                  <a:lnTo>
                    <a:pt x="490613" y="869569"/>
                  </a:lnTo>
                  <a:lnTo>
                    <a:pt x="490613" y="870851"/>
                  </a:lnTo>
                  <a:lnTo>
                    <a:pt x="491350" y="870851"/>
                  </a:lnTo>
                  <a:lnTo>
                    <a:pt x="491350" y="872121"/>
                  </a:lnTo>
                  <a:lnTo>
                    <a:pt x="1109091" y="872121"/>
                  </a:lnTo>
                  <a:lnTo>
                    <a:pt x="1109091" y="870851"/>
                  </a:lnTo>
                  <a:lnTo>
                    <a:pt x="1109827" y="870851"/>
                  </a:lnTo>
                  <a:lnTo>
                    <a:pt x="1109827" y="869569"/>
                  </a:lnTo>
                  <a:lnTo>
                    <a:pt x="1110107" y="869569"/>
                  </a:lnTo>
                  <a:lnTo>
                    <a:pt x="1110107" y="867029"/>
                  </a:lnTo>
                  <a:close/>
                </a:path>
                <a:path w="1655445" h="1383664">
                  <a:moveTo>
                    <a:pt x="1655279" y="182829"/>
                  </a:moveTo>
                  <a:lnTo>
                    <a:pt x="1654060" y="174332"/>
                  </a:lnTo>
                  <a:lnTo>
                    <a:pt x="1651622" y="166992"/>
                  </a:lnTo>
                  <a:lnTo>
                    <a:pt x="1647952" y="159664"/>
                  </a:lnTo>
                  <a:lnTo>
                    <a:pt x="1647952" y="175552"/>
                  </a:lnTo>
                  <a:lnTo>
                    <a:pt x="1647952" y="190169"/>
                  </a:lnTo>
                  <a:lnTo>
                    <a:pt x="1619935" y="216954"/>
                  </a:lnTo>
                  <a:lnTo>
                    <a:pt x="1613839" y="218173"/>
                  </a:lnTo>
                  <a:lnTo>
                    <a:pt x="1580946" y="196227"/>
                  </a:lnTo>
                  <a:lnTo>
                    <a:pt x="1578508" y="182829"/>
                  </a:lnTo>
                  <a:lnTo>
                    <a:pt x="1579727" y="175552"/>
                  </a:lnTo>
                  <a:lnTo>
                    <a:pt x="1606524" y="148717"/>
                  </a:lnTo>
                  <a:lnTo>
                    <a:pt x="1619935" y="148717"/>
                  </a:lnTo>
                  <a:lnTo>
                    <a:pt x="1647952" y="175552"/>
                  </a:lnTo>
                  <a:lnTo>
                    <a:pt x="1647952" y="159664"/>
                  </a:lnTo>
                  <a:lnTo>
                    <a:pt x="1643075" y="153593"/>
                  </a:lnTo>
                  <a:lnTo>
                    <a:pt x="1638198" y="148717"/>
                  </a:lnTo>
                  <a:lnTo>
                    <a:pt x="1636979" y="147485"/>
                  </a:lnTo>
                  <a:lnTo>
                    <a:pt x="1629702" y="143827"/>
                  </a:lnTo>
                  <a:lnTo>
                    <a:pt x="1622386" y="141376"/>
                  </a:lnTo>
                  <a:lnTo>
                    <a:pt x="1605292" y="141376"/>
                  </a:lnTo>
                  <a:lnTo>
                    <a:pt x="1574838" y="166992"/>
                  </a:lnTo>
                  <a:lnTo>
                    <a:pt x="1571663" y="179425"/>
                  </a:lnTo>
                  <a:lnTo>
                    <a:pt x="1370761" y="179425"/>
                  </a:lnTo>
                  <a:lnTo>
                    <a:pt x="1370050" y="174332"/>
                  </a:lnTo>
                  <a:lnTo>
                    <a:pt x="1367612" y="166992"/>
                  </a:lnTo>
                  <a:lnTo>
                    <a:pt x="1363941" y="159664"/>
                  </a:lnTo>
                  <a:lnTo>
                    <a:pt x="1363941" y="182829"/>
                  </a:lnTo>
                  <a:lnTo>
                    <a:pt x="1362722" y="190169"/>
                  </a:lnTo>
                  <a:lnTo>
                    <a:pt x="1328610" y="218173"/>
                  </a:lnTo>
                  <a:lnTo>
                    <a:pt x="1321282" y="216954"/>
                  </a:lnTo>
                  <a:lnTo>
                    <a:pt x="1293279" y="182829"/>
                  </a:lnTo>
                  <a:lnTo>
                    <a:pt x="1294498" y="175552"/>
                  </a:lnTo>
                  <a:lnTo>
                    <a:pt x="1299375" y="163322"/>
                  </a:lnTo>
                  <a:lnTo>
                    <a:pt x="1304251" y="158483"/>
                  </a:lnTo>
                  <a:lnTo>
                    <a:pt x="1309090" y="153593"/>
                  </a:lnTo>
                  <a:lnTo>
                    <a:pt x="1321282" y="148717"/>
                  </a:lnTo>
                  <a:lnTo>
                    <a:pt x="1335925" y="148717"/>
                  </a:lnTo>
                  <a:lnTo>
                    <a:pt x="1348130" y="153593"/>
                  </a:lnTo>
                  <a:lnTo>
                    <a:pt x="1357845" y="163322"/>
                  </a:lnTo>
                  <a:lnTo>
                    <a:pt x="1362722" y="175552"/>
                  </a:lnTo>
                  <a:lnTo>
                    <a:pt x="1363941" y="182829"/>
                  </a:lnTo>
                  <a:lnTo>
                    <a:pt x="1363941" y="159664"/>
                  </a:lnTo>
                  <a:lnTo>
                    <a:pt x="1359065" y="153593"/>
                  </a:lnTo>
                  <a:lnTo>
                    <a:pt x="1353248" y="148717"/>
                  </a:lnTo>
                  <a:lnTo>
                    <a:pt x="1351788" y="147485"/>
                  </a:lnTo>
                  <a:lnTo>
                    <a:pt x="1345692" y="143827"/>
                  </a:lnTo>
                  <a:lnTo>
                    <a:pt x="1337144" y="141376"/>
                  </a:lnTo>
                  <a:lnTo>
                    <a:pt x="1320063" y="141376"/>
                  </a:lnTo>
                  <a:lnTo>
                    <a:pt x="1289608" y="166992"/>
                  </a:lnTo>
                  <a:lnTo>
                    <a:pt x="1285951" y="182829"/>
                  </a:lnTo>
                  <a:lnTo>
                    <a:pt x="1287170" y="191389"/>
                  </a:lnTo>
                  <a:lnTo>
                    <a:pt x="1312748" y="221843"/>
                  </a:lnTo>
                  <a:lnTo>
                    <a:pt x="1328610" y="225513"/>
                  </a:lnTo>
                  <a:lnTo>
                    <a:pt x="1337144" y="224282"/>
                  </a:lnTo>
                  <a:lnTo>
                    <a:pt x="1367612" y="199898"/>
                  </a:lnTo>
                  <a:lnTo>
                    <a:pt x="1370660" y="187045"/>
                  </a:lnTo>
                  <a:lnTo>
                    <a:pt x="1571777" y="187045"/>
                  </a:lnTo>
                  <a:lnTo>
                    <a:pt x="1596758" y="221843"/>
                  </a:lnTo>
                  <a:lnTo>
                    <a:pt x="1613839" y="225513"/>
                  </a:lnTo>
                  <a:lnTo>
                    <a:pt x="1622386" y="224282"/>
                  </a:lnTo>
                  <a:lnTo>
                    <a:pt x="1654060" y="191389"/>
                  </a:lnTo>
                  <a:lnTo>
                    <a:pt x="1655279" y="182829"/>
                  </a:lnTo>
                  <a:close/>
                </a:path>
                <a:path w="1655445" h="1383664">
                  <a:moveTo>
                    <a:pt x="1655279" y="41465"/>
                  </a:moveTo>
                  <a:lnTo>
                    <a:pt x="1654060" y="32956"/>
                  </a:lnTo>
                  <a:lnTo>
                    <a:pt x="1651622" y="25615"/>
                  </a:lnTo>
                  <a:lnTo>
                    <a:pt x="1647952" y="18288"/>
                  </a:lnTo>
                  <a:lnTo>
                    <a:pt x="1647952" y="35344"/>
                  </a:lnTo>
                  <a:lnTo>
                    <a:pt x="1647952" y="48793"/>
                  </a:lnTo>
                  <a:lnTo>
                    <a:pt x="1645513" y="56070"/>
                  </a:lnTo>
                  <a:lnTo>
                    <a:pt x="1641856" y="60960"/>
                  </a:lnTo>
                  <a:lnTo>
                    <a:pt x="1638198" y="67068"/>
                  </a:lnTo>
                  <a:lnTo>
                    <a:pt x="1633308" y="70688"/>
                  </a:lnTo>
                  <a:lnTo>
                    <a:pt x="1627263" y="74358"/>
                  </a:lnTo>
                  <a:lnTo>
                    <a:pt x="1619935" y="75577"/>
                  </a:lnTo>
                  <a:lnTo>
                    <a:pt x="1613839" y="76796"/>
                  </a:lnTo>
                  <a:lnTo>
                    <a:pt x="1599196" y="74358"/>
                  </a:lnTo>
                  <a:lnTo>
                    <a:pt x="1594319" y="70688"/>
                  </a:lnTo>
                  <a:lnTo>
                    <a:pt x="1588211" y="67068"/>
                  </a:lnTo>
                  <a:lnTo>
                    <a:pt x="1584604" y="60960"/>
                  </a:lnTo>
                  <a:lnTo>
                    <a:pt x="1580946" y="56070"/>
                  </a:lnTo>
                  <a:lnTo>
                    <a:pt x="1578508" y="41465"/>
                  </a:lnTo>
                  <a:lnTo>
                    <a:pt x="1579727" y="35344"/>
                  </a:lnTo>
                  <a:lnTo>
                    <a:pt x="1580946" y="28067"/>
                  </a:lnTo>
                  <a:lnTo>
                    <a:pt x="1584604" y="21958"/>
                  </a:lnTo>
                  <a:lnTo>
                    <a:pt x="1588211" y="17119"/>
                  </a:lnTo>
                  <a:lnTo>
                    <a:pt x="1594319" y="13449"/>
                  </a:lnTo>
                  <a:lnTo>
                    <a:pt x="1599196" y="9779"/>
                  </a:lnTo>
                  <a:lnTo>
                    <a:pt x="1606524" y="7340"/>
                  </a:lnTo>
                  <a:lnTo>
                    <a:pt x="1619935" y="7340"/>
                  </a:lnTo>
                  <a:lnTo>
                    <a:pt x="1647952" y="35344"/>
                  </a:lnTo>
                  <a:lnTo>
                    <a:pt x="1647952" y="18288"/>
                  </a:lnTo>
                  <a:lnTo>
                    <a:pt x="1613839" y="0"/>
                  </a:lnTo>
                  <a:lnTo>
                    <a:pt x="1605292" y="1231"/>
                  </a:lnTo>
                  <a:lnTo>
                    <a:pt x="1574838" y="25615"/>
                  </a:lnTo>
                  <a:lnTo>
                    <a:pt x="1571612" y="38341"/>
                  </a:lnTo>
                  <a:lnTo>
                    <a:pt x="1370799" y="38341"/>
                  </a:lnTo>
                  <a:lnTo>
                    <a:pt x="1370050" y="32956"/>
                  </a:lnTo>
                  <a:lnTo>
                    <a:pt x="1367612" y="25615"/>
                  </a:lnTo>
                  <a:lnTo>
                    <a:pt x="1363941" y="18288"/>
                  </a:lnTo>
                  <a:lnTo>
                    <a:pt x="1363941" y="41465"/>
                  </a:lnTo>
                  <a:lnTo>
                    <a:pt x="1362722" y="48793"/>
                  </a:lnTo>
                  <a:lnTo>
                    <a:pt x="1328610" y="76796"/>
                  </a:lnTo>
                  <a:lnTo>
                    <a:pt x="1321282" y="75577"/>
                  </a:lnTo>
                  <a:lnTo>
                    <a:pt x="1293279" y="41465"/>
                  </a:lnTo>
                  <a:lnTo>
                    <a:pt x="1294498" y="35344"/>
                  </a:lnTo>
                  <a:lnTo>
                    <a:pt x="1321282" y="7340"/>
                  </a:lnTo>
                  <a:lnTo>
                    <a:pt x="1335925" y="7340"/>
                  </a:lnTo>
                  <a:lnTo>
                    <a:pt x="1362722" y="35344"/>
                  </a:lnTo>
                  <a:lnTo>
                    <a:pt x="1363941" y="41465"/>
                  </a:lnTo>
                  <a:lnTo>
                    <a:pt x="1363941" y="18288"/>
                  </a:lnTo>
                  <a:lnTo>
                    <a:pt x="1328610" y="0"/>
                  </a:lnTo>
                  <a:lnTo>
                    <a:pt x="1320063" y="1231"/>
                  </a:lnTo>
                  <a:lnTo>
                    <a:pt x="1289608" y="25615"/>
                  </a:lnTo>
                  <a:lnTo>
                    <a:pt x="1285951" y="41465"/>
                  </a:lnTo>
                  <a:lnTo>
                    <a:pt x="1287170" y="50012"/>
                  </a:lnTo>
                  <a:lnTo>
                    <a:pt x="1312748" y="80467"/>
                  </a:lnTo>
                  <a:lnTo>
                    <a:pt x="1328610" y="84137"/>
                  </a:lnTo>
                  <a:lnTo>
                    <a:pt x="1337144" y="82918"/>
                  </a:lnTo>
                  <a:lnTo>
                    <a:pt x="1367612" y="58521"/>
                  </a:lnTo>
                  <a:lnTo>
                    <a:pt x="1370799" y="44691"/>
                  </a:lnTo>
                  <a:lnTo>
                    <a:pt x="1571637" y="44691"/>
                  </a:lnTo>
                  <a:lnTo>
                    <a:pt x="1596758" y="80467"/>
                  </a:lnTo>
                  <a:lnTo>
                    <a:pt x="1613839" y="84137"/>
                  </a:lnTo>
                  <a:lnTo>
                    <a:pt x="1622386" y="82918"/>
                  </a:lnTo>
                  <a:lnTo>
                    <a:pt x="1654060" y="50012"/>
                  </a:lnTo>
                  <a:lnTo>
                    <a:pt x="1655279" y="41465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11134" y="2365931"/>
              <a:ext cx="216968" cy="21689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11124" y="2083193"/>
              <a:ext cx="1035050" cy="954405"/>
            </a:xfrm>
            <a:custGeom>
              <a:avLst/>
              <a:gdLst/>
              <a:ahLst/>
              <a:cxnLst/>
              <a:rect l="l" t="t" r="r" b="b"/>
              <a:pathLst>
                <a:path w="1035050" h="954405">
                  <a:moveTo>
                    <a:pt x="570433" y="565492"/>
                  </a:moveTo>
                  <a:lnTo>
                    <a:pt x="6096" y="1168"/>
                  </a:lnTo>
                  <a:lnTo>
                    <a:pt x="3657" y="0"/>
                  </a:lnTo>
                  <a:lnTo>
                    <a:pt x="1219" y="1168"/>
                  </a:lnTo>
                  <a:lnTo>
                    <a:pt x="0" y="3619"/>
                  </a:lnTo>
                  <a:lnTo>
                    <a:pt x="1219" y="6057"/>
                  </a:lnTo>
                  <a:lnTo>
                    <a:pt x="564337" y="570331"/>
                  </a:lnTo>
                  <a:lnTo>
                    <a:pt x="566775" y="571550"/>
                  </a:lnTo>
                  <a:lnTo>
                    <a:pt x="570433" y="570331"/>
                  </a:lnTo>
                  <a:lnTo>
                    <a:pt x="570433" y="565492"/>
                  </a:lnTo>
                  <a:close/>
                </a:path>
                <a:path w="1035050" h="954405">
                  <a:moveTo>
                    <a:pt x="1034834" y="950595"/>
                  </a:moveTo>
                  <a:lnTo>
                    <a:pt x="1033614" y="946937"/>
                  </a:lnTo>
                  <a:lnTo>
                    <a:pt x="922731" y="836015"/>
                  </a:lnTo>
                  <a:lnTo>
                    <a:pt x="920292" y="834796"/>
                  </a:lnTo>
                  <a:lnTo>
                    <a:pt x="917841" y="836015"/>
                  </a:lnTo>
                  <a:lnTo>
                    <a:pt x="916622" y="838454"/>
                  </a:lnTo>
                  <a:lnTo>
                    <a:pt x="917841" y="840905"/>
                  </a:lnTo>
                  <a:lnTo>
                    <a:pt x="1028738" y="953046"/>
                  </a:lnTo>
                  <a:lnTo>
                    <a:pt x="1031176" y="954265"/>
                  </a:lnTo>
                  <a:lnTo>
                    <a:pt x="1033614" y="953046"/>
                  </a:lnTo>
                  <a:lnTo>
                    <a:pt x="1034834" y="950595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07013" y="929028"/>
              <a:ext cx="458301" cy="16693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66796" y="2380547"/>
              <a:ext cx="85315" cy="8408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66796" y="2124589"/>
              <a:ext cx="85315" cy="8408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266786" y="2457805"/>
              <a:ext cx="85725" cy="474980"/>
            </a:xfrm>
            <a:custGeom>
              <a:avLst/>
              <a:gdLst/>
              <a:ahLst/>
              <a:cxnLst/>
              <a:rect l="l" t="t" r="r" b="b"/>
              <a:pathLst>
                <a:path w="85725" h="474980">
                  <a:moveTo>
                    <a:pt x="85318" y="432168"/>
                  </a:moveTo>
                  <a:lnTo>
                    <a:pt x="84099" y="423621"/>
                  </a:lnTo>
                  <a:lnTo>
                    <a:pt x="81661" y="416331"/>
                  </a:lnTo>
                  <a:lnTo>
                    <a:pt x="78041" y="409003"/>
                  </a:lnTo>
                  <a:lnTo>
                    <a:pt x="78041" y="432168"/>
                  </a:lnTo>
                  <a:lnTo>
                    <a:pt x="76822" y="439458"/>
                  </a:lnTo>
                  <a:lnTo>
                    <a:pt x="42659" y="467512"/>
                  </a:lnTo>
                  <a:lnTo>
                    <a:pt x="35344" y="466293"/>
                  </a:lnTo>
                  <a:lnTo>
                    <a:pt x="7327" y="432168"/>
                  </a:lnTo>
                  <a:lnTo>
                    <a:pt x="8547" y="426059"/>
                  </a:lnTo>
                  <a:lnTo>
                    <a:pt x="35344" y="398043"/>
                  </a:lnTo>
                  <a:lnTo>
                    <a:pt x="49987" y="398043"/>
                  </a:lnTo>
                  <a:lnTo>
                    <a:pt x="76822" y="426059"/>
                  </a:lnTo>
                  <a:lnTo>
                    <a:pt x="78041" y="432168"/>
                  </a:lnTo>
                  <a:lnTo>
                    <a:pt x="78041" y="409003"/>
                  </a:lnTo>
                  <a:lnTo>
                    <a:pt x="71945" y="402932"/>
                  </a:lnTo>
                  <a:lnTo>
                    <a:pt x="65849" y="398043"/>
                  </a:lnTo>
                  <a:lnTo>
                    <a:pt x="58521" y="393166"/>
                  </a:lnTo>
                  <a:lnTo>
                    <a:pt x="51206" y="390715"/>
                  </a:lnTo>
                  <a:lnTo>
                    <a:pt x="46316" y="390715"/>
                  </a:lnTo>
                  <a:lnTo>
                    <a:pt x="46316" y="2540"/>
                  </a:lnTo>
                  <a:lnTo>
                    <a:pt x="45694" y="2540"/>
                  </a:lnTo>
                  <a:lnTo>
                    <a:pt x="45694" y="1270"/>
                  </a:lnTo>
                  <a:lnTo>
                    <a:pt x="44945" y="1270"/>
                  </a:lnTo>
                  <a:lnTo>
                    <a:pt x="44945" y="0"/>
                  </a:lnTo>
                  <a:lnTo>
                    <a:pt x="40386" y="0"/>
                  </a:lnTo>
                  <a:lnTo>
                    <a:pt x="40386" y="1270"/>
                  </a:lnTo>
                  <a:lnTo>
                    <a:pt x="39624" y="1270"/>
                  </a:lnTo>
                  <a:lnTo>
                    <a:pt x="39624" y="2540"/>
                  </a:lnTo>
                  <a:lnTo>
                    <a:pt x="39001" y="2540"/>
                  </a:lnTo>
                  <a:lnTo>
                    <a:pt x="39001" y="390715"/>
                  </a:lnTo>
                  <a:lnTo>
                    <a:pt x="34124" y="390715"/>
                  </a:lnTo>
                  <a:lnTo>
                    <a:pt x="26847" y="393166"/>
                  </a:lnTo>
                  <a:lnTo>
                    <a:pt x="1219" y="423621"/>
                  </a:lnTo>
                  <a:lnTo>
                    <a:pt x="0" y="432168"/>
                  </a:lnTo>
                  <a:lnTo>
                    <a:pt x="1219" y="440677"/>
                  </a:lnTo>
                  <a:lnTo>
                    <a:pt x="26847" y="471182"/>
                  </a:lnTo>
                  <a:lnTo>
                    <a:pt x="42659" y="474802"/>
                  </a:lnTo>
                  <a:lnTo>
                    <a:pt x="51206" y="473621"/>
                  </a:lnTo>
                  <a:lnTo>
                    <a:pt x="81661" y="449237"/>
                  </a:lnTo>
                  <a:lnTo>
                    <a:pt x="84099" y="440677"/>
                  </a:lnTo>
                  <a:lnTo>
                    <a:pt x="85318" y="432168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552027" y="1088684"/>
              <a:ext cx="84095" cy="8408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09411" y="1088684"/>
              <a:ext cx="84095" cy="8408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266796" y="1088684"/>
              <a:ext cx="85315" cy="8408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552027" y="1556653"/>
              <a:ext cx="84095" cy="84129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09411" y="1556653"/>
              <a:ext cx="84095" cy="8412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266796" y="1556653"/>
              <a:ext cx="85315" cy="84129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862126" y="0"/>
              <a:ext cx="903605" cy="1721485"/>
            </a:xfrm>
            <a:custGeom>
              <a:avLst/>
              <a:gdLst/>
              <a:ahLst/>
              <a:cxnLst/>
              <a:rect l="l" t="t" r="r" b="b"/>
              <a:pathLst>
                <a:path w="903605" h="1721485">
                  <a:moveTo>
                    <a:pt x="7327" y="1631962"/>
                  </a:moveTo>
                  <a:lnTo>
                    <a:pt x="3695" y="1631962"/>
                  </a:lnTo>
                  <a:lnTo>
                    <a:pt x="3695" y="1630692"/>
                  </a:lnTo>
                  <a:lnTo>
                    <a:pt x="3632" y="1631962"/>
                  </a:lnTo>
                  <a:lnTo>
                    <a:pt x="876" y="1631962"/>
                  </a:lnTo>
                  <a:lnTo>
                    <a:pt x="876" y="1634502"/>
                  </a:lnTo>
                  <a:lnTo>
                    <a:pt x="0" y="1634502"/>
                  </a:lnTo>
                  <a:lnTo>
                    <a:pt x="0" y="1718398"/>
                  </a:lnTo>
                  <a:lnTo>
                    <a:pt x="596" y="1718398"/>
                  </a:lnTo>
                  <a:lnTo>
                    <a:pt x="596" y="1719668"/>
                  </a:lnTo>
                  <a:lnTo>
                    <a:pt x="1244" y="1719668"/>
                  </a:lnTo>
                  <a:lnTo>
                    <a:pt x="1244" y="1720938"/>
                  </a:lnTo>
                  <a:lnTo>
                    <a:pt x="7289" y="1720938"/>
                  </a:lnTo>
                  <a:lnTo>
                    <a:pt x="7289" y="1719668"/>
                  </a:lnTo>
                  <a:lnTo>
                    <a:pt x="7327" y="1718398"/>
                  </a:lnTo>
                  <a:lnTo>
                    <a:pt x="7327" y="1634502"/>
                  </a:lnTo>
                  <a:lnTo>
                    <a:pt x="7327" y="1631962"/>
                  </a:lnTo>
                  <a:close/>
                </a:path>
                <a:path w="903605" h="1721485">
                  <a:moveTo>
                    <a:pt x="149936" y="1634502"/>
                  </a:moveTo>
                  <a:lnTo>
                    <a:pt x="149059" y="1634502"/>
                  </a:lnTo>
                  <a:lnTo>
                    <a:pt x="149059" y="1631962"/>
                  </a:lnTo>
                  <a:lnTo>
                    <a:pt x="146304" y="1631962"/>
                  </a:lnTo>
                  <a:lnTo>
                    <a:pt x="146304" y="1630692"/>
                  </a:lnTo>
                  <a:lnTo>
                    <a:pt x="146253" y="1631962"/>
                  </a:lnTo>
                  <a:lnTo>
                    <a:pt x="143484" y="1631962"/>
                  </a:lnTo>
                  <a:lnTo>
                    <a:pt x="143484" y="1634502"/>
                  </a:lnTo>
                  <a:lnTo>
                    <a:pt x="142621" y="1634502"/>
                  </a:lnTo>
                  <a:lnTo>
                    <a:pt x="142621" y="1718398"/>
                  </a:lnTo>
                  <a:lnTo>
                    <a:pt x="143205" y="1718398"/>
                  </a:lnTo>
                  <a:lnTo>
                    <a:pt x="143205" y="1719668"/>
                  </a:lnTo>
                  <a:lnTo>
                    <a:pt x="143865" y="1719668"/>
                  </a:lnTo>
                  <a:lnTo>
                    <a:pt x="143865" y="1720938"/>
                  </a:lnTo>
                  <a:lnTo>
                    <a:pt x="148691" y="1720938"/>
                  </a:lnTo>
                  <a:lnTo>
                    <a:pt x="148691" y="1719668"/>
                  </a:lnTo>
                  <a:lnTo>
                    <a:pt x="149339" y="1719668"/>
                  </a:lnTo>
                  <a:lnTo>
                    <a:pt x="149339" y="1718398"/>
                  </a:lnTo>
                  <a:lnTo>
                    <a:pt x="149936" y="1718398"/>
                  </a:lnTo>
                  <a:lnTo>
                    <a:pt x="149936" y="1634502"/>
                  </a:lnTo>
                  <a:close/>
                </a:path>
                <a:path w="903605" h="1721485">
                  <a:moveTo>
                    <a:pt x="292557" y="1474355"/>
                  </a:moveTo>
                  <a:lnTo>
                    <a:pt x="292049" y="1474355"/>
                  </a:lnTo>
                  <a:lnTo>
                    <a:pt x="292049" y="1471815"/>
                  </a:lnTo>
                  <a:lnTo>
                    <a:pt x="290372" y="1471815"/>
                  </a:lnTo>
                  <a:lnTo>
                    <a:pt x="290372" y="1470545"/>
                  </a:lnTo>
                  <a:lnTo>
                    <a:pt x="287401" y="1470545"/>
                  </a:lnTo>
                  <a:lnTo>
                    <a:pt x="287401" y="1471815"/>
                  </a:lnTo>
                  <a:lnTo>
                    <a:pt x="285737" y="1471815"/>
                  </a:lnTo>
                  <a:lnTo>
                    <a:pt x="285737" y="1474355"/>
                  </a:lnTo>
                  <a:lnTo>
                    <a:pt x="285229" y="1474355"/>
                  </a:lnTo>
                  <a:lnTo>
                    <a:pt x="285229" y="1718398"/>
                  </a:lnTo>
                  <a:lnTo>
                    <a:pt x="285826" y="1718398"/>
                  </a:lnTo>
                  <a:lnTo>
                    <a:pt x="285826" y="1719668"/>
                  </a:lnTo>
                  <a:lnTo>
                    <a:pt x="286473" y="1719668"/>
                  </a:lnTo>
                  <a:lnTo>
                    <a:pt x="286473" y="1720938"/>
                  </a:lnTo>
                  <a:lnTo>
                    <a:pt x="291312" y="1720938"/>
                  </a:lnTo>
                  <a:lnTo>
                    <a:pt x="291312" y="1719668"/>
                  </a:lnTo>
                  <a:lnTo>
                    <a:pt x="291960" y="1719668"/>
                  </a:lnTo>
                  <a:lnTo>
                    <a:pt x="291960" y="1718398"/>
                  </a:lnTo>
                  <a:lnTo>
                    <a:pt x="292557" y="1718398"/>
                  </a:lnTo>
                  <a:lnTo>
                    <a:pt x="292557" y="1474355"/>
                  </a:lnTo>
                  <a:close/>
                </a:path>
                <a:path w="903605" h="1721485">
                  <a:moveTo>
                    <a:pt x="450977" y="1169327"/>
                  </a:moveTo>
                  <a:lnTo>
                    <a:pt x="450303" y="1169327"/>
                  </a:lnTo>
                  <a:lnTo>
                    <a:pt x="450303" y="1166774"/>
                  </a:lnTo>
                  <a:lnTo>
                    <a:pt x="448119" y="1166774"/>
                  </a:lnTo>
                  <a:lnTo>
                    <a:pt x="448119" y="1165504"/>
                  </a:lnTo>
                  <a:lnTo>
                    <a:pt x="446519" y="1165504"/>
                  </a:lnTo>
                  <a:lnTo>
                    <a:pt x="446519" y="1166774"/>
                  </a:lnTo>
                  <a:lnTo>
                    <a:pt x="444334" y="1166774"/>
                  </a:lnTo>
                  <a:lnTo>
                    <a:pt x="444334" y="1169327"/>
                  </a:lnTo>
                  <a:lnTo>
                    <a:pt x="443661" y="1169327"/>
                  </a:lnTo>
                  <a:lnTo>
                    <a:pt x="443661" y="1560791"/>
                  </a:lnTo>
                  <a:lnTo>
                    <a:pt x="450977" y="1560791"/>
                  </a:lnTo>
                  <a:lnTo>
                    <a:pt x="450977" y="1169327"/>
                  </a:lnTo>
                  <a:close/>
                </a:path>
                <a:path w="903605" h="1721485">
                  <a:moveTo>
                    <a:pt x="593598" y="1169327"/>
                  </a:moveTo>
                  <a:lnTo>
                    <a:pt x="592912" y="1169327"/>
                  </a:lnTo>
                  <a:lnTo>
                    <a:pt x="592912" y="1166774"/>
                  </a:lnTo>
                  <a:lnTo>
                    <a:pt x="590740" y="1166774"/>
                  </a:lnTo>
                  <a:lnTo>
                    <a:pt x="590740" y="1165504"/>
                  </a:lnTo>
                  <a:lnTo>
                    <a:pt x="589140" y="1165504"/>
                  </a:lnTo>
                  <a:lnTo>
                    <a:pt x="589140" y="1166774"/>
                  </a:lnTo>
                  <a:lnTo>
                    <a:pt x="586955" y="1166774"/>
                  </a:lnTo>
                  <a:lnTo>
                    <a:pt x="586955" y="1169327"/>
                  </a:lnTo>
                  <a:lnTo>
                    <a:pt x="586270" y="1169327"/>
                  </a:lnTo>
                  <a:lnTo>
                    <a:pt x="586270" y="1560791"/>
                  </a:lnTo>
                  <a:lnTo>
                    <a:pt x="586994" y="1560791"/>
                  </a:lnTo>
                  <a:lnTo>
                    <a:pt x="586994" y="1563331"/>
                  </a:lnTo>
                  <a:lnTo>
                    <a:pt x="589280" y="1563331"/>
                  </a:lnTo>
                  <a:lnTo>
                    <a:pt x="589280" y="1564601"/>
                  </a:lnTo>
                  <a:lnTo>
                    <a:pt x="590600" y="1564601"/>
                  </a:lnTo>
                  <a:lnTo>
                    <a:pt x="590600" y="1563331"/>
                  </a:lnTo>
                  <a:lnTo>
                    <a:pt x="592886" y="1563331"/>
                  </a:lnTo>
                  <a:lnTo>
                    <a:pt x="592886" y="1560791"/>
                  </a:lnTo>
                  <a:lnTo>
                    <a:pt x="593598" y="1560791"/>
                  </a:lnTo>
                  <a:lnTo>
                    <a:pt x="593598" y="1169327"/>
                  </a:lnTo>
                  <a:close/>
                </a:path>
                <a:path w="903605" h="1721485">
                  <a:moveTo>
                    <a:pt x="611898" y="2540"/>
                  </a:moveTo>
                  <a:lnTo>
                    <a:pt x="610997" y="2540"/>
                  </a:lnTo>
                  <a:lnTo>
                    <a:pt x="610997" y="0"/>
                  </a:lnTo>
                  <a:lnTo>
                    <a:pt x="605485" y="0"/>
                  </a:lnTo>
                  <a:lnTo>
                    <a:pt x="605485" y="2540"/>
                  </a:lnTo>
                  <a:lnTo>
                    <a:pt x="604583" y="2540"/>
                  </a:lnTo>
                  <a:lnTo>
                    <a:pt x="604583" y="932916"/>
                  </a:lnTo>
                  <a:lnTo>
                    <a:pt x="605167" y="932916"/>
                  </a:lnTo>
                  <a:lnTo>
                    <a:pt x="605167" y="935456"/>
                  </a:lnTo>
                  <a:lnTo>
                    <a:pt x="607136" y="935456"/>
                  </a:lnTo>
                  <a:lnTo>
                    <a:pt x="607136" y="936726"/>
                  </a:lnTo>
                  <a:lnTo>
                    <a:pt x="609346" y="936726"/>
                  </a:lnTo>
                  <a:lnTo>
                    <a:pt x="609346" y="935456"/>
                  </a:lnTo>
                  <a:lnTo>
                    <a:pt x="611314" y="935456"/>
                  </a:lnTo>
                  <a:lnTo>
                    <a:pt x="611314" y="932916"/>
                  </a:lnTo>
                  <a:lnTo>
                    <a:pt x="611898" y="932916"/>
                  </a:lnTo>
                  <a:lnTo>
                    <a:pt x="611898" y="2540"/>
                  </a:lnTo>
                  <a:close/>
                </a:path>
                <a:path w="903605" h="1721485">
                  <a:moveTo>
                    <a:pt x="734987" y="1166774"/>
                  </a:moveTo>
                  <a:lnTo>
                    <a:pt x="732536" y="1166774"/>
                  </a:lnTo>
                  <a:lnTo>
                    <a:pt x="732536" y="1165504"/>
                  </a:lnTo>
                  <a:lnTo>
                    <a:pt x="730529" y="1165504"/>
                  </a:lnTo>
                  <a:lnTo>
                    <a:pt x="730529" y="1166774"/>
                  </a:lnTo>
                  <a:lnTo>
                    <a:pt x="728345" y="1166774"/>
                  </a:lnTo>
                  <a:lnTo>
                    <a:pt x="728345" y="1169327"/>
                  </a:lnTo>
                  <a:lnTo>
                    <a:pt x="727671" y="1169327"/>
                  </a:lnTo>
                  <a:lnTo>
                    <a:pt x="727671" y="1560791"/>
                  </a:lnTo>
                  <a:lnTo>
                    <a:pt x="728383" y="1560791"/>
                  </a:lnTo>
                  <a:lnTo>
                    <a:pt x="728383" y="1563331"/>
                  </a:lnTo>
                  <a:lnTo>
                    <a:pt x="730669" y="1563331"/>
                  </a:lnTo>
                  <a:lnTo>
                    <a:pt x="730669" y="1564601"/>
                  </a:lnTo>
                  <a:lnTo>
                    <a:pt x="732320" y="1564601"/>
                  </a:lnTo>
                  <a:lnTo>
                    <a:pt x="732320" y="1563331"/>
                  </a:lnTo>
                  <a:lnTo>
                    <a:pt x="734987" y="1563331"/>
                  </a:lnTo>
                  <a:lnTo>
                    <a:pt x="734987" y="1560791"/>
                  </a:lnTo>
                  <a:lnTo>
                    <a:pt x="734987" y="1169327"/>
                  </a:lnTo>
                  <a:lnTo>
                    <a:pt x="734987" y="1166774"/>
                  </a:lnTo>
                  <a:close/>
                </a:path>
                <a:path w="903605" h="1721485">
                  <a:moveTo>
                    <a:pt x="753300" y="6362"/>
                  </a:moveTo>
                  <a:lnTo>
                    <a:pt x="752462" y="6362"/>
                  </a:lnTo>
                  <a:lnTo>
                    <a:pt x="752462" y="3822"/>
                  </a:lnTo>
                  <a:lnTo>
                    <a:pt x="749833" y="3822"/>
                  </a:lnTo>
                  <a:lnTo>
                    <a:pt x="749833" y="2540"/>
                  </a:lnTo>
                  <a:lnTo>
                    <a:pt x="749439" y="2540"/>
                  </a:lnTo>
                  <a:lnTo>
                    <a:pt x="749439" y="3822"/>
                  </a:lnTo>
                  <a:lnTo>
                    <a:pt x="746798" y="3822"/>
                  </a:lnTo>
                  <a:lnTo>
                    <a:pt x="746798" y="6362"/>
                  </a:lnTo>
                  <a:lnTo>
                    <a:pt x="745972" y="6362"/>
                  </a:lnTo>
                  <a:lnTo>
                    <a:pt x="745972" y="932916"/>
                  </a:lnTo>
                  <a:lnTo>
                    <a:pt x="746569" y="932916"/>
                  </a:lnTo>
                  <a:lnTo>
                    <a:pt x="746569" y="935456"/>
                  </a:lnTo>
                  <a:lnTo>
                    <a:pt x="748525" y="935456"/>
                  </a:lnTo>
                  <a:lnTo>
                    <a:pt x="748525" y="936726"/>
                  </a:lnTo>
                  <a:lnTo>
                    <a:pt x="750735" y="936726"/>
                  </a:lnTo>
                  <a:lnTo>
                    <a:pt x="750735" y="935456"/>
                  </a:lnTo>
                  <a:lnTo>
                    <a:pt x="752703" y="935456"/>
                  </a:lnTo>
                  <a:lnTo>
                    <a:pt x="752703" y="932916"/>
                  </a:lnTo>
                  <a:lnTo>
                    <a:pt x="753300" y="932916"/>
                  </a:lnTo>
                  <a:lnTo>
                    <a:pt x="753300" y="6362"/>
                  </a:lnTo>
                  <a:close/>
                </a:path>
                <a:path w="903605" h="1721485">
                  <a:moveTo>
                    <a:pt x="903185" y="3822"/>
                  </a:moveTo>
                  <a:lnTo>
                    <a:pt x="899858" y="3822"/>
                  </a:lnTo>
                  <a:lnTo>
                    <a:pt x="899858" y="2540"/>
                  </a:lnTo>
                  <a:lnTo>
                    <a:pt x="899375" y="2540"/>
                  </a:lnTo>
                  <a:lnTo>
                    <a:pt x="899375" y="3822"/>
                  </a:lnTo>
                  <a:lnTo>
                    <a:pt x="896734" y="3822"/>
                  </a:lnTo>
                  <a:lnTo>
                    <a:pt x="896734" y="6362"/>
                  </a:lnTo>
                  <a:lnTo>
                    <a:pt x="895908" y="6362"/>
                  </a:lnTo>
                  <a:lnTo>
                    <a:pt x="895908" y="932916"/>
                  </a:lnTo>
                  <a:lnTo>
                    <a:pt x="896505" y="932916"/>
                  </a:lnTo>
                  <a:lnTo>
                    <a:pt x="896505" y="935456"/>
                  </a:lnTo>
                  <a:lnTo>
                    <a:pt x="898461" y="935456"/>
                  </a:lnTo>
                  <a:lnTo>
                    <a:pt x="898461" y="936726"/>
                  </a:lnTo>
                  <a:lnTo>
                    <a:pt x="901204" y="936726"/>
                  </a:lnTo>
                  <a:lnTo>
                    <a:pt x="901204" y="935456"/>
                  </a:lnTo>
                  <a:lnTo>
                    <a:pt x="903185" y="935456"/>
                  </a:lnTo>
                  <a:lnTo>
                    <a:pt x="903185" y="932916"/>
                  </a:lnTo>
                  <a:lnTo>
                    <a:pt x="903185" y="6362"/>
                  </a:lnTo>
                  <a:lnTo>
                    <a:pt x="903185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67204" y="1088684"/>
              <a:ext cx="84124" cy="8408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09790" y="927810"/>
              <a:ext cx="84455" cy="245110"/>
            </a:xfrm>
            <a:custGeom>
              <a:avLst/>
              <a:gdLst/>
              <a:ahLst/>
              <a:cxnLst/>
              <a:rect l="l" t="t" r="r" b="b"/>
              <a:pathLst>
                <a:path w="84454" h="245109">
                  <a:moveTo>
                    <a:pt x="84150" y="203504"/>
                  </a:moveTo>
                  <a:lnTo>
                    <a:pt x="82931" y="194995"/>
                  </a:lnTo>
                  <a:lnTo>
                    <a:pt x="80492" y="186448"/>
                  </a:lnTo>
                  <a:lnTo>
                    <a:pt x="76822" y="180390"/>
                  </a:lnTo>
                  <a:lnTo>
                    <a:pt x="76822" y="196227"/>
                  </a:lnTo>
                  <a:lnTo>
                    <a:pt x="76822" y="210845"/>
                  </a:lnTo>
                  <a:lnTo>
                    <a:pt x="48768" y="237629"/>
                  </a:lnTo>
                  <a:lnTo>
                    <a:pt x="35382" y="237629"/>
                  </a:lnTo>
                  <a:lnTo>
                    <a:pt x="7327" y="203504"/>
                  </a:lnTo>
                  <a:lnTo>
                    <a:pt x="8547" y="196227"/>
                  </a:lnTo>
                  <a:lnTo>
                    <a:pt x="42659" y="168160"/>
                  </a:lnTo>
                  <a:lnTo>
                    <a:pt x="48768" y="169379"/>
                  </a:lnTo>
                  <a:lnTo>
                    <a:pt x="76822" y="196227"/>
                  </a:lnTo>
                  <a:lnTo>
                    <a:pt x="76822" y="180390"/>
                  </a:lnTo>
                  <a:lnTo>
                    <a:pt x="42659" y="160883"/>
                  </a:lnTo>
                  <a:lnTo>
                    <a:pt x="34163" y="162102"/>
                  </a:lnTo>
                  <a:lnTo>
                    <a:pt x="3657" y="186448"/>
                  </a:lnTo>
                  <a:lnTo>
                    <a:pt x="0" y="203504"/>
                  </a:lnTo>
                  <a:lnTo>
                    <a:pt x="1219" y="212064"/>
                  </a:lnTo>
                  <a:lnTo>
                    <a:pt x="25628" y="242519"/>
                  </a:lnTo>
                  <a:lnTo>
                    <a:pt x="34163" y="244957"/>
                  </a:lnTo>
                  <a:lnTo>
                    <a:pt x="51206" y="244957"/>
                  </a:lnTo>
                  <a:lnTo>
                    <a:pt x="58521" y="242519"/>
                  </a:lnTo>
                  <a:lnTo>
                    <a:pt x="65849" y="238848"/>
                  </a:lnTo>
                  <a:lnTo>
                    <a:pt x="67068" y="237629"/>
                  </a:lnTo>
                  <a:lnTo>
                    <a:pt x="71945" y="232791"/>
                  </a:lnTo>
                  <a:lnTo>
                    <a:pt x="76822" y="226682"/>
                  </a:lnTo>
                  <a:lnTo>
                    <a:pt x="80492" y="219392"/>
                  </a:lnTo>
                  <a:lnTo>
                    <a:pt x="82931" y="212064"/>
                  </a:lnTo>
                  <a:lnTo>
                    <a:pt x="84150" y="203504"/>
                  </a:lnTo>
                  <a:close/>
                </a:path>
                <a:path w="84454" h="245109">
                  <a:moveTo>
                    <a:pt x="84150" y="42672"/>
                  </a:moveTo>
                  <a:lnTo>
                    <a:pt x="82931" y="34124"/>
                  </a:lnTo>
                  <a:lnTo>
                    <a:pt x="80492" y="26797"/>
                  </a:lnTo>
                  <a:lnTo>
                    <a:pt x="76822" y="19507"/>
                  </a:lnTo>
                  <a:lnTo>
                    <a:pt x="76822" y="35344"/>
                  </a:lnTo>
                  <a:lnTo>
                    <a:pt x="76822" y="49961"/>
                  </a:lnTo>
                  <a:lnTo>
                    <a:pt x="48768" y="76796"/>
                  </a:lnTo>
                  <a:lnTo>
                    <a:pt x="42659" y="78016"/>
                  </a:lnTo>
                  <a:lnTo>
                    <a:pt x="35382" y="76796"/>
                  </a:lnTo>
                  <a:lnTo>
                    <a:pt x="7327" y="42672"/>
                  </a:lnTo>
                  <a:lnTo>
                    <a:pt x="8547" y="35344"/>
                  </a:lnTo>
                  <a:lnTo>
                    <a:pt x="42659" y="7340"/>
                  </a:lnTo>
                  <a:lnTo>
                    <a:pt x="48768" y="8509"/>
                  </a:lnTo>
                  <a:lnTo>
                    <a:pt x="76822" y="35344"/>
                  </a:lnTo>
                  <a:lnTo>
                    <a:pt x="76822" y="19507"/>
                  </a:lnTo>
                  <a:lnTo>
                    <a:pt x="42659" y="0"/>
                  </a:lnTo>
                  <a:lnTo>
                    <a:pt x="34163" y="1219"/>
                  </a:lnTo>
                  <a:lnTo>
                    <a:pt x="3657" y="26797"/>
                  </a:lnTo>
                  <a:lnTo>
                    <a:pt x="0" y="42672"/>
                  </a:lnTo>
                  <a:lnTo>
                    <a:pt x="1219" y="51181"/>
                  </a:lnTo>
                  <a:lnTo>
                    <a:pt x="25628" y="81635"/>
                  </a:lnTo>
                  <a:lnTo>
                    <a:pt x="42659" y="85305"/>
                  </a:lnTo>
                  <a:lnTo>
                    <a:pt x="51206" y="84086"/>
                  </a:lnTo>
                  <a:lnTo>
                    <a:pt x="82931" y="51181"/>
                  </a:lnTo>
                  <a:lnTo>
                    <a:pt x="84150" y="4267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67204" y="927806"/>
              <a:ext cx="84124" cy="8530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648843" y="1006334"/>
              <a:ext cx="7620" cy="90805"/>
            </a:xfrm>
            <a:custGeom>
              <a:avLst/>
              <a:gdLst/>
              <a:ahLst/>
              <a:cxnLst/>
              <a:rect l="l" t="t" r="r" b="b"/>
              <a:pathLst>
                <a:path w="7620" h="90805">
                  <a:moveTo>
                    <a:pt x="7264" y="2540"/>
                  </a:moveTo>
                  <a:lnTo>
                    <a:pt x="6667" y="2540"/>
                  </a:lnTo>
                  <a:lnTo>
                    <a:pt x="6667" y="1270"/>
                  </a:lnTo>
                  <a:lnTo>
                    <a:pt x="5969" y="1270"/>
                  </a:lnTo>
                  <a:lnTo>
                    <a:pt x="5969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86423"/>
                  </a:lnTo>
                  <a:lnTo>
                    <a:pt x="0" y="88963"/>
                  </a:lnTo>
                  <a:lnTo>
                    <a:pt x="3492" y="88963"/>
                  </a:lnTo>
                  <a:lnTo>
                    <a:pt x="3492" y="90233"/>
                  </a:lnTo>
                  <a:lnTo>
                    <a:pt x="3683" y="90233"/>
                  </a:lnTo>
                  <a:lnTo>
                    <a:pt x="3683" y="88963"/>
                  </a:lnTo>
                  <a:lnTo>
                    <a:pt x="6413" y="88963"/>
                  </a:lnTo>
                  <a:lnTo>
                    <a:pt x="6413" y="86423"/>
                  </a:lnTo>
                  <a:lnTo>
                    <a:pt x="7264" y="86423"/>
                  </a:lnTo>
                  <a:lnTo>
                    <a:pt x="7264" y="254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24357" y="642616"/>
              <a:ext cx="84095" cy="31686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116860" y="642616"/>
              <a:ext cx="84143" cy="316867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66972" y="874180"/>
              <a:ext cx="84455" cy="85725"/>
            </a:xfrm>
            <a:custGeom>
              <a:avLst/>
              <a:gdLst/>
              <a:ahLst/>
              <a:cxnLst/>
              <a:rect l="l" t="t" r="r" b="b"/>
              <a:pathLst>
                <a:path w="84455" h="85725">
                  <a:moveTo>
                    <a:pt x="41437" y="0"/>
                  </a:moveTo>
                  <a:lnTo>
                    <a:pt x="7272" y="19504"/>
                  </a:lnTo>
                  <a:lnTo>
                    <a:pt x="2440" y="25615"/>
                  </a:lnTo>
                  <a:lnTo>
                    <a:pt x="0" y="34121"/>
                  </a:lnTo>
                  <a:lnTo>
                    <a:pt x="0" y="51181"/>
                  </a:lnTo>
                  <a:lnTo>
                    <a:pt x="25575" y="81636"/>
                  </a:lnTo>
                  <a:lnTo>
                    <a:pt x="41437" y="85302"/>
                  </a:lnTo>
                  <a:lnTo>
                    <a:pt x="49978" y="84080"/>
                  </a:lnTo>
                  <a:lnTo>
                    <a:pt x="58471" y="81636"/>
                  </a:lnTo>
                  <a:lnTo>
                    <a:pt x="65792" y="78019"/>
                  </a:lnTo>
                  <a:lnTo>
                    <a:pt x="41437" y="78019"/>
                  </a:lnTo>
                  <a:lnTo>
                    <a:pt x="34116" y="76797"/>
                  </a:lnTo>
                  <a:lnTo>
                    <a:pt x="7272" y="49959"/>
                  </a:lnTo>
                  <a:lnTo>
                    <a:pt x="7272" y="35343"/>
                  </a:lnTo>
                  <a:lnTo>
                    <a:pt x="41437" y="7332"/>
                  </a:lnTo>
                  <a:lnTo>
                    <a:pt x="65792" y="7332"/>
                  </a:lnTo>
                  <a:lnTo>
                    <a:pt x="58471" y="3666"/>
                  </a:lnTo>
                  <a:lnTo>
                    <a:pt x="49978" y="1222"/>
                  </a:lnTo>
                  <a:lnTo>
                    <a:pt x="41437" y="0"/>
                  </a:lnTo>
                  <a:close/>
                </a:path>
                <a:path w="84455" h="85725">
                  <a:moveTo>
                    <a:pt x="65792" y="7332"/>
                  </a:moveTo>
                  <a:lnTo>
                    <a:pt x="41437" y="7332"/>
                  </a:lnTo>
                  <a:lnTo>
                    <a:pt x="48758" y="8505"/>
                  </a:lnTo>
                  <a:lnTo>
                    <a:pt x="60911" y="13394"/>
                  </a:lnTo>
                  <a:lnTo>
                    <a:pt x="70673" y="23171"/>
                  </a:lnTo>
                  <a:lnTo>
                    <a:pt x="74333" y="29232"/>
                  </a:lnTo>
                  <a:lnTo>
                    <a:pt x="75553" y="35343"/>
                  </a:lnTo>
                  <a:lnTo>
                    <a:pt x="76774" y="42675"/>
                  </a:lnTo>
                  <a:lnTo>
                    <a:pt x="75553" y="49959"/>
                  </a:lnTo>
                  <a:lnTo>
                    <a:pt x="41437" y="78019"/>
                  </a:lnTo>
                  <a:lnTo>
                    <a:pt x="65792" y="78019"/>
                  </a:lnTo>
                  <a:lnTo>
                    <a:pt x="84095" y="42675"/>
                  </a:lnTo>
                  <a:lnTo>
                    <a:pt x="82875" y="34121"/>
                  </a:lnTo>
                  <a:lnTo>
                    <a:pt x="80434" y="25615"/>
                  </a:lnTo>
                  <a:lnTo>
                    <a:pt x="76774" y="19504"/>
                  </a:lnTo>
                  <a:lnTo>
                    <a:pt x="71893" y="12172"/>
                  </a:lnTo>
                  <a:lnTo>
                    <a:pt x="65792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66972" y="3198282"/>
              <a:ext cx="84095" cy="84129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966972" y="504909"/>
              <a:ext cx="84095" cy="8408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66972" y="3019170"/>
              <a:ext cx="84095" cy="8408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266796" y="3019170"/>
              <a:ext cx="85315" cy="84080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004747" y="581812"/>
              <a:ext cx="347980" cy="377825"/>
            </a:xfrm>
            <a:custGeom>
              <a:avLst/>
              <a:gdLst/>
              <a:ahLst/>
              <a:cxnLst/>
              <a:rect l="l" t="t" r="r" b="b"/>
              <a:pathLst>
                <a:path w="347980" h="377825">
                  <a:moveTo>
                    <a:pt x="7315" y="3822"/>
                  </a:moveTo>
                  <a:lnTo>
                    <a:pt x="6832" y="3822"/>
                  </a:lnTo>
                  <a:lnTo>
                    <a:pt x="6832" y="1270"/>
                  </a:lnTo>
                  <a:lnTo>
                    <a:pt x="5194" y="1270"/>
                  </a:lnTo>
                  <a:lnTo>
                    <a:pt x="5194" y="0"/>
                  </a:lnTo>
                  <a:lnTo>
                    <a:pt x="2120" y="0"/>
                  </a:lnTo>
                  <a:lnTo>
                    <a:pt x="2120" y="1270"/>
                  </a:lnTo>
                  <a:lnTo>
                    <a:pt x="482" y="1270"/>
                  </a:lnTo>
                  <a:lnTo>
                    <a:pt x="482" y="3822"/>
                  </a:lnTo>
                  <a:lnTo>
                    <a:pt x="0" y="3822"/>
                  </a:lnTo>
                  <a:lnTo>
                    <a:pt x="0" y="296151"/>
                  </a:lnTo>
                  <a:lnTo>
                    <a:pt x="685" y="296151"/>
                  </a:lnTo>
                  <a:lnTo>
                    <a:pt x="685" y="298691"/>
                  </a:lnTo>
                  <a:lnTo>
                    <a:pt x="2882" y="298691"/>
                  </a:lnTo>
                  <a:lnTo>
                    <a:pt x="2882" y="299961"/>
                  </a:lnTo>
                  <a:lnTo>
                    <a:pt x="4419" y="299961"/>
                  </a:lnTo>
                  <a:lnTo>
                    <a:pt x="4419" y="298691"/>
                  </a:lnTo>
                  <a:lnTo>
                    <a:pt x="6629" y="298691"/>
                  </a:lnTo>
                  <a:lnTo>
                    <a:pt x="6629" y="296151"/>
                  </a:lnTo>
                  <a:lnTo>
                    <a:pt x="7315" y="296151"/>
                  </a:lnTo>
                  <a:lnTo>
                    <a:pt x="7315" y="3822"/>
                  </a:lnTo>
                  <a:close/>
                </a:path>
                <a:path w="347980" h="377825">
                  <a:moveTo>
                    <a:pt x="347357" y="335051"/>
                  </a:moveTo>
                  <a:lnTo>
                    <a:pt x="346138" y="326491"/>
                  </a:lnTo>
                  <a:lnTo>
                    <a:pt x="343700" y="317995"/>
                  </a:lnTo>
                  <a:lnTo>
                    <a:pt x="340080" y="311873"/>
                  </a:lnTo>
                  <a:lnTo>
                    <a:pt x="340080" y="335051"/>
                  </a:lnTo>
                  <a:lnTo>
                    <a:pt x="338861" y="342328"/>
                  </a:lnTo>
                  <a:lnTo>
                    <a:pt x="333984" y="354507"/>
                  </a:lnTo>
                  <a:lnTo>
                    <a:pt x="324218" y="364286"/>
                  </a:lnTo>
                  <a:lnTo>
                    <a:pt x="312026" y="369176"/>
                  </a:lnTo>
                  <a:lnTo>
                    <a:pt x="304698" y="370395"/>
                  </a:lnTo>
                  <a:lnTo>
                    <a:pt x="297383" y="369176"/>
                  </a:lnTo>
                  <a:lnTo>
                    <a:pt x="285229" y="364286"/>
                  </a:lnTo>
                  <a:lnTo>
                    <a:pt x="275463" y="354507"/>
                  </a:lnTo>
                  <a:lnTo>
                    <a:pt x="270586" y="342328"/>
                  </a:lnTo>
                  <a:lnTo>
                    <a:pt x="269367" y="335051"/>
                  </a:lnTo>
                  <a:lnTo>
                    <a:pt x="270586" y="327723"/>
                  </a:lnTo>
                  <a:lnTo>
                    <a:pt x="275463" y="315544"/>
                  </a:lnTo>
                  <a:lnTo>
                    <a:pt x="285229" y="305765"/>
                  </a:lnTo>
                  <a:lnTo>
                    <a:pt x="297383" y="300875"/>
                  </a:lnTo>
                  <a:lnTo>
                    <a:pt x="304698" y="299707"/>
                  </a:lnTo>
                  <a:lnTo>
                    <a:pt x="312026" y="300875"/>
                  </a:lnTo>
                  <a:lnTo>
                    <a:pt x="324218" y="305765"/>
                  </a:lnTo>
                  <a:lnTo>
                    <a:pt x="333984" y="315544"/>
                  </a:lnTo>
                  <a:lnTo>
                    <a:pt x="338861" y="327723"/>
                  </a:lnTo>
                  <a:lnTo>
                    <a:pt x="340080" y="335051"/>
                  </a:lnTo>
                  <a:lnTo>
                    <a:pt x="340080" y="311873"/>
                  </a:lnTo>
                  <a:lnTo>
                    <a:pt x="304698" y="292379"/>
                  </a:lnTo>
                  <a:lnTo>
                    <a:pt x="296164" y="293598"/>
                  </a:lnTo>
                  <a:lnTo>
                    <a:pt x="265696" y="317995"/>
                  </a:lnTo>
                  <a:lnTo>
                    <a:pt x="262039" y="335051"/>
                  </a:lnTo>
                  <a:lnTo>
                    <a:pt x="263258" y="343560"/>
                  </a:lnTo>
                  <a:lnTo>
                    <a:pt x="287667" y="374015"/>
                  </a:lnTo>
                  <a:lnTo>
                    <a:pt x="304698" y="377672"/>
                  </a:lnTo>
                  <a:lnTo>
                    <a:pt x="313245" y="376453"/>
                  </a:lnTo>
                  <a:lnTo>
                    <a:pt x="343700" y="350888"/>
                  </a:lnTo>
                  <a:lnTo>
                    <a:pt x="346138" y="343560"/>
                  </a:lnTo>
                  <a:lnTo>
                    <a:pt x="347357" y="335051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266796" y="3198282"/>
              <a:ext cx="85315" cy="8412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266796" y="504909"/>
              <a:ext cx="85315" cy="84080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06222" y="581812"/>
              <a:ext cx="807085" cy="507365"/>
            </a:xfrm>
            <a:custGeom>
              <a:avLst/>
              <a:gdLst/>
              <a:ahLst/>
              <a:cxnLst/>
              <a:rect l="l" t="t" r="r" b="b"/>
              <a:pathLst>
                <a:path w="807085" h="507365">
                  <a:moveTo>
                    <a:pt x="7277" y="427634"/>
                  </a:moveTo>
                  <a:lnTo>
                    <a:pt x="6057" y="425196"/>
                  </a:lnTo>
                  <a:lnTo>
                    <a:pt x="3619" y="424014"/>
                  </a:lnTo>
                  <a:lnTo>
                    <a:pt x="1219" y="425196"/>
                  </a:lnTo>
                  <a:lnTo>
                    <a:pt x="0" y="427634"/>
                  </a:lnTo>
                  <a:lnTo>
                    <a:pt x="0" y="503212"/>
                  </a:lnTo>
                  <a:lnTo>
                    <a:pt x="1219" y="505650"/>
                  </a:lnTo>
                  <a:lnTo>
                    <a:pt x="3619" y="506882"/>
                  </a:lnTo>
                  <a:lnTo>
                    <a:pt x="6057" y="505650"/>
                  </a:lnTo>
                  <a:lnTo>
                    <a:pt x="7277" y="503212"/>
                  </a:lnTo>
                  <a:lnTo>
                    <a:pt x="7277" y="427634"/>
                  </a:lnTo>
                  <a:close/>
                </a:path>
                <a:path w="807085" h="507365">
                  <a:moveTo>
                    <a:pt x="806881" y="3822"/>
                  </a:moveTo>
                  <a:lnTo>
                    <a:pt x="806399" y="3822"/>
                  </a:lnTo>
                  <a:lnTo>
                    <a:pt x="806399" y="1270"/>
                  </a:lnTo>
                  <a:lnTo>
                    <a:pt x="804760" y="1270"/>
                  </a:lnTo>
                  <a:lnTo>
                    <a:pt x="804760" y="0"/>
                  </a:lnTo>
                  <a:lnTo>
                    <a:pt x="801687" y="0"/>
                  </a:lnTo>
                  <a:lnTo>
                    <a:pt x="801687" y="1270"/>
                  </a:lnTo>
                  <a:lnTo>
                    <a:pt x="800049" y="1270"/>
                  </a:lnTo>
                  <a:lnTo>
                    <a:pt x="800049" y="3822"/>
                  </a:lnTo>
                  <a:lnTo>
                    <a:pt x="799566" y="3822"/>
                  </a:lnTo>
                  <a:lnTo>
                    <a:pt x="799566" y="296151"/>
                  </a:lnTo>
                  <a:lnTo>
                    <a:pt x="800252" y="296151"/>
                  </a:lnTo>
                  <a:lnTo>
                    <a:pt x="800252" y="298691"/>
                  </a:lnTo>
                  <a:lnTo>
                    <a:pt x="802462" y="298691"/>
                  </a:lnTo>
                  <a:lnTo>
                    <a:pt x="802462" y="299961"/>
                  </a:lnTo>
                  <a:lnTo>
                    <a:pt x="803998" y="299961"/>
                  </a:lnTo>
                  <a:lnTo>
                    <a:pt x="803998" y="298691"/>
                  </a:lnTo>
                  <a:lnTo>
                    <a:pt x="806196" y="298691"/>
                  </a:lnTo>
                  <a:lnTo>
                    <a:pt x="806196" y="296151"/>
                  </a:lnTo>
                  <a:lnTo>
                    <a:pt x="806881" y="296151"/>
                  </a:lnTo>
                  <a:lnTo>
                    <a:pt x="806881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73399" y="3056909"/>
              <a:ext cx="85320" cy="85351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416010" y="3056909"/>
              <a:ext cx="84455" cy="85725"/>
            </a:xfrm>
            <a:custGeom>
              <a:avLst/>
              <a:gdLst/>
              <a:ahLst/>
              <a:cxnLst/>
              <a:rect l="l" t="t" r="r" b="b"/>
              <a:pathLst>
                <a:path w="84454" h="85725">
                  <a:moveTo>
                    <a:pt x="42662" y="0"/>
                  </a:moveTo>
                  <a:lnTo>
                    <a:pt x="7316" y="19504"/>
                  </a:lnTo>
                  <a:lnTo>
                    <a:pt x="0" y="42675"/>
                  </a:lnTo>
                  <a:lnTo>
                    <a:pt x="1220" y="51230"/>
                  </a:lnTo>
                  <a:lnTo>
                    <a:pt x="25599" y="81685"/>
                  </a:lnTo>
                  <a:lnTo>
                    <a:pt x="42662" y="85351"/>
                  </a:lnTo>
                  <a:lnTo>
                    <a:pt x="51194" y="84129"/>
                  </a:lnTo>
                  <a:lnTo>
                    <a:pt x="58510" y="81685"/>
                  </a:lnTo>
                  <a:lnTo>
                    <a:pt x="65821" y="78019"/>
                  </a:lnTo>
                  <a:lnTo>
                    <a:pt x="42662" y="78019"/>
                  </a:lnTo>
                  <a:lnTo>
                    <a:pt x="35346" y="76797"/>
                  </a:lnTo>
                  <a:lnTo>
                    <a:pt x="7316" y="42675"/>
                  </a:lnTo>
                  <a:lnTo>
                    <a:pt x="8531" y="35343"/>
                  </a:lnTo>
                  <a:lnTo>
                    <a:pt x="42662" y="7332"/>
                  </a:lnTo>
                  <a:lnTo>
                    <a:pt x="65821" y="7332"/>
                  </a:lnTo>
                  <a:lnTo>
                    <a:pt x="58510" y="3666"/>
                  </a:lnTo>
                  <a:lnTo>
                    <a:pt x="51194" y="1222"/>
                  </a:lnTo>
                  <a:lnTo>
                    <a:pt x="42662" y="0"/>
                  </a:lnTo>
                  <a:close/>
                </a:path>
                <a:path w="84454" h="85725">
                  <a:moveTo>
                    <a:pt x="65821" y="7332"/>
                  </a:moveTo>
                  <a:lnTo>
                    <a:pt x="42662" y="7332"/>
                  </a:lnTo>
                  <a:lnTo>
                    <a:pt x="48758" y="8554"/>
                  </a:lnTo>
                  <a:lnTo>
                    <a:pt x="56069" y="10998"/>
                  </a:lnTo>
                  <a:lnTo>
                    <a:pt x="76798" y="35343"/>
                  </a:lnTo>
                  <a:lnTo>
                    <a:pt x="76798" y="50008"/>
                  </a:lnTo>
                  <a:lnTo>
                    <a:pt x="48758" y="76797"/>
                  </a:lnTo>
                  <a:lnTo>
                    <a:pt x="42662" y="78019"/>
                  </a:lnTo>
                  <a:lnTo>
                    <a:pt x="65821" y="78019"/>
                  </a:lnTo>
                  <a:lnTo>
                    <a:pt x="71917" y="71908"/>
                  </a:lnTo>
                  <a:lnTo>
                    <a:pt x="76798" y="65847"/>
                  </a:lnTo>
                  <a:lnTo>
                    <a:pt x="81679" y="58514"/>
                  </a:lnTo>
                  <a:lnTo>
                    <a:pt x="84119" y="51230"/>
                  </a:lnTo>
                  <a:lnTo>
                    <a:pt x="84119" y="34121"/>
                  </a:lnTo>
                  <a:lnTo>
                    <a:pt x="81679" y="26837"/>
                  </a:lnTo>
                  <a:lnTo>
                    <a:pt x="76798" y="19504"/>
                  </a:lnTo>
                  <a:lnTo>
                    <a:pt x="71917" y="13443"/>
                  </a:lnTo>
                  <a:lnTo>
                    <a:pt x="65821" y="733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73399" y="2523142"/>
              <a:ext cx="85320" cy="8408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416010" y="2665737"/>
              <a:ext cx="84119" cy="84080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455015" y="2742514"/>
              <a:ext cx="7620" cy="321945"/>
            </a:xfrm>
            <a:custGeom>
              <a:avLst/>
              <a:gdLst/>
              <a:ahLst/>
              <a:cxnLst/>
              <a:rect l="l" t="t" r="r" b="b"/>
              <a:pathLst>
                <a:path w="7620" h="321944">
                  <a:moveTo>
                    <a:pt x="7302" y="3810"/>
                  </a:moveTo>
                  <a:lnTo>
                    <a:pt x="6756" y="3810"/>
                  </a:lnTo>
                  <a:lnTo>
                    <a:pt x="6756" y="1270"/>
                  </a:lnTo>
                  <a:lnTo>
                    <a:pt x="4953" y="1270"/>
                  </a:lnTo>
                  <a:lnTo>
                    <a:pt x="4953" y="0"/>
                  </a:lnTo>
                  <a:lnTo>
                    <a:pt x="2336" y="0"/>
                  </a:lnTo>
                  <a:lnTo>
                    <a:pt x="2336" y="1270"/>
                  </a:lnTo>
                  <a:lnTo>
                    <a:pt x="546" y="1270"/>
                  </a:lnTo>
                  <a:lnTo>
                    <a:pt x="546" y="3810"/>
                  </a:lnTo>
                  <a:lnTo>
                    <a:pt x="0" y="3810"/>
                  </a:lnTo>
                  <a:lnTo>
                    <a:pt x="0" y="317754"/>
                  </a:lnTo>
                  <a:lnTo>
                    <a:pt x="520" y="317754"/>
                  </a:lnTo>
                  <a:lnTo>
                    <a:pt x="520" y="321564"/>
                  </a:lnTo>
                  <a:lnTo>
                    <a:pt x="6781" y="321564"/>
                  </a:lnTo>
                  <a:lnTo>
                    <a:pt x="6781" y="317754"/>
                  </a:lnTo>
                  <a:lnTo>
                    <a:pt x="7302" y="317754"/>
                  </a:lnTo>
                  <a:lnTo>
                    <a:pt x="7302" y="3810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27128" y="3056909"/>
              <a:ext cx="84104" cy="85351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2794" y="1165199"/>
              <a:ext cx="2026285" cy="1899285"/>
            </a:xfrm>
            <a:custGeom>
              <a:avLst/>
              <a:gdLst/>
              <a:ahLst/>
              <a:cxnLst/>
              <a:rect l="l" t="t" r="r" b="b"/>
              <a:pathLst>
                <a:path w="2026285" h="1899285">
                  <a:moveTo>
                    <a:pt x="127977" y="1538300"/>
                  </a:moveTo>
                  <a:lnTo>
                    <a:pt x="0" y="1538300"/>
                  </a:lnTo>
                  <a:lnTo>
                    <a:pt x="0" y="1545615"/>
                  </a:lnTo>
                  <a:lnTo>
                    <a:pt x="127977" y="1545615"/>
                  </a:lnTo>
                  <a:lnTo>
                    <a:pt x="127977" y="1538300"/>
                  </a:lnTo>
                  <a:close/>
                </a:path>
                <a:path w="2026285" h="1899285">
                  <a:moveTo>
                    <a:pt x="169430" y="1580946"/>
                  </a:moveTo>
                  <a:lnTo>
                    <a:pt x="162115" y="1580946"/>
                  </a:lnTo>
                  <a:lnTo>
                    <a:pt x="162115" y="1895386"/>
                  </a:lnTo>
                  <a:lnTo>
                    <a:pt x="169430" y="1895386"/>
                  </a:lnTo>
                  <a:lnTo>
                    <a:pt x="169430" y="1580946"/>
                  </a:lnTo>
                  <a:close/>
                </a:path>
                <a:path w="2026285" h="1899285">
                  <a:moveTo>
                    <a:pt x="316915" y="1438770"/>
                  </a:moveTo>
                  <a:lnTo>
                    <a:pt x="316484" y="1438770"/>
                  </a:lnTo>
                  <a:lnTo>
                    <a:pt x="316484" y="1436230"/>
                  </a:lnTo>
                  <a:lnTo>
                    <a:pt x="315048" y="1436230"/>
                  </a:lnTo>
                  <a:lnTo>
                    <a:pt x="315048" y="1434960"/>
                  </a:lnTo>
                  <a:lnTo>
                    <a:pt x="311467" y="1434960"/>
                  </a:lnTo>
                  <a:lnTo>
                    <a:pt x="311467" y="1436230"/>
                  </a:lnTo>
                  <a:lnTo>
                    <a:pt x="310032" y="1436230"/>
                  </a:lnTo>
                  <a:lnTo>
                    <a:pt x="310032" y="1438770"/>
                  </a:lnTo>
                  <a:lnTo>
                    <a:pt x="309600" y="1438770"/>
                  </a:lnTo>
                  <a:lnTo>
                    <a:pt x="309600" y="1895068"/>
                  </a:lnTo>
                  <a:lnTo>
                    <a:pt x="310134" y="1895068"/>
                  </a:lnTo>
                  <a:lnTo>
                    <a:pt x="310134" y="1898878"/>
                  </a:lnTo>
                  <a:lnTo>
                    <a:pt x="316395" y="1898878"/>
                  </a:lnTo>
                  <a:lnTo>
                    <a:pt x="316395" y="1895068"/>
                  </a:lnTo>
                  <a:lnTo>
                    <a:pt x="316915" y="1895068"/>
                  </a:lnTo>
                  <a:lnTo>
                    <a:pt x="316915" y="1438770"/>
                  </a:lnTo>
                  <a:close/>
                </a:path>
                <a:path w="2026285" h="1899285">
                  <a:moveTo>
                    <a:pt x="1151382" y="306311"/>
                  </a:moveTo>
                  <a:lnTo>
                    <a:pt x="1149705" y="306311"/>
                  </a:lnTo>
                  <a:lnTo>
                    <a:pt x="1149705" y="305041"/>
                  </a:lnTo>
                  <a:lnTo>
                    <a:pt x="421474" y="305041"/>
                  </a:lnTo>
                  <a:lnTo>
                    <a:pt x="421474" y="306311"/>
                  </a:lnTo>
                  <a:lnTo>
                    <a:pt x="419811" y="306311"/>
                  </a:lnTo>
                  <a:lnTo>
                    <a:pt x="419811" y="308851"/>
                  </a:lnTo>
                  <a:lnTo>
                    <a:pt x="420065" y="308851"/>
                  </a:lnTo>
                  <a:lnTo>
                    <a:pt x="420065" y="311404"/>
                  </a:lnTo>
                  <a:lnTo>
                    <a:pt x="422490" y="311404"/>
                  </a:lnTo>
                  <a:lnTo>
                    <a:pt x="422490" y="312674"/>
                  </a:lnTo>
                  <a:lnTo>
                    <a:pt x="1148689" y="312674"/>
                  </a:lnTo>
                  <a:lnTo>
                    <a:pt x="1148689" y="311404"/>
                  </a:lnTo>
                  <a:lnTo>
                    <a:pt x="1151128" y="311404"/>
                  </a:lnTo>
                  <a:lnTo>
                    <a:pt x="1151128" y="308851"/>
                  </a:lnTo>
                  <a:lnTo>
                    <a:pt x="1151382" y="308851"/>
                  </a:lnTo>
                  <a:lnTo>
                    <a:pt x="1151382" y="306311"/>
                  </a:lnTo>
                  <a:close/>
                </a:path>
                <a:path w="2026285" h="1899285">
                  <a:moveTo>
                    <a:pt x="2025827" y="3822"/>
                  </a:moveTo>
                  <a:lnTo>
                    <a:pt x="2025154" y="3822"/>
                  </a:lnTo>
                  <a:lnTo>
                    <a:pt x="2025154" y="1270"/>
                  </a:lnTo>
                  <a:lnTo>
                    <a:pt x="2022970" y="1270"/>
                  </a:lnTo>
                  <a:lnTo>
                    <a:pt x="2022970" y="0"/>
                  </a:lnTo>
                  <a:lnTo>
                    <a:pt x="2020976" y="0"/>
                  </a:lnTo>
                  <a:lnTo>
                    <a:pt x="2020976" y="1270"/>
                  </a:lnTo>
                  <a:lnTo>
                    <a:pt x="2018512" y="1270"/>
                  </a:lnTo>
                  <a:lnTo>
                    <a:pt x="2018512" y="3822"/>
                  </a:lnTo>
                  <a:lnTo>
                    <a:pt x="2018512" y="251663"/>
                  </a:lnTo>
                  <a:lnTo>
                    <a:pt x="2018512" y="254203"/>
                  </a:lnTo>
                  <a:lnTo>
                    <a:pt x="2021763" y="254203"/>
                  </a:lnTo>
                  <a:lnTo>
                    <a:pt x="2021763" y="255473"/>
                  </a:lnTo>
                  <a:lnTo>
                    <a:pt x="2022436" y="255473"/>
                  </a:lnTo>
                  <a:lnTo>
                    <a:pt x="2022436" y="254203"/>
                  </a:lnTo>
                  <a:lnTo>
                    <a:pt x="2025015" y="254203"/>
                  </a:lnTo>
                  <a:lnTo>
                    <a:pt x="2025015" y="251663"/>
                  </a:lnTo>
                  <a:lnTo>
                    <a:pt x="2025827" y="251663"/>
                  </a:lnTo>
                  <a:lnTo>
                    <a:pt x="2025827" y="3822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88074" y="1556653"/>
              <a:ext cx="241342" cy="242563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2794" y="2234"/>
              <a:ext cx="3858895" cy="3171190"/>
            </a:xfrm>
            <a:custGeom>
              <a:avLst/>
              <a:gdLst/>
              <a:ahLst/>
              <a:cxnLst/>
              <a:rect l="l" t="t" r="r" b="b"/>
              <a:pathLst>
                <a:path w="3858895" h="3171190">
                  <a:moveTo>
                    <a:pt x="346176" y="1750669"/>
                  </a:moveTo>
                  <a:lnTo>
                    <a:pt x="0" y="1750669"/>
                  </a:lnTo>
                  <a:lnTo>
                    <a:pt x="0" y="1757972"/>
                  </a:lnTo>
                  <a:lnTo>
                    <a:pt x="346176" y="1757972"/>
                  </a:lnTo>
                  <a:lnTo>
                    <a:pt x="346176" y="1750669"/>
                  </a:lnTo>
                  <a:close/>
                </a:path>
                <a:path w="3858895" h="3171190">
                  <a:moveTo>
                    <a:pt x="346176" y="698868"/>
                  </a:moveTo>
                  <a:lnTo>
                    <a:pt x="0" y="698868"/>
                  </a:lnTo>
                  <a:lnTo>
                    <a:pt x="0" y="706183"/>
                  </a:lnTo>
                  <a:lnTo>
                    <a:pt x="346176" y="706183"/>
                  </a:lnTo>
                  <a:lnTo>
                    <a:pt x="346176" y="698868"/>
                  </a:lnTo>
                  <a:close/>
                </a:path>
                <a:path w="3858895" h="3171190">
                  <a:moveTo>
                    <a:pt x="347383" y="982840"/>
                  </a:moveTo>
                  <a:lnTo>
                    <a:pt x="0" y="982840"/>
                  </a:lnTo>
                  <a:lnTo>
                    <a:pt x="0" y="990155"/>
                  </a:lnTo>
                  <a:lnTo>
                    <a:pt x="347383" y="990155"/>
                  </a:lnTo>
                  <a:lnTo>
                    <a:pt x="347383" y="982840"/>
                  </a:lnTo>
                  <a:close/>
                </a:path>
                <a:path w="3858895" h="3171190">
                  <a:moveTo>
                    <a:pt x="347383" y="841463"/>
                  </a:moveTo>
                  <a:lnTo>
                    <a:pt x="0" y="841463"/>
                  </a:lnTo>
                  <a:lnTo>
                    <a:pt x="0" y="848779"/>
                  </a:lnTo>
                  <a:lnTo>
                    <a:pt x="347383" y="848779"/>
                  </a:lnTo>
                  <a:lnTo>
                    <a:pt x="347383" y="841463"/>
                  </a:lnTo>
                  <a:close/>
                </a:path>
                <a:path w="3858895" h="3171190">
                  <a:moveTo>
                    <a:pt x="387616" y="1952980"/>
                  </a:moveTo>
                  <a:lnTo>
                    <a:pt x="386397" y="1950529"/>
                  </a:lnTo>
                  <a:lnTo>
                    <a:pt x="383959" y="1949310"/>
                  </a:lnTo>
                  <a:lnTo>
                    <a:pt x="381520" y="1950529"/>
                  </a:lnTo>
                  <a:lnTo>
                    <a:pt x="380301" y="1952980"/>
                  </a:lnTo>
                  <a:lnTo>
                    <a:pt x="380301" y="2017547"/>
                  </a:lnTo>
                  <a:lnTo>
                    <a:pt x="381520" y="2019998"/>
                  </a:lnTo>
                  <a:lnTo>
                    <a:pt x="383959" y="2021217"/>
                  </a:lnTo>
                  <a:lnTo>
                    <a:pt x="386397" y="2019998"/>
                  </a:lnTo>
                  <a:lnTo>
                    <a:pt x="387616" y="2017547"/>
                  </a:lnTo>
                  <a:lnTo>
                    <a:pt x="387616" y="1952980"/>
                  </a:lnTo>
                  <a:close/>
                </a:path>
                <a:path w="3858895" h="3171190">
                  <a:moveTo>
                    <a:pt x="625297" y="2576322"/>
                  </a:moveTo>
                  <a:lnTo>
                    <a:pt x="624662" y="2576322"/>
                  </a:lnTo>
                  <a:lnTo>
                    <a:pt x="624662" y="2575052"/>
                  </a:lnTo>
                  <a:lnTo>
                    <a:pt x="623824" y="2575052"/>
                  </a:lnTo>
                  <a:lnTo>
                    <a:pt x="623824" y="2573782"/>
                  </a:lnTo>
                  <a:lnTo>
                    <a:pt x="619455" y="2573782"/>
                  </a:lnTo>
                  <a:lnTo>
                    <a:pt x="619455" y="2575052"/>
                  </a:lnTo>
                  <a:lnTo>
                    <a:pt x="618617" y="2575052"/>
                  </a:lnTo>
                  <a:lnTo>
                    <a:pt x="618617" y="2576322"/>
                  </a:lnTo>
                  <a:lnTo>
                    <a:pt x="617982" y="2576322"/>
                  </a:lnTo>
                  <a:lnTo>
                    <a:pt x="617982" y="3124123"/>
                  </a:lnTo>
                  <a:lnTo>
                    <a:pt x="618604" y="3124123"/>
                  </a:lnTo>
                  <a:lnTo>
                    <a:pt x="618604" y="3126663"/>
                  </a:lnTo>
                  <a:lnTo>
                    <a:pt x="620610" y="3126663"/>
                  </a:lnTo>
                  <a:lnTo>
                    <a:pt x="620610" y="3127933"/>
                  </a:lnTo>
                  <a:lnTo>
                    <a:pt x="622668" y="3127933"/>
                  </a:lnTo>
                  <a:lnTo>
                    <a:pt x="622668" y="3126663"/>
                  </a:lnTo>
                  <a:lnTo>
                    <a:pt x="624674" y="3126663"/>
                  </a:lnTo>
                  <a:lnTo>
                    <a:pt x="624674" y="3124123"/>
                  </a:lnTo>
                  <a:lnTo>
                    <a:pt x="625297" y="3124123"/>
                  </a:lnTo>
                  <a:lnTo>
                    <a:pt x="625297" y="2576322"/>
                  </a:lnTo>
                  <a:close/>
                </a:path>
                <a:path w="3858895" h="3171190">
                  <a:moveTo>
                    <a:pt x="736206" y="1252194"/>
                  </a:moveTo>
                  <a:lnTo>
                    <a:pt x="0" y="1252194"/>
                  </a:lnTo>
                  <a:lnTo>
                    <a:pt x="0" y="1259509"/>
                  </a:lnTo>
                  <a:lnTo>
                    <a:pt x="736206" y="1259509"/>
                  </a:lnTo>
                  <a:lnTo>
                    <a:pt x="736206" y="1252194"/>
                  </a:lnTo>
                  <a:close/>
                </a:path>
                <a:path w="3858895" h="3171190">
                  <a:moveTo>
                    <a:pt x="866660" y="2853398"/>
                  </a:moveTo>
                  <a:lnTo>
                    <a:pt x="859993" y="2853398"/>
                  </a:lnTo>
                  <a:lnTo>
                    <a:pt x="859993" y="2857208"/>
                  </a:lnTo>
                  <a:lnTo>
                    <a:pt x="859332" y="2857208"/>
                  </a:lnTo>
                  <a:lnTo>
                    <a:pt x="859332" y="3168599"/>
                  </a:lnTo>
                  <a:lnTo>
                    <a:pt x="859929" y="3168599"/>
                  </a:lnTo>
                  <a:lnTo>
                    <a:pt x="859929" y="3169869"/>
                  </a:lnTo>
                  <a:lnTo>
                    <a:pt x="860602" y="3169869"/>
                  </a:lnTo>
                  <a:lnTo>
                    <a:pt x="860602" y="3171152"/>
                  </a:lnTo>
                  <a:lnTo>
                    <a:pt x="866584" y="3171152"/>
                  </a:lnTo>
                  <a:lnTo>
                    <a:pt x="866584" y="3169869"/>
                  </a:lnTo>
                  <a:lnTo>
                    <a:pt x="866660" y="3168599"/>
                  </a:lnTo>
                  <a:lnTo>
                    <a:pt x="866660" y="2857208"/>
                  </a:lnTo>
                  <a:lnTo>
                    <a:pt x="866660" y="2853398"/>
                  </a:lnTo>
                  <a:close/>
                </a:path>
                <a:path w="3858895" h="3171190">
                  <a:moveTo>
                    <a:pt x="1270787" y="3058033"/>
                  </a:moveTo>
                  <a:lnTo>
                    <a:pt x="1270520" y="3058033"/>
                  </a:lnTo>
                  <a:lnTo>
                    <a:pt x="1270520" y="3055480"/>
                  </a:lnTo>
                  <a:lnTo>
                    <a:pt x="1267993" y="3055480"/>
                  </a:lnTo>
                  <a:lnTo>
                    <a:pt x="1267993" y="3054210"/>
                  </a:lnTo>
                  <a:lnTo>
                    <a:pt x="1044270" y="3054210"/>
                  </a:lnTo>
                  <a:lnTo>
                    <a:pt x="1044270" y="3055480"/>
                  </a:lnTo>
                  <a:lnTo>
                    <a:pt x="1041742" y="3055480"/>
                  </a:lnTo>
                  <a:lnTo>
                    <a:pt x="1041742" y="3058033"/>
                  </a:lnTo>
                  <a:lnTo>
                    <a:pt x="1041476" y="3058033"/>
                  </a:lnTo>
                  <a:lnTo>
                    <a:pt x="1041476" y="3061843"/>
                  </a:lnTo>
                  <a:lnTo>
                    <a:pt x="1270787" y="3061843"/>
                  </a:lnTo>
                  <a:lnTo>
                    <a:pt x="1270787" y="3058033"/>
                  </a:lnTo>
                  <a:close/>
                </a:path>
                <a:path w="3858895" h="3171190">
                  <a:moveTo>
                    <a:pt x="1270901" y="1128649"/>
                  </a:moveTo>
                  <a:lnTo>
                    <a:pt x="1270444" y="1128649"/>
                  </a:lnTo>
                  <a:lnTo>
                    <a:pt x="1270444" y="1126109"/>
                  </a:lnTo>
                  <a:lnTo>
                    <a:pt x="1267675" y="1126109"/>
                  </a:lnTo>
                  <a:lnTo>
                    <a:pt x="1267675" y="1124839"/>
                  </a:lnTo>
                  <a:lnTo>
                    <a:pt x="901979" y="1124839"/>
                  </a:lnTo>
                  <a:lnTo>
                    <a:pt x="901979" y="1126109"/>
                  </a:lnTo>
                  <a:lnTo>
                    <a:pt x="899198" y="1126109"/>
                  </a:lnTo>
                  <a:lnTo>
                    <a:pt x="899198" y="1128649"/>
                  </a:lnTo>
                  <a:lnTo>
                    <a:pt x="898753" y="1128649"/>
                  </a:lnTo>
                  <a:lnTo>
                    <a:pt x="898753" y="1131189"/>
                  </a:lnTo>
                  <a:lnTo>
                    <a:pt x="900150" y="1131189"/>
                  </a:lnTo>
                  <a:lnTo>
                    <a:pt x="900150" y="1132459"/>
                  </a:lnTo>
                  <a:lnTo>
                    <a:pt x="1269492" y="1132459"/>
                  </a:lnTo>
                  <a:lnTo>
                    <a:pt x="1269492" y="1131189"/>
                  </a:lnTo>
                  <a:lnTo>
                    <a:pt x="1270901" y="1131189"/>
                  </a:lnTo>
                  <a:lnTo>
                    <a:pt x="1270901" y="1128649"/>
                  </a:lnTo>
                  <a:close/>
                </a:path>
                <a:path w="3858895" h="3171190">
                  <a:moveTo>
                    <a:pt x="1986838" y="1129080"/>
                  </a:moveTo>
                  <a:lnTo>
                    <a:pt x="1985619" y="1126693"/>
                  </a:lnTo>
                  <a:lnTo>
                    <a:pt x="1983168" y="1125461"/>
                  </a:lnTo>
                  <a:lnTo>
                    <a:pt x="1922208" y="1125461"/>
                  </a:lnTo>
                  <a:lnTo>
                    <a:pt x="1919770" y="1126693"/>
                  </a:lnTo>
                  <a:lnTo>
                    <a:pt x="1918550" y="1129080"/>
                  </a:lnTo>
                  <a:lnTo>
                    <a:pt x="1919770" y="1131531"/>
                  </a:lnTo>
                  <a:lnTo>
                    <a:pt x="1922208" y="1132751"/>
                  </a:lnTo>
                  <a:lnTo>
                    <a:pt x="1983168" y="1132751"/>
                  </a:lnTo>
                  <a:lnTo>
                    <a:pt x="1985619" y="1131531"/>
                  </a:lnTo>
                  <a:lnTo>
                    <a:pt x="1986838" y="1129080"/>
                  </a:lnTo>
                  <a:close/>
                </a:path>
                <a:path w="3858895" h="3171190">
                  <a:moveTo>
                    <a:pt x="2167229" y="1168057"/>
                  </a:moveTo>
                  <a:lnTo>
                    <a:pt x="2166569" y="1168057"/>
                  </a:lnTo>
                  <a:lnTo>
                    <a:pt x="2166569" y="1165517"/>
                  </a:lnTo>
                  <a:lnTo>
                    <a:pt x="2164461" y="1165517"/>
                  </a:lnTo>
                  <a:lnTo>
                    <a:pt x="2164461" y="1164234"/>
                  </a:lnTo>
                  <a:lnTo>
                    <a:pt x="2162670" y="1164234"/>
                  </a:lnTo>
                  <a:lnTo>
                    <a:pt x="2162670" y="1165517"/>
                  </a:lnTo>
                  <a:lnTo>
                    <a:pt x="2160562" y="1165517"/>
                  </a:lnTo>
                  <a:lnTo>
                    <a:pt x="2160562" y="1168057"/>
                  </a:lnTo>
                  <a:lnTo>
                    <a:pt x="2159901" y="1168057"/>
                  </a:lnTo>
                  <a:lnTo>
                    <a:pt x="2159901" y="1361249"/>
                  </a:lnTo>
                  <a:lnTo>
                    <a:pt x="2160232" y="1361249"/>
                  </a:lnTo>
                  <a:lnTo>
                    <a:pt x="2160232" y="1363789"/>
                  </a:lnTo>
                  <a:lnTo>
                    <a:pt x="2161336" y="1363789"/>
                  </a:lnTo>
                  <a:lnTo>
                    <a:pt x="2161336" y="1365059"/>
                  </a:lnTo>
                  <a:lnTo>
                    <a:pt x="2165794" y="1365059"/>
                  </a:lnTo>
                  <a:lnTo>
                    <a:pt x="2165794" y="1363789"/>
                  </a:lnTo>
                  <a:lnTo>
                    <a:pt x="2166899" y="1363789"/>
                  </a:lnTo>
                  <a:lnTo>
                    <a:pt x="2166899" y="1361249"/>
                  </a:lnTo>
                  <a:lnTo>
                    <a:pt x="2167229" y="1361249"/>
                  </a:lnTo>
                  <a:lnTo>
                    <a:pt x="2167229" y="1168057"/>
                  </a:lnTo>
                  <a:close/>
                </a:path>
                <a:path w="3858895" h="3171190">
                  <a:moveTo>
                    <a:pt x="2309838" y="1168057"/>
                  </a:moveTo>
                  <a:lnTo>
                    <a:pt x="2309190" y="1168057"/>
                  </a:lnTo>
                  <a:lnTo>
                    <a:pt x="2309190" y="1165517"/>
                  </a:lnTo>
                  <a:lnTo>
                    <a:pt x="2307082" y="1165517"/>
                  </a:lnTo>
                  <a:lnTo>
                    <a:pt x="2307082" y="1164234"/>
                  </a:lnTo>
                  <a:lnTo>
                    <a:pt x="2305278" y="1164234"/>
                  </a:lnTo>
                  <a:lnTo>
                    <a:pt x="2305278" y="1165517"/>
                  </a:lnTo>
                  <a:lnTo>
                    <a:pt x="2303170" y="1165517"/>
                  </a:lnTo>
                  <a:lnTo>
                    <a:pt x="2303170" y="1168057"/>
                  </a:lnTo>
                  <a:lnTo>
                    <a:pt x="2302522" y="1168057"/>
                  </a:lnTo>
                  <a:lnTo>
                    <a:pt x="2302522" y="1448943"/>
                  </a:lnTo>
                  <a:lnTo>
                    <a:pt x="2303107" y="1448943"/>
                  </a:lnTo>
                  <a:lnTo>
                    <a:pt x="2303107" y="1450213"/>
                  </a:lnTo>
                  <a:lnTo>
                    <a:pt x="2303767" y="1450213"/>
                  </a:lnTo>
                  <a:lnTo>
                    <a:pt x="2303767" y="1451483"/>
                  </a:lnTo>
                  <a:lnTo>
                    <a:pt x="2308593" y="1451483"/>
                  </a:lnTo>
                  <a:lnTo>
                    <a:pt x="2308593" y="1450213"/>
                  </a:lnTo>
                  <a:lnTo>
                    <a:pt x="2309253" y="1450213"/>
                  </a:lnTo>
                  <a:lnTo>
                    <a:pt x="2309253" y="1448943"/>
                  </a:lnTo>
                  <a:lnTo>
                    <a:pt x="2309838" y="1448943"/>
                  </a:lnTo>
                  <a:lnTo>
                    <a:pt x="2309838" y="1168057"/>
                  </a:lnTo>
                  <a:close/>
                </a:path>
                <a:path w="3858895" h="3171190">
                  <a:moveTo>
                    <a:pt x="2309838" y="3822"/>
                  </a:moveTo>
                  <a:lnTo>
                    <a:pt x="2309012" y="3822"/>
                  </a:lnTo>
                  <a:lnTo>
                    <a:pt x="2309012" y="1282"/>
                  </a:lnTo>
                  <a:lnTo>
                    <a:pt x="2306383" y="1282"/>
                  </a:lnTo>
                  <a:lnTo>
                    <a:pt x="2306383" y="0"/>
                  </a:lnTo>
                  <a:lnTo>
                    <a:pt x="2305989" y="0"/>
                  </a:lnTo>
                  <a:lnTo>
                    <a:pt x="2305989" y="1282"/>
                  </a:lnTo>
                  <a:lnTo>
                    <a:pt x="2303348" y="1282"/>
                  </a:lnTo>
                  <a:lnTo>
                    <a:pt x="2303348" y="3822"/>
                  </a:lnTo>
                  <a:lnTo>
                    <a:pt x="2302522" y="3822"/>
                  </a:lnTo>
                  <a:lnTo>
                    <a:pt x="2302522" y="658380"/>
                  </a:lnTo>
                  <a:lnTo>
                    <a:pt x="2303005" y="658380"/>
                  </a:lnTo>
                  <a:lnTo>
                    <a:pt x="2303005" y="660920"/>
                  </a:lnTo>
                  <a:lnTo>
                    <a:pt x="2304631" y="660920"/>
                  </a:lnTo>
                  <a:lnTo>
                    <a:pt x="2304631" y="662190"/>
                  </a:lnTo>
                  <a:lnTo>
                    <a:pt x="2307729" y="662190"/>
                  </a:lnTo>
                  <a:lnTo>
                    <a:pt x="2307729" y="660920"/>
                  </a:lnTo>
                  <a:lnTo>
                    <a:pt x="2309355" y="660920"/>
                  </a:lnTo>
                  <a:lnTo>
                    <a:pt x="2309355" y="658380"/>
                  </a:lnTo>
                  <a:lnTo>
                    <a:pt x="2309838" y="658380"/>
                  </a:lnTo>
                  <a:lnTo>
                    <a:pt x="2309838" y="3822"/>
                  </a:lnTo>
                  <a:close/>
                </a:path>
                <a:path w="3858895" h="3171190">
                  <a:moveTo>
                    <a:pt x="2452459" y="5092"/>
                  </a:moveTo>
                  <a:lnTo>
                    <a:pt x="2451709" y="5092"/>
                  </a:lnTo>
                  <a:lnTo>
                    <a:pt x="2451709" y="1282"/>
                  </a:lnTo>
                  <a:lnTo>
                    <a:pt x="2445131" y="1282"/>
                  </a:lnTo>
                  <a:lnTo>
                    <a:pt x="2445131" y="5092"/>
                  </a:lnTo>
                  <a:lnTo>
                    <a:pt x="2445131" y="663460"/>
                  </a:lnTo>
                  <a:lnTo>
                    <a:pt x="2445131" y="666013"/>
                  </a:lnTo>
                  <a:lnTo>
                    <a:pt x="2447061" y="666013"/>
                  </a:lnTo>
                  <a:lnTo>
                    <a:pt x="2447061" y="667283"/>
                  </a:lnTo>
                  <a:lnTo>
                    <a:pt x="2449957" y="667283"/>
                  </a:lnTo>
                  <a:lnTo>
                    <a:pt x="2449957" y="666013"/>
                  </a:lnTo>
                  <a:lnTo>
                    <a:pt x="2451874" y="666013"/>
                  </a:lnTo>
                  <a:lnTo>
                    <a:pt x="2451874" y="663460"/>
                  </a:lnTo>
                  <a:lnTo>
                    <a:pt x="2452459" y="663460"/>
                  </a:lnTo>
                  <a:lnTo>
                    <a:pt x="2452459" y="5092"/>
                  </a:lnTo>
                  <a:close/>
                </a:path>
                <a:path w="3858895" h="3171190">
                  <a:moveTo>
                    <a:pt x="2840685" y="986294"/>
                  </a:moveTo>
                  <a:lnTo>
                    <a:pt x="2840520" y="986294"/>
                  </a:lnTo>
                  <a:lnTo>
                    <a:pt x="2840520" y="983754"/>
                  </a:lnTo>
                  <a:lnTo>
                    <a:pt x="2838094" y="983754"/>
                  </a:lnTo>
                  <a:lnTo>
                    <a:pt x="2838094" y="982484"/>
                  </a:lnTo>
                  <a:lnTo>
                    <a:pt x="2486075" y="982484"/>
                  </a:lnTo>
                  <a:lnTo>
                    <a:pt x="2486075" y="983754"/>
                  </a:lnTo>
                  <a:lnTo>
                    <a:pt x="2483650" y="983754"/>
                  </a:lnTo>
                  <a:lnTo>
                    <a:pt x="2483650" y="986294"/>
                  </a:lnTo>
                  <a:lnTo>
                    <a:pt x="2483485" y="986294"/>
                  </a:lnTo>
                  <a:lnTo>
                    <a:pt x="2483485" y="990117"/>
                  </a:lnTo>
                  <a:lnTo>
                    <a:pt x="2840685" y="990117"/>
                  </a:lnTo>
                  <a:lnTo>
                    <a:pt x="2840685" y="986294"/>
                  </a:lnTo>
                  <a:close/>
                </a:path>
                <a:path w="3858895" h="3171190">
                  <a:moveTo>
                    <a:pt x="3440468" y="700328"/>
                  </a:moveTo>
                  <a:lnTo>
                    <a:pt x="3438868" y="700328"/>
                  </a:lnTo>
                  <a:lnTo>
                    <a:pt x="3438868" y="699058"/>
                  </a:lnTo>
                  <a:lnTo>
                    <a:pt x="2484996" y="699058"/>
                  </a:lnTo>
                  <a:lnTo>
                    <a:pt x="2484996" y="700328"/>
                  </a:lnTo>
                  <a:lnTo>
                    <a:pt x="2483396" y="700328"/>
                  </a:lnTo>
                  <a:lnTo>
                    <a:pt x="2483396" y="702868"/>
                  </a:lnTo>
                  <a:lnTo>
                    <a:pt x="2483713" y="702868"/>
                  </a:lnTo>
                  <a:lnTo>
                    <a:pt x="2483713" y="705408"/>
                  </a:lnTo>
                  <a:lnTo>
                    <a:pt x="2486291" y="705408"/>
                  </a:lnTo>
                  <a:lnTo>
                    <a:pt x="2486291" y="706678"/>
                  </a:lnTo>
                  <a:lnTo>
                    <a:pt x="3437572" y="706678"/>
                  </a:lnTo>
                  <a:lnTo>
                    <a:pt x="3437572" y="705408"/>
                  </a:lnTo>
                  <a:lnTo>
                    <a:pt x="3440150" y="705408"/>
                  </a:lnTo>
                  <a:lnTo>
                    <a:pt x="3440150" y="702868"/>
                  </a:lnTo>
                  <a:lnTo>
                    <a:pt x="3440468" y="702868"/>
                  </a:lnTo>
                  <a:lnTo>
                    <a:pt x="3440468" y="700328"/>
                  </a:lnTo>
                  <a:close/>
                </a:path>
                <a:path w="3858895" h="3171190">
                  <a:moveTo>
                    <a:pt x="3858437" y="842683"/>
                  </a:moveTo>
                  <a:lnTo>
                    <a:pt x="3856469" y="842683"/>
                  </a:lnTo>
                  <a:lnTo>
                    <a:pt x="3856469" y="841400"/>
                  </a:lnTo>
                  <a:lnTo>
                    <a:pt x="2485491" y="841400"/>
                  </a:lnTo>
                  <a:lnTo>
                    <a:pt x="2485491" y="842683"/>
                  </a:lnTo>
                  <a:lnTo>
                    <a:pt x="2483510" y="842683"/>
                  </a:lnTo>
                  <a:lnTo>
                    <a:pt x="2483510" y="845223"/>
                  </a:lnTo>
                  <a:lnTo>
                    <a:pt x="2483599" y="847763"/>
                  </a:lnTo>
                  <a:lnTo>
                    <a:pt x="2485809" y="847763"/>
                  </a:lnTo>
                  <a:lnTo>
                    <a:pt x="2485809" y="849033"/>
                  </a:lnTo>
                  <a:lnTo>
                    <a:pt x="3856139" y="849033"/>
                  </a:lnTo>
                  <a:lnTo>
                    <a:pt x="3856139" y="847763"/>
                  </a:lnTo>
                  <a:lnTo>
                    <a:pt x="3858349" y="847763"/>
                  </a:lnTo>
                  <a:lnTo>
                    <a:pt x="3858349" y="845223"/>
                  </a:lnTo>
                  <a:lnTo>
                    <a:pt x="3858437" y="842683"/>
                  </a:lnTo>
                  <a:close/>
                </a:path>
              </a:pathLst>
            </a:custGeom>
            <a:solidFill>
              <a:srgbClr val="929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836736" y="985099"/>
              <a:ext cx="130462" cy="13159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866944" y="4118429"/>
              <a:ext cx="84095" cy="85302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374005" y="3977056"/>
              <a:ext cx="84095" cy="84129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344022" y="4261025"/>
              <a:ext cx="85364" cy="8408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9278111" y="3956304"/>
              <a:ext cx="1076325" cy="1077595"/>
            </a:xfrm>
            <a:custGeom>
              <a:avLst/>
              <a:gdLst/>
              <a:ahLst/>
              <a:cxnLst/>
              <a:rect l="l" t="t" r="r" b="b"/>
              <a:pathLst>
                <a:path w="1076325" h="1077595">
                  <a:moveTo>
                    <a:pt x="538480" y="0"/>
                  </a:moveTo>
                  <a:lnTo>
                    <a:pt x="483489" y="2159"/>
                  </a:lnTo>
                  <a:lnTo>
                    <a:pt x="429514" y="10541"/>
                  </a:lnTo>
                  <a:lnTo>
                    <a:pt x="378714" y="24384"/>
                  </a:lnTo>
                  <a:lnTo>
                    <a:pt x="329057" y="42418"/>
                  </a:lnTo>
                  <a:lnTo>
                    <a:pt x="304673" y="53975"/>
                  </a:lnTo>
                  <a:lnTo>
                    <a:pt x="281432" y="64643"/>
                  </a:lnTo>
                  <a:lnTo>
                    <a:pt x="259207" y="78359"/>
                  </a:lnTo>
                  <a:lnTo>
                    <a:pt x="236982" y="91059"/>
                  </a:lnTo>
                  <a:lnTo>
                    <a:pt x="216916" y="107061"/>
                  </a:lnTo>
                  <a:lnTo>
                    <a:pt x="176657" y="139827"/>
                  </a:lnTo>
                  <a:lnTo>
                    <a:pt x="139700" y="176911"/>
                  </a:lnTo>
                  <a:lnTo>
                    <a:pt x="106807" y="216154"/>
                  </a:lnTo>
                  <a:lnTo>
                    <a:pt x="78232" y="259588"/>
                  </a:lnTo>
                  <a:lnTo>
                    <a:pt x="52959" y="305181"/>
                  </a:lnTo>
                  <a:lnTo>
                    <a:pt x="32766" y="353822"/>
                  </a:lnTo>
                  <a:lnTo>
                    <a:pt x="16891" y="403606"/>
                  </a:lnTo>
                  <a:lnTo>
                    <a:pt x="6350" y="456565"/>
                  </a:lnTo>
                  <a:lnTo>
                    <a:pt x="1016" y="511683"/>
                  </a:lnTo>
                  <a:lnTo>
                    <a:pt x="0" y="539242"/>
                  </a:lnTo>
                  <a:lnTo>
                    <a:pt x="1016" y="566801"/>
                  </a:lnTo>
                  <a:lnTo>
                    <a:pt x="6350" y="620903"/>
                  </a:lnTo>
                  <a:lnTo>
                    <a:pt x="16891" y="673862"/>
                  </a:lnTo>
                  <a:lnTo>
                    <a:pt x="32766" y="724662"/>
                  </a:lnTo>
                  <a:lnTo>
                    <a:pt x="52959" y="772287"/>
                  </a:lnTo>
                  <a:lnTo>
                    <a:pt x="78232" y="819023"/>
                  </a:lnTo>
                  <a:lnTo>
                    <a:pt x="106807" y="861314"/>
                  </a:lnTo>
                  <a:lnTo>
                    <a:pt x="139700" y="901573"/>
                  </a:lnTo>
                  <a:lnTo>
                    <a:pt x="176657" y="938657"/>
                  </a:lnTo>
                  <a:lnTo>
                    <a:pt x="216916" y="971550"/>
                  </a:lnTo>
                  <a:lnTo>
                    <a:pt x="259207" y="1000125"/>
                  </a:lnTo>
                  <a:lnTo>
                    <a:pt x="304673" y="1025525"/>
                  </a:lnTo>
                  <a:lnTo>
                    <a:pt x="353314" y="1045718"/>
                  </a:lnTo>
                  <a:lnTo>
                    <a:pt x="378714" y="1053084"/>
                  </a:lnTo>
                  <a:lnTo>
                    <a:pt x="403098" y="1060577"/>
                  </a:lnTo>
                  <a:lnTo>
                    <a:pt x="429514" y="1066927"/>
                  </a:lnTo>
                  <a:lnTo>
                    <a:pt x="457073" y="1072134"/>
                  </a:lnTo>
                  <a:lnTo>
                    <a:pt x="483489" y="1075309"/>
                  </a:lnTo>
                  <a:lnTo>
                    <a:pt x="509905" y="1077468"/>
                  </a:lnTo>
                  <a:lnTo>
                    <a:pt x="566039" y="1077468"/>
                  </a:lnTo>
                  <a:lnTo>
                    <a:pt x="620014" y="1072134"/>
                  </a:lnTo>
                  <a:lnTo>
                    <a:pt x="672846" y="1060577"/>
                  </a:lnTo>
                  <a:lnTo>
                    <a:pt x="723646" y="1045718"/>
                  </a:lnTo>
                  <a:lnTo>
                    <a:pt x="771271" y="1025525"/>
                  </a:lnTo>
                  <a:lnTo>
                    <a:pt x="817753" y="1000125"/>
                  </a:lnTo>
                  <a:lnTo>
                    <a:pt x="860171" y="971550"/>
                  </a:lnTo>
                  <a:lnTo>
                    <a:pt x="880237" y="954532"/>
                  </a:lnTo>
                  <a:lnTo>
                    <a:pt x="900303" y="938657"/>
                  </a:lnTo>
                  <a:lnTo>
                    <a:pt x="954278" y="882523"/>
                  </a:lnTo>
                  <a:lnTo>
                    <a:pt x="983869" y="841248"/>
                  </a:lnTo>
                  <a:lnTo>
                    <a:pt x="1011428" y="795655"/>
                  </a:lnTo>
                  <a:lnTo>
                    <a:pt x="1022985" y="772287"/>
                  </a:lnTo>
                  <a:lnTo>
                    <a:pt x="1034669" y="749046"/>
                  </a:lnTo>
                  <a:lnTo>
                    <a:pt x="1052703" y="699262"/>
                  </a:lnTo>
                  <a:lnTo>
                    <a:pt x="1065403" y="648335"/>
                  </a:lnTo>
                  <a:lnTo>
                    <a:pt x="1072769" y="594360"/>
                  </a:lnTo>
                  <a:lnTo>
                    <a:pt x="1075944" y="566801"/>
                  </a:lnTo>
                  <a:lnTo>
                    <a:pt x="1075944" y="511683"/>
                  </a:lnTo>
                  <a:lnTo>
                    <a:pt x="1069594" y="456565"/>
                  </a:lnTo>
                  <a:lnTo>
                    <a:pt x="1060069" y="403606"/>
                  </a:lnTo>
                  <a:lnTo>
                    <a:pt x="1044194" y="353822"/>
                  </a:lnTo>
                  <a:lnTo>
                    <a:pt x="1022985" y="305181"/>
                  </a:lnTo>
                  <a:lnTo>
                    <a:pt x="998728" y="259588"/>
                  </a:lnTo>
                  <a:lnTo>
                    <a:pt x="983869" y="238379"/>
                  </a:lnTo>
                  <a:lnTo>
                    <a:pt x="970153" y="216154"/>
                  </a:lnTo>
                  <a:lnTo>
                    <a:pt x="918337" y="157861"/>
                  </a:lnTo>
                  <a:lnTo>
                    <a:pt x="880237" y="122936"/>
                  </a:lnTo>
                  <a:lnTo>
                    <a:pt x="838962" y="91059"/>
                  </a:lnTo>
                  <a:lnTo>
                    <a:pt x="794512" y="64643"/>
                  </a:lnTo>
                  <a:lnTo>
                    <a:pt x="771271" y="53975"/>
                  </a:lnTo>
                  <a:lnTo>
                    <a:pt x="748030" y="42418"/>
                  </a:lnTo>
                  <a:lnTo>
                    <a:pt x="698246" y="24384"/>
                  </a:lnTo>
                  <a:lnTo>
                    <a:pt x="646430" y="10541"/>
                  </a:lnTo>
                  <a:lnTo>
                    <a:pt x="593471" y="2159"/>
                  </a:lnTo>
                  <a:lnTo>
                    <a:pt x="538480" y="0"/>
                  </a:lnTo>
                  <a:close/>
                </a:path>
              </a:pathLst>
            </a:custGeom>
            <a:solidFill>
              <a:srgbClr val="48C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433559" y="4219955"/>
              <a:ext cx="767080" cy="481965"/>
            </a:xfrm>
            <a:custGeom>
              <a:avLst/>
              <a:gdLst/>
              <a:ahLst/>
              <a:cxnLst/>
              <a:rect l="l" t="t" r="r" b="b"/>
              <a:pathLst>
                <a:path w="767079" h="481964">
                  <a:moveTo>
                    <a:pt x="201675" y="331978"/>
                  </a:moveTo>
                  <a:lnTo>
                    <a:pt x="15875" y="331978"/>
                  </a:lnTo>
                  <a:lnTo>
                    <a:pt x="9525" y="333121"/>
                  </a:lnTo>
                  <a:lnTo>
                    <a:pt x="4191" y="337312"/>
                  </a:lnTo>
                  <a:lnTo>
                    <a:pt x="1016" y="342646"/>
                  </a:lnTo>
                  <a:lnTo>
                    <a:pt x="0" y="347980"/>
                  </a:lnTo>
                  <a:lnTo>
                    <a:pt x="0" y="465709"/>
                  </a:lnTo>
                  <a:lnTo>
                    <a:pt x="1016" y="472059"/>
                  </a:lnTo>
                  <a:lnTo>
                    <a:pt x="4191" y="476250"/>
                  </a:lnTo>
                  <a:lnTo>
                    <a:pt x="9525" y="480568"/>
                  </a:lnTo>
                  <a:lnTo>
                    <a:pt x="15875" y="481584"/>
                  </a:lnTo>
                  <a:lnTo>
                    <a:pt x="201675" y="481584"/>
                  </a:lnTo>
                  <a:lnTo>
                    <a:pt x="208025" y="480568"/>
                  </a:lnTo>
                  <a:lnTo>
                    <a:pt x="213233" y="476250"/>
                  </a:lnTo>
                  <a:lnTo>
                    <a:pt x="216408" y="472059"/>
                  </a:lnTo>
                  <a:lnTo>
                    <a:pt x="217185" y="467741"/>
                  </a:lnTo>
                  <a:lnTo>
                    <a:pt x="15875" y="467741"/>
                  </a:lnTo>
                  <a:lnTo>
                    <a:pt x="13716" y="466725"/>
                  </a:lnTo>
                  <a:lnTo>
                    <a:pt x="13716" y="346837"/>
                  </a:lnTo>
                  <a:lnTo>
                    <a:pt x="15875" y="345821"/>
                  </a:lnTo>
                  <a:lnTo>
                    <a:pt x="217088" y="345821"/>
                  </a:lnTo>
                  <a:lnTo>
                    <a:pt x="216408" y="342646"/>
                  </a:lnTo>
                  <a:lnTo>
                    <a:pt x="213233" y="337312"/>
                  </a:lnTo>
                  <a:lnTo>
                    <a:pt x="208025" y="333121"/>
                  </a:lnTo>
                  <a:lnTo>
                    <a:pt x="201675" y="331978"/>
                  </a:lnTo>
                  <a:close/>
                </a:path>
                <a:path w="767079" h="481964">
                  <a:moveTo>
                    <a:pt x="477266" y="331978"/>
                  </a:moveTo>
                  <a:lnTo>
                    <a:pt x="289306" y="331978"/>
                  </a:lnTo>
                  <a:lnTo>
                    <a:pt x="282956" y="333121"/>
                  </a:lnTo>
                  <a:lnTo>
                    <a:pt x="278765" y="337312"/>
                  </a:lnTo>
                  <a:lnTo>
                    <a:pt x="274574" y="342646"/>
                  </a:lnTo>
                  <a:lnTo>
                    <a:pt x="273431" y="347980"/>
                  </a:lnTo>
                  <a:lnTo>
                    <a:pt x="273431" y="465709"/>
                  </a:lnTo>
                  <a:lnTo>
                    <a:pt x="274574" y="472059"/>
                  </a:lnTo>
                  <a:lnTo>
                    <a:pt x="278765" y="476250"/>
                  </a:lnTo>
                  <a:lnTo>
                    <a:pt x="282956" y="480568"/>
                  </a:lnTo>
                  <a:lnTo>
                    <a:pt x="289306" y="481584"/>
                  </a:lnTo>
                  <a:lnTo>
                    <a:pt x="477266" y="481584"/>
                  </a:lnTo>
                  <a:lnTo>
                    <a:pt x="482600" y="480568"/>
                  </a:lnTo>
                  <a:lnTo>
                    <a:pt x="487807" y="476250"/>
                  </a:lnTo>
                  <a:lnTo>
                    <a:pt x="490982" y="472059"/>
                  </a:lnTo>
                  <a:lnTo>
                    <a:pt x="491672" y="467741"/>
                  </a:lnTo>
                  <a:lnTo>
                    <a:pt x="289306" y="467741"/>
                  </a:lnTo>
                  <a:lnTo>
                    <a:pt x="288290" y="466725"/>
                  </a:lnTo>
                  <a:lnTo>
                    <a:pt x="287147" y="465709"/>
                  </a:lnTo>
                  <a:lnTo>
                    <a:pt x="287147" y="347980"/>
                  </a:lnTo>
                  <a:lnTo>
                    <a:pt x="289306" y="345821"/>
                  </a:lnTo>
                  <a:lnTo>
                    <a:pt x="491586" y="345821"/>
                  </a:lnTo>
                  <a:lnTo>
                    <a:pt x="490982" y="342646"/>
                  </a:lnTo>
                  <a:lnTo>
                    <a:pt x="487807" y="337312"/>
                  </a:lnTo>
                  <a:lnTo>
                    <a:pt x="482600" y="333121"/>
                  </a:lnTo>
                  <a:lnTo>
                    <a:pt x="477266" y="331978"/>
                  </a:lnTo>
                  <a:close/>
                </a:path>
                <a:path w="767079" h="481964">
                  <a:moveTo>
                    <a:pt x="750697" y="331978"/>
                  </a:moveTo>
                  <a:lnTo>
                    <a:pt x="563880" y="331978"/>
                  </a:lnTo>
                  <a:lnTo>
                    <a:pt x="558546" y="333121"/>
                  </a:lnTo>
                  <a:lnTo>
                    <a:pt x="552196" y="337312"/>
                  </a:lnTo>
                  <a:lnTo>
                    <a:pt x="550164" y="342646"/>
                  </a:lnTo>
                  <a:lnTo>
                    <a:pt x="548005" y="347980"/>
                  </a:lnTo>
                  <a:lnTo>
                    <a:pt x="548005" y="465709"/>
                  </a:lnTo>
                  <a:lnTo>
                    <a:pt x="550164" y="472059"/>
                  </a:lnTo>
                  <a:lnTo>
                    <a:pt x="552196" y="476250"/>
                  </a:lnTo>
                  <a:lnTo>
                    <a:pt x="558546" y="480568"/>
                  </a:lnTo>
                  <a:lnTo>
                    <a:pt x="563880" y="481584"/>
                  </a:lnTo>
                  <a:lnTo>
                    <a:pt x="750697" y="481584"/>
                  </a:lnTo>
                  <a:lnTo>
                    <a:pt x="756031" y="480568"/>
                  </a:lnTo>
                  <a:lnTo>
                    <a:pt x="761238" y="476250"/>
                  </a:lnTo>
                  <a:lnTo>
                    <a:pt x="764413" y="472059"/>
                  </a:lnTo>
                  <a:lnTo>
                    <a:pt x="765881" y="467741"/>
                  </a:lnTo>
                  <a:lnTo>
                    <a:pt x="563880" y="467741"/>
                  </a:lnTo>
                  <a:lnTo>
                    <a:pt x="561721" y="466725"/>
                  </a:lnTo>
                  <a:lnTo>
                    <a:pt x="561721" y="346837"/>
                  </a:lnTo>
                  <a:lnTo>
                    <a:pt x="563880" y="345821"/>
                  </a:lnTo>
                  <a:lnTo>
                    <a:pt x="765698" y="345821"/>
                  </a:lnTo>
                  <a:lnTo>
                    <a:pt x="764413" y="342646"/>
                  </a:lnTo>
                  <a:lnTo>
                    <a:pt x="761238" y="337312"/>
                  </a:lnTo>
                  <a:lnTo>
                    <a:pt x="756031" y="333121"/>
                  </a:lnTo>
                  <a:lnTo>
                    <a:pt x="750697" y="331978"/>
                  </a:lnTo>
                  <a:close/>
                </a:path>
                <a:path w="767079" h="481964">
                  <a:moveTo>
                    <a:pt x="217088" y="345821"/>
                  </a:moveTo>
                  <a:lnTo>
                    <a:pt x="201675" y="345821"/>
                  </a:lnTo>
                  <a:lnTo>
                    <a:pt x="202692" y="346837"/>
                  </a:lnTo>
                  <a:lnTo>
                    <a:pt x="204850" y="347980"/>
                  </a:lnTo>
                  <a:lnTo>
                    <a:pt x="204850" y="465709"/>
                  </a:lnTo>
                  <a:lnTo>
                    <a:pt x="202692" y="466725"/>
                  </a:lnTo>
                  <a:lnTo>
                    <a:pt x="201675" y="467741"/>
                  </a:lnTo>
                  <a:lnTo>
                    <a:pt x="217185" y="467741"/>
                  </a:lnTo>
                  <a:lnTo>
                    <a:pt x="217550" y="465709"/>
                  </a:lnTo>
                  <a:lnTo>
                    <a:pt x="217550" y="347980"/>
                  </a:lnTo>
                  <a:lnTo>
                    <a:pt x="217088" y="345821"/>
                  </a:lnTo>
                  <a:close/>
                </a:path>
                <a:path w="767079" h="481964">
                  <a:moveTo>
                    <a:pt x="491586" y="345821"/>
                  </a:moveTo>
                  <a:lnTo>
                    <a:pt x="477266" y="345821"/>
                  </a:lnTo>
                  <a:lnTo>
                    <a:pt x="478282" y="346837"/>
                  </a:lnTo>
                  <a:lnTo>
                    <a:pt x="478282" y="466725"/>
                  </a:lnTo>
                  <a:lnTo>
                    <a:pt x="477266" y="467741"/>
                  </a:lnTo>
                  <a:lnTo>
                    <a:pt x="491672" y="467741"/>
                  </a:lnTo>
                  <a:lnTo>
                    <a:pt x="491998" y="465709"/>
                  </a:lnTo>
                  <a:lnTo>
                    <a:pt x="491998" y="347980"/>
                  </a:lnTo>
                  <a:lnTo>
                    <a:pt x="491586" y="345821"/>
                  </a:lnTo>
                  <a:close/>
                </a:path>
                <a:path w="767079" h="481964">
                  <a:moveTo>
                    <a:pt x="765698" y="345821"/>
                  </a:moveTo>
                  <a:lnTo>
                    <a:pt x="750697" y="345821"/>
                  </a:lnTo>
                  <a:lnTo>
                    <a:pt x="751840" y="346837"/>
                  </a:lnTo>
                  <a:lnTo>
                    <a:pt x="752856" y="347980"/>
                  </a:lnTo>
                  <a:lnTo>
                    <a:pt x="752856" y="465709"/>
                  </a:lnTo>
                  <a:lnTo>
                    <a:pt x="751840" y="466725"/>
                  </a:lnTo>
                  <a:lnTo>
                    <a:pt x="750697" y="467741"/>
                  </a:lnTo>
                  <a:lnTo>
                    <a:pt x="765881" y="467741"/>
                  </a:lnTo>
                  <a:lnTo>
                    <a:pt x="766572" y="465709"/>
                  </a:lnTo>
                  <a:lnTo>
                    <a:pt x="766572" y="347980"/>
                  </a:lnTo>
                  <a:lnTo>
                    <a:pt x="765698" y="345821"/>
                  </a:lnTo>
                  <a:close/>
                </a:path>
                <a:path w="767079" h="481964">
                  <a:moveTo>
                    <a:pt x="664210" y="236601"/>
                  </a:moveTo>
                  <a:lnTo>
                    <a:pt x="102362" y="236601"/>
                  </a:lnTo>
                  <a:lnTo>
                    <a:pt x="102362" y="331978"/>
                  </a:lnTo>
                  <a:lnTo>
                    <a:pt x="115062" y="331978"/>
                  </a:lnTo>
                  <a:lnTo>
                    <a:pt x="115062" y="250317"/>
                  </a:lnTo>
                  <a:lnTo>
                    <a:pt x="664210" y="250317"/>
                  </a:lnTo>
                  <a:lnTo>
                    <a:pt x="664210" y="236601"/>
                  </a:lnTo>
                  <a:close/>
                </a:path>
                <a:path w="767079" h="481964">
                  <a:moveTo>
                    <a:pt x="390651" y="250317"/>
                  </a:moveTo>
                  <a:lnTo>
                    <a:pt x="375920" y="250317"/>
                  </a:lnTo>
                  <a:lnTo>
                    <a:pt x="375920" y="331978"/>
                  </a:lnTo>
                  <a:lnTo>
                    <a:pt x="390651" y="331978"/>
                  </a:lnTo>
                  <a:lnTo>
                    <a:pt x="390651" y="250317"/>
                  </a:lnTo>
                  <a:close/>
                </a:path>
                <a:path w="767079" h="481964">
                  <a:moveTo>
                    <a:pt x="664210" y="250317"/>
                  </a:moveTo>
                  <a:lnTo>
                    <a:pt x="650367" y="250317"/>
                  </a:lnTo>
                  <a:lnTo>
                    <a:pt x="650367" y="331978"/>
                  </a:lnTo>
                  <a:lnTo>
                    <a:pt x="664210" y="331978"/>
                  </a:lnTo>
                  <a:lnTo>
                    <a:pt x="664210" y="250317"/>
                  </a:lnTo>
                  <a:close/>
                </a:path>
                <a:path w="767079" h="481964">
                  <a:moveTo>
                    <a:pt x="390651" y="149606"/>
                  </a:moveTo>
                  <a:lnTo>
                    <a:pt x="375920" y="149606"/>
                  </a:lnTo>
                  <a:lnTo>
                    <a:pt x="375920" y="236601"/>
                  </a:lnTo>
                  <a:lnTo>
                    <a:pt x="390651" y="236601"/>
                  </a:lnTo>
                  <a:lnTo>
                    <a:pt x="390651" y="149606"/>
                  </a:lnTo>
                  <a:close/>
                </a:path>
                <a:path w="767079" h="481964">
                  <a:moveTo>
                    <a:pt x="477266" y="0"/>
                  </a:moveTo>
                  <a:lnTo>
                    <a:pt x="289306" y="0"/>
                  </a:lnTo>
                  <a:lnTo>
                    <a:pt x="282956" y="2159"/>
                  </a:lnTo>
                  <a:lnTo>
                    <a:pt x="278765" y="5334"/>
                  </a:lnTo>
                  <a:lnTo>
                    <a:pt x="274574" y="9525"/>
                  </a:lnTo>
                  <a:lnTo>
                    <a:pt x="273431" y="17018"/>
                  </a:lnTo>
                  <a:lnTo>
                    <a:pt x="273431" y="133604"/>
                  </a:lnTo>
                  <a:lnTo>
                    <a:pt x="274574" y="138938"/>
                  </a:lnTo>
                  <a:lnTo>
                    <a:pt x="278765" y="145288"/>
                  </a:lnTo>
                  <a:lnTo>
                    <a:pt x="282956" y="147447"/>
                  </a:lnTo>
                  <a:lnTo>
                    <a:pt x="289306" y="149606"/>
                  </a:lnTo>
                  <a:lnTo>
                    <a:pt x="477266" y="149606"/>
                  </a:lnTo>
                  <a:lnTo>
                    <a:pt x="487807" y="145288"/>
                  </a:lnTo>
                  <a:lnTo>
                    <a:pt x="490982" y="138938"/>
                  </a:lnTo>
                  <a:lnTo>
                    <a:pt x="491586" y="135763"/>
                  </a:lnTo>
                  <a:lnTo>
                    <a:pt x="288290" y="135763"/>
                  </a:lnTo>
                  <a:lnTo>
                    <a:pt x="287147" y="133604"/>
                  </a:lnTo>
                  <a:lnTo>
                    <a:pt x="287147" y="17018"/>
                  </a:lnTo>
                  <a:lnTo>
                    <a:pt x="288290" y="14859"/>
                  </a:lnTo>
                  <a:lnTo>
                    <a:pt x="491705" y="14859"/>
                  </a:lnTo>
                  <a:lnTo>
                    <a:pt x="490982" y="9525"/>
                  </a:lnTo>
                  <a:lnTo>
                    <a:pt x="487807" y="5334"/>
                  </a:lnTo>
                  <a:lnTo>
                    <a:pt x="482600" y="2159"/>
                  </a:lnTo>
                  <a:lnTo>
                    <a:pt x="477266" y="0"/>
                  </a:lnTo>
                  <a:close/>
                </a:path>
                <a:path w="767079" h="481964">
                  <a:moveTo>
                    <a:pt x="491705" y="14859"/>
                  </a:moveTo>
                  <a:lnTo>
                    <a:pt x="478282" y="14859"/>
                  </a:lnTo>
                  <a:lnTo>
                    <a:pt x="478282" y="135763"/>
                  </a:lnTo>
                  <a:lnTo>
                    <a:pt x="491586" y="135763"/>
                  </a:lnTo>
                  <a:lnTo>
                    <a:pt x="491998" y="133604"/>
                  </a:lnTo>
                  <a:lnTo>
                    <a:pt x="491998" y="17018"/>
                  </a:lnTo>
                  <a:lnTo>
                    <a:pt x="491705" y="14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956804" y="3956304"/>
              <a:ext cx="1077468" cy="107746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6638544" y="3956304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538733" y="0"/>
                  </a:moveTo>
                  <a:lnTo>
                    <a:pt x="484758" y="3175"/>
                  </a:lnTo>
                  <a:lnTo>
                    <a:pt x="430783" y="10541"/>
                  </a:lnTo>
                  <a:lnTo>
                    <a:pt x="379983" y="24384"/>
                  </a:lnTo>
                  <a:lnTo>
                    <a:pt x="329183" y="42291"/>
                  </a:lnTo>
                  <a:lnTo>
                    <a:pt x="283717" y="65659"/>
                  </a:lnTo>
                  <a:lnTo>
                    <a:pt x="260350" y="77216"/>
                  </a:lnTo>
                  <a:lnTo>
                    <a:pt x="216915" y="106934"/>
                  </a:lnTo>
                  <a:lnTo>
                    <a:pt x="176783" y="139700"/>
                  </a:lnTo>
                  <a:lnTo>
                    <a:pt x="158750" y="158750"/>
                  </a:lnTo>
                  <a:lnTo>
                    <a:pt x="140715" y="176784"/>
                  </a:lnTo>
                  <a:lnTo>
                    <a:pt x="107950" y="216916"/>
                  </a:lnTo>
                  <a:lnTo>
                    <a:pt x="78358" y="259334"/>
                  </a:lnTo>
                  <a:lnTo>
                    <a:pt x="53975" y="305943"/>
                  </a:lnTo>
                  <a:lnTo>
                    <a:pt x="33908" y="353568"/>
                  </a:lnTo>
                  <a:lnTo>
                    <a:pt x="11683" y="429768"/>
                  </a:lnTo>
                  <a:lnTo>
                    <a:pt x="4190" y="483743"/>
                  </a:lnTo>
                  <a:lnTo>
                    <a:pt x="2158" y="511175"/>
                  </a:lnTo>
                  <a:lnTo>
                    <a:pt x="0" y="538734"/>
                  </a:lnTo>
                  <a:lnTo>
                    <a:pt x="4190" y="593725"/>
                  </a:lnTo>
                  <a:lnTo>
                    <a:pt x="11683" y="647700"/>
                  </a:lnTo>
                  <a:lnTo>
                    <a:pt x="24383" y="698500"/>
                  </a:lnTo>
                  <a:lnTo>
                    <a:pt x="43433" y="748284"/>
                  </a:lnTo>
                  <a:lnTo>
                    <a:pt x="66675" y="794893"/>
                  </a:lnTo>
                  <a:lnTo>
                    <a:pt x="78358" y="818134"/>
                  </a:lnTo>
                  <a:lnTo>
                    <a:pt x="107950" y="860552"/>
                  </a:lnTo>
                  <a:lnTo>
                    <a:pt x="140715" y="900684"/>
                  </a:lnTo>
                  <a:lnTo>
                    <a:pt x="176783" y="937768"/>
                  </a:lnTo>
                  <a:lnTo>
                    <a:pt x="216915" y="970534"/>
                  </a:lnTo>
                  <a:lnTo>
                    <a:pt x="260350" y="1000252"/>
                  </a:lnTo>
                  <a:lnTo>
                    <a:pt x="283717" y="1011809"/>
                  </a:lnTo>
                  <a:lnTo>
                    <a:pt x="306958" y="1024509"/>
                  </a:lnTo>
                  <a:lnTo>
                    <a:pt x="353567" y="1044702"/>
                  </a:lnTo>
                  <a:lnTo>
                    <a:pt x="405383" y="1060577"/>
                  </a:lnTo>
                  <a:lnTo>
                    <a:pt x="457200" y="1070102"/>
                  </a:lnTo>
                  <a:lnTo>
                    <a:pt x="484758" y="1074293"/>
                  </a:lnTo>
                  <a:lnTo>
                    <a:pt x="511175" y="1076452"/>
                  </a:lnTo>
                  <a:lnTo>
                    <a:pt x="538733" y="1077468"/>
                  </a:lnTo>
                  <a:lnTo>
                    <a:pt x="567308" y="1076452"/>
                  </a:lnTo>
                  <a:lnTo>
                    <a:pt x="593725" y="1074293"/>
                  </a:lnTo>
                  <a:lnTo>
                    <a:pt x="621283" y="1070102"/>
                  </a:lnTo>
                  <a:lnTo>
                    <a:pt x="647700" y="1066927"/>
                  </a:lnTo>
                  <a:lnTo>
                    <a:pt x="698500" y="1053084"/>
                  </a:lnTo>
                  <a:lnTo>
                    <a:pt x="749300" y="1035177"/>
                  </a:lnTo>
                  <a:lnTo>
                    <a:pt x="795908" y="1011809"/>
                  </a:lnTo>
                  <a:lnTo>
                    <a:pt x="818133" y="1000252"/>
                  </a:lnTo>
                  <a:lnTo>
                    <a:pt x="860551" y="970534"/>
                  </a:lnTo>
                  <a:lnTo>
                    <a:pt x="900683" y="937768"/>
                  </a:lnTo>
                  <a:lnTo>
                    <a:pt x="937767" y="900684"/>
                  </a:lnTo>
                  <a:lnTo>
                    <a:pt x="970533" y="860552"/>
                  </a:lnTo>
                  <a:lnTo>
                    <a:pt x="1000251" y="818134"/>
                  </a:lnTo>
                  <a:lnTo>
                    <a:pt x="1011808" y="794893"/>
                  </a:lnTo>
                  <a:lnTo>
                    <a:pt x="1024508" y="771525"/>
                  </a:lnTo>
                  <a:lnTo>
                    <a:pt x="1044701" y="723900"/>
                  </a:lnTo>
                  <a:lnTo>
                    <a:pt x="1060577" y="673100"/>
                  </a:lnTo>
                  <a:lnTo>
                    <a:pt x="1072133" y="620268"/>
                  </a:lnTo>
                  <a:lnTo>
                    <a:pt x="1076452" y="567309"/>
                  </a:lnTo>
                  <a:lnTo>
                    <a:pt x="1077467" y="538734"/>
                  </a:lnTo>
                  <a:lnTo>
                    <a:pt x="1076452" y="511175"/>
                  </a:lnTo>
                  <a:lnTo>
                    <a:pt x="1072133" y="457200"/>
                  </a:lnTo>
                  <a:lnTo>
                    <a:pt x="1060577" y="404368"/>
                  </a:lnTo>
                  <a:lnTo>
                    <a:pt x="1044701" y="353568"/>
                  </a:lnTo>
                  <a:lnTo>
                    <a:pt x="1024508" y="305943"/>
                  </a:lnTo>
                  <a:lnTo>
                    <a:pt x="1000251" y="259334"/>
                  </a:lnTo>
                  <a:lnTo>
                    <a:pt x="970533" y="216916"/>
                  </a:lnTo>
                  <a:lnTo>
                    <a:pt x="937767" y="176784"/>
                  </a:lnTo>
                  <a:lnTo>
                    <a:pt x="900683" y="139700"/>
                  </a:lnTo>
                  <a:lnTo>
                    <a:pt x="860551" y="106934"/>
                  </a:lnTo>
                  <a:lnTo>
                    <a:pt x="818133" y="77216"/>
                  </a:lnTo>
                  <a:lnTo>
                    <a:pt x="795908" y="65659"/>
                  </a:lnTo>
                  <a:lnTo>
                    <a:pt x="773683" y="52959"/>
                  </a:lnTo>
                  <a:lnTo>
                    <a:pt x="725042" y="32766"/>
                  </a:lnTo>
                  <a:lnTo>
                    <a:pt x="673100" y="16891"/>
                  </a:lnTo>
                  <a:lnTo>
                    <a:pt x="621283" y="6350"/>
                  </a:lnTo>
                  <a:lnTo>
                    <a:pt x="567308" y="1016"/>
                  </a:lnTo>
                  <a:lnTo>
                    <a:pt x="538733" y="0"/>
                  </a:lnTo>
                  <a:close/>
                </a:path>
              </a:pathLst>
            </a:custGeom>
            <a:solidFill>
              <a:srgbClr val="48CF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961632" y="4130040"/>
              <a:ext cx="434340" cy="571500"/>
            </a:xfrm>
            <a:custGeom>
              <a:avLst/>
              <a:gdLst/>
              <a:ahLst/>
              <a:cxnLst/>
              <a:rect l="l" t="t" r="r" b="b"/>
              <a:pathLst>
                <a:path w="434340" h="571500">
                  <a:moveTo>
                    <a:pt x="216662" y="0"/>
                  </a:moveTo>
                  <a:lnTo>
                    <a:pt x="173100" y="4191"/>
                  </a:lnTo>
                  <a:lnTo>
                    <a:pt x="131699" y="17018"/>
                  </a:lnTo>
                  <a:lnTo>
                    <a:pt x="95631" y="36068"/>
                  </a:lnTo>
                  <a:lnTo>
                    <a:pt x="63753" y="62611"/>
                  </a:lnTo>
                  <a:lnTo>
                    <a:pt x="36068" y="94361"/>
                  </a:lnTo>
                  <a:lnTo>
                    <a:pt x="17018" y="132587"/>
                  </a:lnTo>
                  <a:lnTo>
                    <a:pt x="3175" y="172847"/>
                  </a:lnTo>
                  <a:lnTo>
                    <a:pt x="0" y="217297"/>
                  </a:lnTo>
                  <a:lnTo>
                    <a:pt x="1016" y="240665"/>
                  </a:lnTo>
                  <a:lnTo>
                    <a:pt x="4191" y="262890"/>
                  </a:lnTo>
                  <a:lnTo>
                    <a:pt x="10668" y="286258"/>
                  </a:lnTo>
                  <a:lnTo>
                    <a:pt x="19176" y="308483"/>
                  </a:lnTo>
                  <a:lnTo>
                    <a:pt x="22351" y="310642"/>
                  </a:lnTo>
                  <a:lnTo>
                    <a:pt x="30734" y="327660"/>
                  </a:lnTo>
                  <a:lnTo>
                    <a:pt x="41401" y="343535"/>
                  </a:lnTo>
                  <a:lnTo>
                    <a:pt x="62611" y="377444"/>
                  </a:lnTo>
                  <a:lnTo>
                    <a:pt x="84963" y="412496"/>
                  </a:lnTo>
                  <a:lnTo>
                    <a:pt x="106172" y="446405"/>
                  </a:lnTo>
                  <a:lnTo>
                    <a:pt x="124206" y="496189"/>
                  </a:lnTo>
                  <a:lnTo>
                    <a:pt x="125349" y="511048"/>
                  </a:lnTo>
                  <a:lnTo>
                    <a:pt x="125349" y="554482"/>
                  </a:lnTo>
                  <a:lnTo>
                    <a:pt x="127381" y="561975"/>
                  </a:lnTo>
                  <a:lnTo>
                    <a:pt x="131699" y="566166"/>
                  </a:lnTo>
                  <a:lnTo>
                    <a:pt x="137033" y="570484"/>
                  </a:lnTo>
                  <a:lnTo>
                    <a:pt x="144399" y="571500"/>
                  </a:lnTo>
                  <a:lnTo>
                    <a:pt x="289941" y="571500"/>
                  </a:lnTo>
                  <a:lnTo>
                    <a:pt x="297307" y="570484"/>
                  </a:lnTo>
                  <a:lnTo>
                    <a:pt x="305816" y="561975"/>
                  </a:lnTo>
                  <a:lnTo>
                    <a:pt x="306300" y="558800"/>
                  </a:lnTo>
                  <a:lnTo>
                    <a:pt x="141224" y="558800"/>
                  </a:lnTo>
                  <a:lnTo>
                    <a:pt x="140208" y="557657"/>
                  </a:lnTo>
                  <a:lnTo>
                    <a:pt x="139065" y="556641"/>
                  </a:lnTo>
                  <a:lnTo>
                    <a:pt x="138049" y="554482"/>
                  </a:lnTo>
                  <a:lnTo>
                    <a:pt x="138049" y="511048"/>
                  </a:lnTo>
                  <a:lnTo>
                    <a:pt x="137033" y="495173"/>
                  </a:lnTo>
                  <a:lnTo>
                    <a:pt x="132715" y="478155"/>
                  </a:lnTo>
                  <a:lnTo>
                    <a:pt x="127381" y="461264"/>
                  </a:lnTo>
                  <a:lnTo>
                    <a:pt x="117856" y="444246"/>
                  </a:lnTo>
                  <a:lnTo>
                    <a:pt x="108331" y="426212"/>
                  </a:lnTo>
                  <a:lnTo>
                    <a:pt x="97663" y="407162"/>
                  </a:lnTo>
                  <a:lnTo>
                    <a:pt x="73278" y="370078"/>
                  </a:lnTo>
                  <a:lnTo>
                    <a:pt x="50926" y="338201"/>
                  </a:lnTo>
                  <a:lnTo>
                    <a:pt x="50926" y="337185"/>
                  </a:lnTo>
                  <a:lnTo>
                    <a:pt x="41401" y="322326"/>
                  </a:lnTo>
                  <a:lnTo>
                    <a:pt x="31876" y="306451"/>
                  </a:lnTo>
                  <a:lnTo>
                    <a:pt x="31876" y="305308"/>
                  </a:lnTo>
                  <a:lnTo>
                    <a:pt x="30734" y="302133"/>
                  </a:lnTo>
                  <a:lnTo>
                    <a:pt x="23368" y="282067"/>
                  </a:lnTo>
                  <a:lnTo>
                    <a:pt x="17018" y="260858"/>
                  </a:lnTo>
                  <a:lnTo>
                    <a:pt x="12700" y="238506"/>
                  </a:lnTo>
                  <a:lnTo>
                    <a:pt x="11684" y="217297"/>
                  </a:lnTo>
                  <a:lnTo>
                    <a:pt x="11684" y="196215"/>
                  </a:lnTo>
                  <a:lnTo>
                    <a:pt x="20193" y="155829"/>
                  </a:lnTo>
                  <a:lnTo>
                    <a:pt x="36068" y="118745"/>
                  </a:lnTo>
                  <a:lnTo>
                    <a:pt x="58420" y="85852"/>
                  </a:lnTo>
                  <a:lnTo>
                    <a:pt x="87122" y="58293"/>
                  </a:lnTo>
                  <a:lnTo>
                    <a:pt x="137033" y="27559"/>
                  </a:lnTo>
                  <a:lnTo>
                    <a:pt x="176275" y="14859"/>
                  </a:lnTo>
                  <a:lnTo>
                    <a:pt x="216662" y="11684"/>
                  </a:lnTo>
                  <a:lnTo>
                    <a:pt x="286920" y="11684"/>
                  </a:lnTo>
                  <a:lnTo>
                    <a:pt x="281432" y="9525"/>
                  </a:lnTo>
                  <a:lnTo>
                    <a:pt x="260223" y="4191"/>
                  </a:lnTo>
                  <a:lnTo>
                    <a:pt x="237871" y="1016"/>
                  </a:lnTo>
                  <a:lnTo>
                    <a:pt x="216662" y="0"/>
                  </a:lnTo>
                  <a:close/>
                </a:path>
                <a:path w="434340" h="571500">
                  <a:moveTo>
                    <a:pt x="286920" y="11684"/>
                  </a:moveTo>
                  <a:lnTo>
                    <a:pt x="216662" y="11684"/>
                  </a:lnTo>
                  <a:lnTo>
                    <a:pt x="236854" y="12700"/>
                  </a:lnTo>
                  <a:lnTo>
                    <a:pt x="258064" y="14859"/>
                  </a:lnTo>
                  <a:lnTo>
                    <a:pt x="297307" y="27559"/>
                  </a:lnTo>
                  <a:lnTo>
                    <a:pt x="331343" y="46609"/>
                  </a:lnTo>
                  <a:lnTo>
                    <a:pt x="362076" y="70993"/>
                  </a:lnTo>
                  <a:lnTo>
                    <a:pt x="386588" y="101727"/>
                  </a:lnTo>
                  <a:lnTo>
                    <a:pt x="405638" y="136779"/>
                  </a:lnTo>
                  <a:lnTo>
                    <a:pt x="418465" y="175006"/>
                  </a:lnTo>
                  <a:lnTo>
                    <a:pt x="421640" y="217297"/>
                  </a:lnTo>
                  <a:lnTo>
                    <a:pt x="420497" y="238506"/>
                  </a:lnTo>
                  <a:lnTo>
                    <a:pt x="416306" y="260858"/>
                  </a:lnTo>
                  <a:lnTo>
                    <a:pt x="410972" y="282067"/>
                  </a:lnTo>
                  <a:lnTo>
                    <a:pt x="402463" y="303276"/>
                  </a:lnTo>
                  <a:lnTo>
                    <a:pt x="401447" y="305308"/>
                  </a:lnTo>
                  <a:lnTo>
                    <a:pt x="401447" y="306451"/>
                  </a:lnTo>
                  <a:lnTo>
                    <a:pt x="391922" y="322326"/>
                  </a:lnTo>
                  <a:lnTo>
                    <a:pt x="382270" y="337185"/>
                  </a:lnTo>
                  <a:lnTo>
                    <a:pt x="381253" y="338201"/>
                  </a:lnTo>
                  <a:lnTo>
                    <a:pt x="361061" y="371094"/>
                  </a:lnTo>
                  <a:lnTo>
                    <a:pt x="335534" y="407162"/>
                  </a:lnTo>
                  <a:lnTo>
                    <a:pt x="315341" y="444246"/>
                  </a:lnTo>
                  <a:lnTo>
                    <a:pt x="297307" y="495173"/>
                  </a:lnTo>
                  <a:lnTo>
                    <a:pt x="294132" y="511048"/>
                  </a:lnTo>
                  <a:lnTo>
                    <a:pt x="294132" y="556641"/>
                  </a:lnTo>
                  <a:lnTo>
                    <a:pt x="293116" y="557657"/>
                  </a:lnTo>
                  <a:lnTo>
                    <a:pt x="292100" y="558800"/>
                  </a:lnTo>
                  <a:lnTo>
                    <a:pt x="306300" y="558800"/>
                  </a:lnTo>
                  <a:lnTo>
                    <a:pt x="306959" y="554482"/>
                  </a:lnTo>
                  <a:lnTo>
                    <a:pt x="306959" y="511048"/>
                  </a:lnTo>
                  <a:lnTo>
                    <a:pt x="308991" y="496189"/>
                  </a:lnTo>
                  <a:lnTo>
                    <a:pt x="313309" y="480314"/>
                  </a:lnTo>
                  <a:lnTo>
                    <a:pt x="318643" y="463296"/>
                  </a:lnTo>
                  <a:lnTo>
                    <a:pt x="327025" y="446405"/>
                  </a:lnTo>
                  <a:lnTo>
                    <a:pt x="337693" y="429387"/>
                  </a:lnTo>
                  <a:lnTo>
                    <a:pt x="347218" y="412496"/>
                  </a:lnTo>
                  <a:lnTo>
                    <a:pt x="370586" y="377444"/>
                  </a:lnTo>
                  <a:lnTo>
                    <a:pt x="391922" y="343535"/>
                  </a:lnTo>
                  <a:lnTo>
                    <a:pt x="402463" y="327660"/>
                  </a:lnTo>
                  <a:lnTo>
                    <a:pt x="422656" y="286258"/>
                  </a:lnTo>
                  <a:lnTo>
                    <a:pt x="432181" y="240665"/>
                  </a:lnTo>
                  <a:lnTo>
                    <a:pt x="434340" y="217297"/>
                  </a:lnTo>
                  <a:lnTo>
                    <a:pt x="432181" y="195072"/>
                  </a:lnTo>
                  <a:lnTo>
                    <a:pt x="423672" y="152654"/>
                  </a:lnTo>
                  <a:lnTo>
                    <a:pt x="406781" y="113411"/>
                  </a:lnTo>
                  <a:lnTo>
                    <a:pt x="383413" y="78486"/>
                  </a:lnTo>
                  <a:lnTo>
                    <a:pt x="370586" y="62611"/>
                  </a:lnTo>
                  <a:lnTo>
                    <a:pt x="354711" y="49784"/>
                  </a:lnTo>
                  <a:lnTo>
                    <a:pt x="338709" y="36068"/>
                  </a:lnTo>
                  <a:lnTo>
                    <a:pt x="320675" y="26543"/>
                  </a:lnTo>
                  <a:lnTo>
                    <a:pt x="300482" y="17018"/>
                  </a:lnTo>
                  <a:lnTo>
                    <a:pt x="286920" y="116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088123" y="4722875"/>
              <a:ext cx="179831" cy="13868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014971" y="4190999"/>
              <a:ext cx="132587" cy="178307"/>
            </a:xfrm>
            <a:prstGeom prst="rect">
              <a:avLst/>
            </a:prstGeom>
          </p:spPr>
        </p:pic>
      </p:grpSp>
      <p:sp>
        <p:nvSpPr>
          <p:cNvPr id="126" name="object 126"/>
          <p:cNvSpPr txBox="1">
            <a:spLocks noGrp="1"/>
          </p:cNvSpPr>
          <p:nvPr>
            <p:ph type="title"/>
          </p:nvPr>
        </p:nvSpPr>
        <p:spPr>
          <a:xfrm>
            <a:off x="794074" y="2208063"/>
            <a:ext cx="11199495" cy="16126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06745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Metrics to evaluate ML models</a:t>
            </a:r>
            <a:endParaRPr spc="-5" dirty="0"/>
          </a:p>
        </p:txBody>
      </p:sp>
      <p:sp>
        <p:nvSpPr>
          <p:cNvPr id="127" name="object 127"/>
          <p:cNvSpPr txBox="1"/>
          <p:nvPr/>
        </p:nvSpPr>
        <p:spPr>
          <a:xfrm>
            <a:off x="10160507" y="6461759"/>
            <a:ext cx="1979930" cy="355600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210"/>
              </a:spcBef>
            </a:pPr>
            <a:r>
              <a:rPr sz="1800" dirty="0">
                <a:latin typeface="Calibri"/>
                <a:cs typeface="Calibri"/>
              </a:rPr>
              <a:t>ANKIT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MIRAJKAR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A85B56C-4CED-4075-AD8A-C4BBC28F9D59}"/>
              </a:ext>
            </a:extLst>
          </p:cNvPr>
          <p:cNvSpPr txBox="1"/>
          <p:nvPr/>
        </p:nvSpPr>
        <p:spPr>
          <a:xfrm>
            <a:off x="5944444" y="5131314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Understanding how to measure the performance of ML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457200"/>
            <a:ext cx="6096000" cy="3622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27509B"/>
                </a:solidFill>
                <a:latin typeface="Calibri"/>
                <a:cs typeface="Calibri"/>
              </a:rPr>
              <a:t>AGENDA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 marL="285750" indent="-285750">
              <a:lnSpc>
                <a:spcPct val="2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Why model evaluation is needed</a:t>
            </a:r>
          </a:p>
          <a:p>
            <a:pPr marL="285750" indent="-285750">
              <a:lnSpc>
                <a:spcPct val="2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Regression evaluation metrics</a:t>
            </a:r>
          </a:p>
          <a:p>
            <a:pPr marL="285750" indent="-285750">
              <a:lnSpc>
                <a:spcPct val="2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Classification evaluation metrics</a:t>
            </a:r>
          </a:p>
          <a:p>
            <a:pPr marL="285750" indent="-285750">
              <a:lnSpc>
                <a:spcPct val="2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Practical examples</a:t>
            </a:r>
          </a:p>
          <a:p>
            <a:pPr marL="285750" indent="-285750">
              <a:lnSpc>
                <a:spcPct val="2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How to choose the right metric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41924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27509B"/>
                </a:solidFill>
                <a:latin typeface="Calibri"/>
                <a:cs typeface="Calibri"/>
              </a:rPr>
              <a:t>WHAT</a:t>
            </a:r>
            <a:r>
              <a:rPr sz="1800" b="1" spc="-30" dirty="0">
                <a:solidFill>
                  <a:srgbClr val="27509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509B"/>
                </a:solidFill>
                <a:latin typeface="Calibri"/>
                <a:cs typeface="Calibri"/>
              </a:rPr>
              <a:t>IS</a:t>
            </a: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 MODEL EVALUATION?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948270"/>
            <a:ext cx="937339" cy="8805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77658" y="948428"/>
            <a:ext cx="89077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Model Evaluation</a:t>
            </a:r>
            <a:r>
              <a:rPr lang="en-US" dirty="0"/>
              <a:t> is the process of measuring how well a machine learning model performs on unseen data using quantitative metrics.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25310" y="849113"/>
            <a:ext cx="9493250" cy="880530"/>
          </a:xfrm>
          <a:custGeom>
            <a:avLst/>
            <a:gdLst/>
            <a:ahLst/>
            <a:cxnLst/>
            <a:rect l="l" t="t" r="r" b="b"/>
            <a:pathLst>
              <a:path w="9493250" h="1087120">
                <a:moveTo>
                  <a:pt x="0" y="181101"/>
                </a:moveTo>
                <a:lnTo>
                  <a:pt x="6465" y="132938"/>
                </a:lnTo>
                <a:lnTo>
                  <a:pt x="24713" y="89671"/>
                </a:lnTo>
                <a:lnTo>
                  <a:pt x="53022" y="53022"/>
                </a:lnTo>
                <a:lnTo>
                  <a:pt x="89671" y="24713"/>
                </a:lnTo>
                <a:lnTo>
                  <a:pt x="132938" y="6465"/>
                </a:lnTo>
                <a:lnTo>
                  <a:pt x="181101" y="0"/>
                </a:lnTo>
                <a:lnTo>
                  <a:pt x="9311894" y="0"/>
                </a:lnTo>
                <a:lnTo>
                  <a:pt x="9360057" y="6465"/>
                </a:lnTo>
                <a:lnTo>
                  <a:pt x="9403324" y="24713"/>
                </a:lnTo>
                <a:lnTo>
                  <a:pt x="9439973" y="53022"/>
                </a:lnTo>
                <a:lnTo>
                  <a:pt x="9468282" y="89671"/>
                </a:lnTo>
                <a:lnTo>
                  <a:pt x="9486530" y="132938"/>
                </a:lnTo>
                <a:lnTo>
                  <a:pt x="9492996" y="181101"/>
                </a:lnTo>
                <a:lnTo>
                  <a:pt x="9492996" y="905510"/>
                </a:lnTo>
                <a:lnTo>
                  <a:pt x="9486530" y="953673"/>
                </a:lnTo>
                <a:lnTo>
                  <a:pt x="9468282" y="996940"/>
                </a:lnTo>
                <a:lnTo>
                  <a:pt x="9439973" y="1033589"/>
                </a:lnTo>
                <a:lnTo>
                  <a:pt x="9403324" y="1061898"/>
                </a:lnTo>
                <a:lnTo>
                  <a:pt x="9360057" y="1080146"/>
                </a:lnTo>
                <a:lnTo>
                  <a:pt x="9311894" y="1086612"/>
                </a:lnTo>
                <a:lnTo>
                  <a:pt x="181101" y="1086612"/>
                </a:lnTo>
                <a:lnTo>
                  <a:pt x="132938" y="1080146"/>
                </a:lnTo>
                <a:lnTo>
                  <a:pt x="89671" y="1061898"/>
                </a:lnTo>
                <a:lnTo>
                  <a:pt x="53022" y="1033589"/>
                </a:lnTo>
                <a:lnTo>
                  <a:pt x="24713" y="996940"/>
                </a:lnTo>
                <a:lnTo>
                  <a:pt x="6465" y="953673"/>
                </a:lnTo>
                <a:lnTo>
                  <a:pt x="0" y="905510"/>
                </a:lnTo>
                <a:lnTo>
                  <a:pt x="0" y="181101"/>
                </a:lnTo>
                <a:close/>
              </a:path>
            </a:pathLst>
          </a:custGeom>
          <a:ln w="1905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4D5E9-84DE-4834-98CB-6AFA409ED931}"/>
              </a:ext>
            </a:extLst>
          </p:cNvPr>
          <p:cNvSpPr txBox="1"/>
          <p:nvPr/>
        </p:nvSpPr>
        <p:spPr>
          <a:xfrm>
            <a:off x="685800" y="2044633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helps determine: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accurate the predictions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whether the model learned patterns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whether the model is ready for real-world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In simple terms:</a:t>
            </a:r>
          </a:p>
          <a:p>
            <a:r>
              <a:rPr lang="en-US" b="1" dirty="0"/>
              <a:t>Model Evaluation = Checking how good our model is.</a:t>
            </a:r>
          </a:p>
          <a:p>
            <a:endParaRPr lang="en-US" b="1" dirty="0"/>
          </a:p>
          <a:p>
            <a:r>
              <a:rPr lang="en-US" dirty="0"/>
              <a:t>When we build a machine learning model, it produces predictions.</a:t>
            </a:r>
          </a:p>
          <a:p>
            <a:r>
              <a:rPr lang="en-US" dirty="0"/>
              <a:t>But we must answer: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the predictions correct?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big are the errors?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the model work on new data?</a:t>
            </a:r>
          </a:p>
          <a:p>
            <a:endParaRPr lang="en-US" dirty="0"/>
          </a:p>
          <a:p>
            <a:r>
              <a:rPr lang="en-US" dirty="0"/>
              <a:t>Evaluation metrics help us quantify the performance of the model by comparing predicted results with actual values. Without evaluation, deploying ML models would be guesswork.</a:t>
            </a:r>
          </a:p>
        </p:txBody>
      </p:sp>
    </p:spTree>
    <p:extLst>
      <p:ext uri="{BB962C8B-B14F-4D97-AF65-F5344CB8AC3E}">
        <p14:creationId xmlns:p14="http://schemas.microsoft.com/office/powerpoint/2010/main" val="324476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52592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REAL-LIFE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86B2E-1767-47FC-807F-92636345FC83}"/>
              </a:ext>
            </a:extLst>
          </p:cNvPr>
          <p:cNvSpPr txBox="1"/>
          <p:nvPr/>
        </p:nvSpPr>
        <p:spPr>
          <a:xfrm>
            <a:off x="990600" y="1600200"/>
            <a:ext cx="8991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Suppose we build a model to predict </a:t>
            </a:r>
            <a:r>
              <a:rPr lang="en-US" b="1" dirty="0"/>
              <a:t>house prices</a:t>
            </a:r>
            <a:r>
              <a:rPr lang="en-US" dirty="0"/>
              <a:t>.</a:t>
            </a:r>
          </a:p>
          <a:p>
            <a:r>
              <a:rPr lang="en-US" dirty="0"/>
              <a:t>Actual price:</a:t>
            </a:r>
          </a:p>
          <a:p>
            <a:r>
              <a:rPr lang="en-US" dirty="0">
                <a:highlight>
                  <a:srgbClr val="FFFF00"/>
                </a:highlight>
              </a:rPr>
              <a:t>₹90,00,000</a:t>
            </a:r>
          </a:p>
          <a:p>
            <a:r>
              <a:rPr lang="en-US" dirty="0"/>
              <a:t>Model prediction:</a:t>
            </a:r>
          </a:p>
          <a:p>
            <a:r>
              <a:rPr lang="en-US" dirty="0">
                <a:highlight>
                  <a:srgbClr val="FFFF00"/>
                </a:highlight>
              </a:rPr>
              <a:t>₹88,00,000</a:t>
            </a:r>
          </a:p>
          <a:p>
            <a:r>
              <a:rPr lang="en-US" dirty="0"/>
              <a:t>Error:</a:t>
            </a:r>
          </a:p>
          <a:p>
            <a:r>
              <a:rPr lang="en-US" dirty="0">
                <a:highlight>
                  <a:srgbClr val="FFFF00"/>
                </a:highlight>
              </a:rPr>
              <a:t>₹2,00,000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If we test the model on many houses, evaluation metrics calculate: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prediction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reliability of the model</a:t>
            </a:r>
          </a:p>
        </p:txBody>
      </p:sp>
    </p:spTree>
    <p:extLst>
      <p:ext uri="{BB962C8B-B14F-4D97-AF65-F5344CB8AC3E}">
        <p14:creationId xmlns:p14="http://schemas.microsoft.com/office/powerpoint/2010/main" val="92772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52592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WHY EVALUATION IS IMPORTANT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86B2E-1767-47FC-807F-92636345FC83}"/>
              </a:ext>
            </a:extLst>
          </p:cNvPr>
          <p:cNvSpPr txBox="1"/>
          <p:nvPr/>
        </p:nvSpPr>
        <p:spPr>
          <a:xfrm>
            <a:off x="762000" y="1101171"/>
            <a:ext cx="946049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Measure Model Performance</a:t>
            </a:r>
          </a:p>
          <a:p>
            <a:r>
              <a:rPr lang="en-US" dirty="0"/>
              <a:t>Evaluation metrics tell us </a:t>
            </a:r>
            <a:r>
              <a:rPr lang="en-US" b="1" dirty="0"/>
              <a:t>how well the model predicts outcomes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Spam detection model</a:t>
            </a:r>
          </a:p>
          <a:p>
            <a:r>
              <a:rPr lang="en-US" dirty="0"/>
              <a:t>Accuracy = 92%</a:t>
            </a:r>
          </a:p>
          <a:p>
            <a:r>
              <a:rPr lang="en-US" dirty="0"/>
              <a:t>Meaning:</a:t>
            </a:r>
          </a:p>
          <a:p>
            <a:r>
              <a:rPr lang="en-US" dirty="0"/>
              <a:t>92% emails classified correctly.</a:t>
            </a:r>
          </a:p>
          <a:p>
            <a:endParaRPr lang="en-US" dirty="0"/>
          </a:p>
          <a:p>
            <a:r>
              <a:rPr lang="en-US" b="1" dirty="0"/>
              <a:t>2. Compare Different Models</a:t>
            </a:r>
          </a:p>
          <a:p>
            <a:r>
              <a:rPr lang="en-US" dirty="0"/>
              <a:t>Often multiple models are built.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Clearly: Model B performs better.</a:t>
            </a:r>
          </a:p>
          <a:p>
            <a:endParaRPr lang="en-US" dirty="0"/>
          </a:p>
          <a:p>
            <a:r>
              <a:rPr lang="en-US" b="1" dirty="0"/>
              <a:t>3. Improve Models</a:t>
            </a:r>
          </a:p>
          <a:p>
            <a:r>
              <a:rPr lang="en-US" dirty="0"/>
              <a:t>Evaluation helps identify weaknesses in models so they can be improved.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DDFC75C-7010-4334-B5CF-3975FDECD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858799"/>
              </p:ext>
            </p:extLst>
          </p:nvPr>
        </p:nvGraphicFramePr>
        <p:xfrm>
          <a:off x="1905000" y="4114800"/>
          <a:ext cx="6564898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282449">
                  <a:extLst>
                    <a:ext uri="{9D8B030D-6E8A-4147-A177-3AD203B41FA5}">
                      <a16:colId xmlns:a16="http://schemas.microsoft.com/office/drawing/2014/main" val="2439014500"/>
                    </a:ext>
                  </a:extLst>
                </a:gridCol>
                <a:gridCol w="3282449">
                  <a:extLst>
                    <a:ext uri="{9D8B030D-6E8A-4147-A177-3AD203B41FA5}">
                      <a16:colId xmlns:a16="http://schemas.microsoft.com/office/drawing/2014/main" val="384794429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r>
                        <a:rPr lang="en-US" b="0" i="1" u="sng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i="1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29752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dirty="0"/>
                        <a:t>Training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46986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/>
                        <a:t>Testing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339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01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52592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TYPES OF EVALUATION METRICS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86B2E-1767-47FC-807F-92636345FC83}"/>
              </a:ext>
            </a:extLst>
          </p:cNvPr>
          <p:cNvSpPr txBox="1"/>
          <p:nvPr/>
        </p:nvSpPr>
        <p:spPr>
          <a:xfrm>
            <a:off x="815373" y="1347304"/>
            <a:ext cx="9460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Evaluation metrics depend on the </a:t>
            </a:r>
            <a:r>
              <a:rPr lang="en-US" b="1" dirty="0"/>
              <a:t>type of machine learning problem</a:t>
            </a:r>
            <a:r>
              <a:rPr lang="en-US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9B1CBD-63B5-4F43-BD2C-B50665807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245262"/>
              </p:ext>
            </p:extLst>
          </p:nvPr>
        </p:nvGraphicFramePr>
        <p:xfrm>
          <a:off x="990600" y="2294688"/>
          <a:ext cx="9755022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251674">
                  <a:extLst>
                    <a:ext uri="{9D8B030D-6E8A-4147-A177-3AD203B41FA5}">
                      <a16:colId xmlns:a16="http://schemas.microsoft.com/office/drawing/2014/main" val="840800134"/>
                    </a:ext>
                  </a:extLst>
                </a:gridCol>
                <a:gridCol w="3251674">
                  <a:extLst>
                    <a:ext uri="{9D8B030D-6E8A-4147-A177-3AD203B41FA5}">
                      <a16:colId xmlns:a16="http://schemas.microsoft.com/office/drawing/2014/main" val="3699888733"/>
                    </a:ext>
                  </a:extLst>
                </a:gridCol>
                <a:gridCol w="3251674">
                  <a:extLst>
                    <a:ext uri="{9D8B030D-6E8A-4147-A177-3AD203B41FA5}">
                      <a16:colId xmlns:a16="http://schemas.microsoft.com/office/drawing/2014/main" val="2456400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Problem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Output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29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Numerical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MAE, MSE, RMSE, R²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376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Accuracy, Precision, Recall, F1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47751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5F64C44-587E-487C-B1A8-3CA48E2B8A0F}"/>
              </a:ext>
            </a:extLst>
          </p:cNvPr>
          <p:cNvSpPr txBox="1"/>
          <p:nvPr/>
        </p:nvSpPr>
        <p:spPr>
          <a:xfrm>
            <a:off x="871024" y="4114800"/>
            <a:ext cx="10898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Regression metrics evaluate </a:t>
            </a:r>
            <a:r>
              <a:rPr lang="en-US" b="1" i="1" dirty="0"/>
              <a:t>numerical predictions</a:t>
            </a:r>
            <a:r>
              <a:rPr lang="en-US" i="1" dirty="0"/>
              <a:t>, while classification metrics evaluate </a:t>
            </a:r>
            <a:r>
              <a:rPr lang="en-US" b="1" i="1" dirty="0"/>
              <a:t>categorical predictions</a:t>
            </a:r>
            <a:r>
              <a:rPr lang="en-US" i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659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4A4A-77A1-47CF-A71B-813072758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377" y="2454986"/>
            <a:ext cx="10461244" cy="80021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REGRESSION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B30CA-0477-4A0D-8F0B-81BDA7463308}"/>
              </a:ext>
            </a:extLst>
          </p:cNvPr>
          <p:cNvSpPr txBox="1"/>
          <p:nvPr/>
        </p:nvSpPr>
        <p:spPr>
          <a:xfrm>
            <a:off x="865377" y="3255205"/>
            <a:ext cx="919302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Regression models predict </a:t>
            </a:r>
            <a:r>
              <a:rPr lang="en-US" b="1" i="1" dirty="0"/>
              <a:t>continuous values</a:t>
            </a:r>
            <a:r>
              <a:rPr lang="en-US" i="1" dirty="0"/>
              <a:t>.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house price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forecasting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temperature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stock price prediction</a:t>
            </a:r>
          </a:p>
          <a:p>
            <a:r>
              <a:rPr lang="en-US" dirty="0"/>
              <a:t>Regression metrics measure </a:t>
            </a:r>
            <a:r>
              <a:rPr lang="en-US" b="1" dirty="0"/>
              <a:t>how far predictions are from actual values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7014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47960"/>
            <a:ext cx="52592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Mean Absolute Error (MAE)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86B2E-1767-47FC-807F-92636345FC83}"/>
              </a:ext>
            </a:extLst>
          </p:cNvPr>
          <p:cNvSpPr txBox="1"/>
          <p:nvPr/>
        </p:nvSpPr>
        <p:spPr>
          <a:xfrm>
            <a:off x="685800" y="1026027"/>
            <a:ext cx="94604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MAE measures the </a:t>
            </a:r>
            <a:r>
              <a:rPr lang="en-US" b="1" dirty="0"/>
              <a:t>average absolute difference between predicted and actual values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i="1" dirty="0"/>
              <a:t>Formula:</a:t>
            </a:r>
          </a:p>
          <a:p>
            <a:r>
              <a:rPr lang="en-US" dirty="0"/>
              <a:t>MAE = Average(|Actual − Predicted|)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9CA6A8-F4CF-4A23-999F-13298F340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057661"/>
              </p:ext>
            </p:extLst>
          </p:nvPr>
        </p:nvGraphicFramePr>
        <p:xfrm>
          <a:off x="1295400" y="2436788"/>
          <a:ext cx="6629400" cy="15240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2719530651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416858222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b="1" dirty="0"/>
                        <a:t>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Predicted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671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33552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8460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1772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8B5920E-B821-4F1D-A648-52649520A72B}"/>
              </a:ext>
            </a:extLst>
          </p:cNvPr>
          <p:cNvSpPr txBox="1"/>
          <p:nvPr/>
        </p:nvSpPr>
        <p:spPr>
          <a:xfrm>
            <a:off x="914400" y="4038600"/>
            <a:ext cx="60977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Errors:</a:t>
            </a:r>
          </a:p>
          <a:p>
            <a:r>
              <a:rPr lang="en-US" dirty="0"/>
              <a:t>10</a:t>
            </a:r>
            <a:br>
              <a:rPr lang="en-US" dirty="0"/>
            </a:br>
            <a:r>
              <a:rPr lang="en-US" dirty="0"/>
              <a:t>10</a:t>
            </a:r>
            <a:br>
              <a:rPr lang="en-US" dirty="0"/>
            </a:br>
            <a:r>
              <a:rPr lang="en-US" dirty="0"/>
              <a:t>5</a:t>
            </a:r>
          </a:p>
          <a:p>
            <a:endParaRPr lang="en-US" dirty="0"/>
          </a:p>
          <a:p>
            <a:r>
              <a:rPr lang="en-US" dirty="0"/>
              <a:t>MAE:</a:t>
            </a:r>
          </a:p>
          <a:p>
            <a:r>
              <a:rPr lang="en-US" dirty="0"/>
              <a:t>(10 + 10 + 5) / 3 = </a:t>
            </a:r>
            <a:r>
              <a:rPr lang="en-US" b="1" dirty="0"/>
              <a:t>8.33</a:t>
            </a:r>
            <a:endParaRPr lang="en-US" dirty="0"/>
          </a:p>
          <a:p>
            <a:r>
              <a:rPr lang="en-US" dirty="0"/>
              <a:t>Meaning:</a:t>
            </a:r>
          </a:p>
          <a:p>
            <a:r>
              <a:rPr lang="en-US" i="1" dirty="0">
                <a:highlight>
                  <a:srgbClr val="FFFF00"/>
                </a:highlight>
              </a:rPr>
              <a:t>On average, the prediction error is </a:t>
            </a:r>
            <a:r>
              <a:rPr lang="en-US" b="1" i="1" dirty="0">
                <a:highlight>
                  <a:srgbClr val="FFFF00"/>
                </a:highlight>
              </a:rPr>
              <a:t>8.33 units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830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47960"/>
            <a:ext cx="52592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Mean Squared Error (MSE)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C74CF-B2A4-4797-A86E-28D4FFEE156B}"/>
              </a:ext>
            </a:extLst>
          </p:cNvPr>
          <p:cNvSpPr txBox="1"/>
          <p:nvPr/>
        </p:nvSpPr>
        <p:spPr>
          <a:xfrm>
            <a:off x="609600" y="990600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MSE calculates the </a:t>
            </a:r>
            <a:r>
              <a:rPr lang="en-US" b="1" dirty="0"/>
              <a:t>average of squared errors</a:t>
            </a:r>
            <a:r>
              <a:rPr lang="en-US" dirty="0"/>
              <a:t>.</a:t>
            </a:r>
          </a:p>
          <a:p>
            <a:r>
              <a:rPr lang="en-US" i="1" dirty="0"/>
              <a:t>Formula:</a:t>
            </a:r>
          </a:p>
          <a:p>
            <a:r>
              <a:rPr lang="en-US" dirty="0"/>
              <a:t>MSE = Average((Actual − Predicted)²)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9CD81-270F-4777-B4D5-A34FA8379E3F}"/>
              </a:ext>
            </a:extLst>
          </p:cNvPr>
          <p:cNvSpPr txBox="1"/>
          <p:nvPr/>
        </p:nvSpPr>
        <p:spPr>
          <a:xfrm>
            <a:off x="685800" y="2362200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Square Errors?</a:t>
            </a:r>
          </a:p>
          <a:p>
            <a:r>
              <a:rPr lang="en-US" dirty="0"/>
              <a:t>Because </a:t>
            </a:r>
            <a:r>
              <a:rPr lang="en-US" b="1" dirty="0"/>
              <a:t>large mistakes are penalized more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= 10 →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= 20 → 400</a:t>
            </a:r>
          </a:p>
          <a:p>
            <a:endParaRPr lang="en-US" dirty="0"/>
          </a:p>
          <a:p>
            <a:r>
              <a:rPr lang="en-US" dirty="0"/>
              <a:t>Large errors become much larger.</a:t>
            </a:r>
          </a:p>
        </p:txBody>
      </p:sp>
    </p:spTree>
    <p:extLst>
      <p:ext uri="{BB962C8B-B14F-4D97-AF65-F5344CB8AC3E}">
        <p14:creationId xmlns:p14="http://schemas.microsoft.com/office/powerpoint/2010/main" val="898334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47960"/>
            <a:ext cx="52592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Root Mean Squared Error (RMSE)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86B2E-1767-47FC-807F-92636345FC83}"/>
              </a:ext>
            </a:extLst>
          </p:cNvPr>
          <p:cNvSpPr txBox="1"/>
          <p:nvPr/>
        </p:nvSpPr>
        <p:spPr>
          <a:xfrm>
            <a:off x="685800" y="1219200"/>
            <a:ext cx="946049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RMSE is the </a:t>
            </a:r>
            <a:r>
              <a:rPr lang="en-US" b="1" dirty="0"/>
              <a:t>square root of MSE</a:t>
            </a:r>
            <a:r>
              <a:rPr lang="en-US" dirty="0"/>
              <a:t>.</a:t>
            </a:r>
          </a:p>
          <a:p>
            <a:r>
              <a:rPr lang="en-US" b="1" i="1" dirty="0"/>
              <a:t>Formula:</a:t>
            </a:r>
          </a:p>
          <a:p>
            <a:r>
              <a:rPr lang="en-US" dirty="0"/>
              <a:t>RMSE = √MSE</a:t>
            </a:r>
          </a:p>
          <a:p>
            <a:endParaRPr lang="en-US" dirty="0"/>
          </a:p>
          <a:p>
            <a:r>
              <a:rPr lang="en-US" dirty="0"/>
              <a:t>RMSE converts error back to the </a:t>
            </a:r>
            <a:r>
              <a:rPr lang="en-US" b="1" dirty="0"/>
              <a:t>original unit of the data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MSE = 100</a:t>
            </a:r>
          </a:p>
          <a:p>
            <a:r>
              <a:rPr lang="en-US" dirty="0"/>
              <a:t>RMSE = 10</a:t>
            </a:r>
          </a:p>
          <a:p>
            <a:endParaRPr lang="en-US" dirty="0"/>
          </a:p>
          <a:p>
            <a:r>
              <a:rPr lang="en-US" dirty="0"/>
              <a:t>Meaning: Average prediction error ≈ </a:t>
            </a:r>
            <a:r>
              <a:rPr lang="en-US" b="1" dirty="0"/>
              <a:t>10 units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681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47960"/>
            <a:ext cx="52592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R² Score (Coefficient of Determination)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B8C62F-7BBD-4C43-AFD4-168FD2B4F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854665"/>
              </p:ext>
            </p:extLst>
          </p:nvPr>
        </p:nvGraphicFramePr>
        <p:xfrm>
          <a:off x="685800" y="2209800"/>
          <a:ext cx="8763000" cy="14630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val="2211732973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1433978612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r>
                        <a:rPr lang="en-US" b="1" dirty="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8731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Perfect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72707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 predictive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72922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r>
                        <a:rPr lang="en-US"/>
                        <a:t>&lt;0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Worse than 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913490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DF82819A-2DF1-4459-9D84-DE6BFB33D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04501"/>
            <a:ext cx="9525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measures how well the model explains the variation in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Range: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= 0.85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explains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85% of the variation in the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2898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4A4A-77A1-47CF-A71B-813072758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377" y="2454986"/>
            <a:ext cx="10461244" cy="80021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CLASSIFICATION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33647-DF98-410E-96DE-92D54099C7F6}"/>
              </a:ext>
            </a:extLst>
          </p:cNvPr>
          <p:cNvSpPr txBox="1"/>
          <p:nvPr/>
        </p:nvSpPr>
        <p:spPr>
          <a:xfrm>
            <a:off x="865377" y="3330476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Classification models predict </a:t>
            </a:r>
            <a:r>
              <a:rPr lang="en-US" b="1" i="1" dirty="0"/>
              <a:t>categories</a:t>
            </a:r>
            <a:r>
              <a:rPr lang="en-US" i="1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spam vs not spam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fraud vs legitimate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disease vs healthy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churn vs not churn</a:t>
            </a:r>
          </a:p>
        </p:txBody>
      </p:sp>
    </p:spTree>
    <p:extLst>
      <p:ext uri="{BB962C8B-B14F-4D97-AF65-F5344CB8AC3E}">
        <p14:creationId xmlns:p14="http://schemas.microsoft.com/office/powerpoint/2010/main" val="1965964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1976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509B"/>
                </a:solidFill>
              </a:rPr>
              <a:t>CONFUSION</a:t>
            </a:r>
            <a:r>
              <a:rPr sz="1800" spc="-55" dirty="0">
                <a:solidFill>
                  <a:srgbClr val="27509B"/>
                </a:solidFill>
              </a:rPr>
              <a:t> </a:t>
            </a:r>
            <a:r>
              <a:rPr sz="1800" spc="-30" dirty="0">
                <a:solidFill>
                  <a:srgbClr val="27509B"/>
                </a:solidFill>
              </a:rPr>
              <a:t>MATRIX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1220470" y="1186242"/>
            <a:ext cx="9751060" cy="1023558"/>
          </a:xfrm>
          <a:custGeom>
            <a:avLst/>
            <a:gdLst/>
            <a:ahLst/>
            <a:cxnLst/>
            <a:rect l="l" t="t" r="r" b="b"/>
            <a:pathLst>
              <a:path w="9751060" h="676910">
                <a:moveTo>
                  <a:pt x="0" y="112775"/>
                </a:moveTo>
                <a:lnTo>
                  <a:pt x="8870" y="68901"/>
                </a:lnTo>
                <a:lnTo>
                  <a:pt x="33051" y="33051"/>
                </a:lnTo>
                <a:lnTo>
                  <a:pt x="68901" y="8870"/>
                </a:lnTo>
                <a:lnTo>
                  <a:pt x="112775" y="0"/>
                </a:lnTo>
                <a:lnTo>
                  <a:pt x="9637776" y="0"/>
                </a:lnTo>
                <a:lnTo>
                  <a:pt x="9681650" y="8870"/>
                </a:lnTo>
                <a:lnTo>
                  <a:pt x="9717500" y="33051"/>
                </a:lnTo>
                <a:lnTo>
                  <a:pt x="9741681" y="68901"/>
                </a:lnTo>
                <a:lnTo>
                  <a:pt x="9750552" y="112775"/>
                </a:lnTo>
                <a:lnTo>
                  <a:pt x="9750552" y="563880"/>
                </a:lnTo>
                <a:lnTo>
                  <a:pt x="9741681" y="607754"/>
                </a:lnTo>
                <a:lnTo>
                  <a:pt x="9717500" y="643604"/>
                </a:lnTo>
                <a:lnTo>
                  <a:pt x="9681650" y="667785"/>
                </a:lnTo>
                <a:lnTo>
                  <a:pt x="9637776" y="676656"/>
                </a:lnTo>
                <a:lnTo>
                  <a:pt x="112775" y="676656"/>
                </a:lnTo>
                <a:lnTo>
                  <a:pt x="68901" y="667785"/>
                </a:lnTo>
                <a:lnTo>
                  <a:pt x="33051" y="643604"/>
                </a:lnTo>
                <a:lnTo>
                  <a:pt x="8870" y="607754"/>
                </a:lnTo>
                <a:lnTo>
                  <a:pt x="0" y="563880"/>
                </a:lnTo>
                <a:lnTo>
                  <a:pt x="0" y="112775"/>
                </a:lnTo>
                <a:close/>
              </a:path>
            </a:pathLst>
          </a:custGeom>
          <a:ln w="12699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41196" y="1211071"/>
            <a:ext cx="9302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confusion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matrix</a:t>
            </a:r>
            <a:r>
              <a:rPr sz="1800" dirty="0">
                <a:latin typeface="Calibri"/>
                <a:cs typeface="Calibri"/>
              </a:rPr>
              <a:t> 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table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often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used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describe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classification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(or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“classifier”) 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set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true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values</a:t>
            </a:r>
            <a:r>
              <a:rPr sz="1800" spc="-10" dirty="0">
                <a:latin typeface="Calibri"/>
                <a:cs typeface="Calibri"/>
              </a:rPr>
              <a:t> are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known.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0423" y="2776727"/>
            <a:ext cx="6288024" cy="3304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1976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509B"/>
                </a:solidFill>
              </a:rPr>
              <a:t>CONFUSION</a:t>
            </a:r>
            <a:r>
              <a:rPr sz="1800" spc="-55" dirty="0">
                <a:solidFill>
                  <a:srgbClr val="27509B"/>
                </a:solidFill>
              </a:rPr>
              <a:t> </a:t>
            </a:r>
            <a:r>
              <a:rPr sz="1800" spc="-30" dirty="0">
                <a:solidFill>
                  <a:srgbClr val="27509B"/>
                </a:solidFill>
              </a:rPr>
              <a:t>MATRIX</a:t>
            </a:r>
            <a:endParaRPr sz="1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0644" y="1152323"/>
            <a:ext cx="5323478" cy="26839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0006" y="4428490"/>
            <a:ext cx="1104201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What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can we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learn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from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this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matrix?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latin typeface="Calibri"/>
                <a:cs typeface="Calibri"/>
              </a:rPr>
              <a:t>There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possible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classes: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"yes"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"no".</a:t>
            </a:r>
            <a:endParaRPr sz="1800">
              <a:latin typeface="Calibri"/>
              <a:cs typeface="Calibri"/>
            </a:endParaRPr>
          </a:p>
          <a:p>
            <a:pPr marL="299085" marR="3498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were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predicting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presence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disease,</a:t>
            </a:r>
            <a:r>
              <a:rPr sz="1800" spc="-15" dirty="0">
                <a:latin typeface="Calibri"/>
                <a:cs typeface="Calibri"/>
              </a:rPr>
              <a:t> for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"yes"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 they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disease,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"no"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dirty="0">
                <a:latin typeface="Calibri"/>
                <a:cs typeface="Calibri"/>
              </a:rPr>
              <a:t> mean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don't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disease.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classifier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made 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total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165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predictions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 165 </a:t>
            </a:r>
            <a:r>
              <a:rPr sz="1800" spc="-5" dirty="0">
                <a:latin typeface="Calibri"/>
                <a:cs typeface="Calibri"/>
              </a:rPr>
              <a:t>patients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were</a:t>
            </a:r>
            <a:r>
              <a:rPr sz="1800" dirty="0">
                <a:latin typeface="Calibri"/>
                <a:cs typeface="Calibri"/>
              </a:rPr>
              <a:t> being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tested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presence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disease).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Out 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165 </a:t>
            </a:r>
            <a:r>
              <a:rPr sz="1800" spc="-5" dirty="0">
                <a:latin typeface="Calibri"/>
                <a:cs typeface="Calibri"/>
              </a:rPr>
              <a:t>cases,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classifier</a:t>
            </a:r>
            <a:r>
              <a:rPr sz="1800" spc="-10" dirty="0">
                <a:latin typeface="Calibri"/>
                <a:cs typeface="Calibri"/>
              </a:rPr>
              <a:t> predicted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"yes"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110 </a:t>
            </a:r>
            <a:r>
              <a:rPr sz="1800" spc="-5" dirty="0">
                <a:latin typeface="Calibri"/>
                <a:cs typeface="Calibri"/>
              </a:rPr>
              <a:t>times,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"no"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55 </a:t>
            </a:r>
            <a:r>
              <a:rPr sz="1800" spc="-5" dirty="0">
                <a:latin typeface="Calibri"/>
                <a:cs typeface="Calibri"/>
              </a:rPr>
              <a:t>times.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reality,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105 </a:t>
            </a:r>
            <a:r>
              <a:rPr sz="1800" spc="-5" dirty="0">
                <a:latin typeface="Calibri"/>
                <a:cs typeface="Calibri"/>
              </a:rPr>
              <a:t>patients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sample </a:t>
            </a:r>
            <a:r>
              <a:rPr sz="1800" spc="-10" dirty="0">
                <a:latin typeface="Calibri"/>
                <a:cs typeface="Calibri"/>
              </a:rPr>
              <a:t>have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disease,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60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patients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86283"/>
            <a:ext cx="1976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7509B"/>
                </a:solidFill>
              </a:rPr>
              <a:t>CONFUSION</a:t>
            </a:r>
            <a:r>
              <a:rPr sz="1800" spc="-55" dirty="0">
                <a:solidFill>
                  <a:srgbClr val="27509B"/>
                </a:solidFill>
              </a:rPr>
              <a:t> </a:t>
            </a:r>
            <a:r>
              <a:rPr sz="1800" spc="-30" dirty="0">
                <a:solidFill>
                  <a:srgbClr val="27509B"/>
                </a:solidFill>
              </a:rPr>
              <a:t>MATRIX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538683" y="1192529"/>
            <a:ext cx="109423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 indent="-81280">
              <a:lnSpc>
                <a:spcPct val="100000"/>
              </a:lnSpc>
              <a:spcBef>
                <a:spcPts val="100"/>
              </a:spcBef>
              <a:buSzPct val="94444"/>
              <a:buFont typeface="Arial MT"/>
              <a:buChar char="•"/>
              <a:tabLst>
                <a:tab pos="93980" algn="l"/>
              </a:tabLst>
            </a:pPr>
            <a:r>
              <a:rPr sz="1800" b="1" spc="-30" dirty="0">
                <a:latin typeface="Calibri"/>
                <a:cs typeface="Calibri"/>
              </a:rPr>
              <a:t>True</a:t>
            </a:r>
            <a:r>
              <a:rPr sz="1800" b="1" spc="-5" dirty="0">
                <a:latin typeface="Calibri"/>
                <a:cs typeface="Calibri"/>
              </a:rPr>
              <a:t> positives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(TP):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These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cases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predicted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(they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disease),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disease.</a:t>
            </a:r>
            <a:endParaRPr sz="1800">
              <a:latin typeface="Calibri"/>
              <a:cs typeface="Calibri"/>
            </a:endParaRPr>
          </a:p>
          <a:p>
            <a:pPr marL="93345" indent="-81280">
              <a:lnSpc>
                <a:spcPct val="100000"/>
              </a:lnSpc>
              <a:buSzPct val="94444"/>
              <a:buFont typeface="Arial MT"/>
              <a:buChar char="•"/>
              <a:tabLst>
                <a:tab pos="93980" algn="l"/>
              </a:tabLst>
            </a:pPr>
            <a:r>
              <a:rPr sz="1800" b="1" spc="-30" dirty="0">
                <a:latin typeface="Calibri"/>
                <a:cs typeface="Calibri"/>
              </a:rPr>
              <a:t>True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negatives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(TN):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We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no,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don't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disease.</a:t>
            </a:r>
            <a:endParaRPr sz="1800">
              <a:latin typeface="Calibri"/>
              <a:cs typeface="Calibri"/>
            </a:endParaRPr>
          </a:p>
          <a:p>
            <a:pPr marL="93345" indent="-81280">
              <a:lnSpc>
                <a:spcPct val="100000"/>
              </a:lnSpc>
              <a:buSzPct val="94444"/>
              <a:buFont typeface="Arial MT"/>
              <a:buChar char="•"/>
              <a:tabLst>
                <a:tab pos="93980" algn="l"/>
              </a:tabLst>
            </a:pPr>
            <a:r>
              <a:rPr sz="1800" b="1" spc="-10" dirty="0">
                <a:latin typeface="Calibri"/>
                <a:cs typeface="Calibri"/>
              </a:rPr>
              <a:t>False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positives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(FP):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We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yes, but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don't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(Also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known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"Type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error.")</a:t>
            </a:r>
            <a:endParaRPr sz="1800">
              <a:latin typeface="Calibri"/>
              <a:cs typeface="Calibri"/>
            </a:endParaRPr>
          </a:p>
          <a:p>
            <a:pPr marL="93345" indent="-81280">
              <a:lnSpc>
                <a:spcPct val="100000"/>
              </a:lnSpc>
              <a:buSzPct val="94444"/>
              <a:buFont typeface="Arial MT"/>
              <a:buChar char="•"/>
              <a:tabLst>
                <a:tab pos="93980" algn="l"/>
              </a:tabLst>
            </a:pPr>
            <a:r>
              <a:rPr sz="1800" b="1" spc="-10" dirty="0">
                <a:latin typeface="Calibri"/>
                <a:cs typeface="Calibri"/>
              </a:rPr>
              <a:t>False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negatives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(FN):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We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predicted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no,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but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have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disease.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(Also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known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 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"Type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error.")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628" y="3053099"/>
            <a:ext cx="5247120" cy="28131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61628" y="2895600"/>
            <a:ext cx="10972800" cy="4526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95415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Calibri"/>
                <a:cs typeface="Calibri"/>
              </a:rPr>
              <a:t>Accuracy: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spc="-10" dirty="0"/>
              <a:t>Overall,</a:t>
            </a:r>
            <a:r>
              <a:rPr dirty="0"/>
              <a:t> </a:t>
            </a:r>
            <a:r>
              <a:rPr spc="-5" dirty="0"/>
              <a:t>how</a:t>
            </a:r>
            <a:r>
              <a:rPr dirty="0"/>
              <a:t> </a:t>
            </a:r>
            <a:r>
              <a:rPr spc="-10" dirty="0"/>
              <a:t>often</a:t>
            </a:r>
            <a:r>
              <a:rPr spc="10" dirty="0"/>
              <a:t> </a:t>
            </a:r>
            <a:r>
              <a:rPr spc="-5" dirty="0"/>
              <a:t>is </a:t>
            </a:r>
            <a:r>
              <a:rPr dirty="0"/>
              <a:t>the </a:t>
            </a:r>
            <a:r>
              <a:rPr spc="-5" dirty="0"/>
              <a:t>classifier</a:t>
            </a:r>
            <a:r>
              <a:rPr spc="-15" dirty="0"/>
              <a:t> </a:t>
            </a:r>
            <a:r>
              <a:rPr spc="-10" dirty="0"/>
              <a:t>correct?</a:t>
            </a:r>
          </a:p>
          <a:p>
            <a:pPr marL="6781800" indent="-287020">
              <a:lnSpc>
                <a:spcPct val="100000"/>
              </a:lnSpc>
              <a:buFont typeface="Arial MT"/>
              <a:buChar char="•"/>
              <a:tabLst>
                <a:tab pos="6781800" algn="l"/>
                <a:tab pos="6782434" algn="l"/>
              </a:tabLst>
            </a:pPr>
            <a:r>
              <a:rPr spc="-10" dirty="0"/>
              <a:t>(TP+TN)/total</a:t>
            </a:r>
            <a:r>
              <a:rPr spc="10" dirty="0"/>
              <a:t> </a:t>
            </a:r>
            <a:r>
              <a:rPr dirty="0"/>
              <a:t>=</a:t>
            </a:r>
            <a:r>
              <a:rPr spc="5" dirty="0"/>
              <a:t> </a:t>
            </a:r>
            <a:r>
              <a:rPr spc="-5" dirty="0"/>
              <a:t>(100+50)/165</a:t>
            </a:r>
            <a:r>
              <a:rPr spc="10" dirty="0"/>
              <a:t> </a:t>
            </a:r>
            <a:r>
              <a:rPr dirty="0"/>
              <a:t>=</a:t>
            </a:r>
            <a:r>
              <a:rPr spc="5" dirty="0"/>
              <a:t> </a:t>
            </a:r>
            <a:r>
              <a:rPr dirty="0"/>
              <a:t>0.91</a:t>
            </a:r>
          </a:p>
          <a:p>
            <a:pPr marL="6482715"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750" dirty="0"/>
          </a:p>
          <a:p>
            <a:pPr marL="6495415">
              <a:lnSpc>
                <a:spcPct val="100000"/>
              </a:lnSpc>
            </a:pPr>
            <a:r>
              <a:rPr b="1" spc="-5" dirty="0">
                <a:latin typeface="Calibri"/>
                <a:cs typeface="Calibri"/>
              </a:rPr>
              <a:t>Misclassification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Rate:</a:t>
            </a:r>
            <a:r>
              <a:rPr b="1" dirty="0">
                <a:latin typeface="Calibri"/>
                <a:cs typeface="Calibri"/>
              </a:rPr>
              <a:t> </a:t>
            </a:r>
            <a:r>
              <a:rPr spc="-10" dirty="0"/>
              <a:t>Overall,</a:t>
            </a:r>
            <a:r>
              <a:rPr dirty="0"/>
              <a:t> </a:t>
            </a:r>
            <a:r>
              <a:rPr spc="-10" dirty="0"/>
              <a:t>how</a:t>
            </a:r>
            <a:r>
              <a:rPr spc="10" dirty="0"/>
              <a:t> </a:t>
            </a:r>
            <a:r>
              <a:rPr spc="-10" dirty="0"/>
              <a:t>often</a:t>
            </a:r>
            <a:r>
              <a:rPr dirty="0"/>
              <a:t> is</a:t>
            </a:r>
            <a:r>
              <a:rPr spc="5" dirty="0"/>
              <a:t> </a:t>
            </a:r>
            <a:r>
              <a:rPr spc="-5" dirty="0"/>
              <a:t>it</a:t>
            </a:r>
            <a:r>
              <a:rPr dirty="0"/>
              <a:t> </a:t>
            </a:r>
            <a:r>
              <a:rPr spc="-10" dirty="0"/>
              <a:t>wrong?</a:t>
            </a:r>
          </a:p>
          <a:p>
            <a:pPr marL="678180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781800" algn="l"/>
                <a:tab pos="6782434" algn="l"/>
              </a:tabLst>
            </a:pPr>
            <a:r>
              <a:rPr spc="-10" dirty="0"/>
              <a:t>(FP+FN)/total</a:t>
            </a:r>
            <a:r>
              <a:rPr dirty="0"/>
              <a:t> =</a:t>
            </a:r>
            <a:r>
              <a:rPr spc="-15" dirty="0"/>
              <a:t> </a:t>
            </a:r>
            <a:r>
              <a:rPr spc="-5" dirty="0"/>
              <a:t>(10+5)/165</a:t>
            </a:r>
            <a:r>
              <a:rPr spc="15" dirty="0"/>
              <a:t> </a:t>
            </a:r>
            <a:r>
              <a:rPr dirty="0"/>
              <a:t>=</a:t>
            </a:r>
            <a:r>
              <a:rPr spc="-15" dirty="0"/>
              <a:t> </a:t>
            </a:r>
            <a:r>
              <a:rPr dirty="0"/>
              <a:t>0.09</a:t>
            </a:r>
          </a:p>
          <a:p>
            <a:pPr marL="6482715"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750" dirty="0"/>
          </a:p>
          <a:p>
            <a:pPr marL="6495415" marR="698500">
              <a:lnSpc>
                <a:spcPct val="100000"/>
              </a:lnSpc>
              <a:spcBef>
                <a:spcPts val="5"/>
              </a:spcBef>
            </a:pPr>
            <a:r>
              <a:rPr b="1" spc="-5" dirty="0">
                <a:latin typeface="Calibri"/>
                <a:cs typeface="Calibri"/>
              </a:rPr>
              <a:t>Precision: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spc="-5" dirty="0"/>
              <a:t>When</a:t>
            </a:r>
            <a:r>
              <a:rPr spc="5" dirty="0"/>
              <a:t> </a:t>
            </a:r>
            <a:r>
              <a:rPr spc="-5" dirty="0"/>
              <a:t>it</a:t>
            </a:r>
            <a:r>
              <a:rPr spc="5" dirty="0"/>
              <a:t> </a:t>
            </a:r>
            <a:r>
              <a:rPr spc="-10" dirty="0"/>
              <a:t>predicts</a:t>
            </a:r>
            <a:r>
              <a:rPr spc="5" dirty="0"/>
              <a:t> </a:t>
            </a:r>
            <a:r>
              <a:rPr spc="-5" dirty="0"/>
              <a:t>yes, how</a:t>
            </a:r>
            <a:r>
              <a:rPr dirty="0"/>
              <a:t> </a:t>
            </a:r>
            <a:r>
              <a:rPr spc="-10" dirty="0"/>
              <a:t>often</a:t>
            </a:r>
            <a:r>
              <a:rPr spc="10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5" dirty="0"/>
              <a:t>it </a:t>
            </a:r>
            <a:r>
              <a:rPr spc="-395" dirty="0"/>
              <a:t> </a:t>
            </a:r>
            <a:r>
              <a:rPr spc="-10" dirty="0"/>
              <a:t>correct?</a:t>
            </a:r>
          </a:p>
          <a:p>
            <a:pPr marL="6781800" indent="-287020">
              <a:lnSpc>
                <a:spcPct val="100000"/>
              </a:lnSpc>
              <a:buFont typeface="Arial MT"/>
              <a:buChar char="•"/>
              <a:tabLst>
                <a:tab pos="6781800" algn="l"/>
                <a:tab pos="6782434" algn="l"/>
              </a:tabLst>
            </a:pPr>
            <a:r>
              <a:rPr spc="-20" dirty="0"/>
              <a:t>TP/predicted</a:t>
            </a:r>
            <a:r>
              <a:rPr spc="30" dirty="0"/>
              <a:t> </a:t>
            </a:r>
            <a:r>
              <a:rPr spc="-10" dirty="0"/>
              <a:t>yes </a:t>
            </a:r>
            <a:r>
              <a:rPr dirty="0"/>
              <a:t>=</a:t>
            </a:r>
            <a:r>
              <a:rPr spc="5" dirty="0"/>
              <a:t> </a:t>
            </a:r>
            <a:r>
              <a:rPr dirty="0"/>
              <a:t>100/110 =</a:t>
            </a:r>
            <a:r>
              <a:rPr spc="-10" dirty="0"/>
              <a:t> </a:t>
            </a:r>
            <a:r>
              <a:rPr dirty="0"/>
              <a:t>0.91</a:t>
            </a:r>
          </a:p>
        </p:txBody>
      </p:sp>
      <p:sp>
        <p:nvSpPr>
          <p:cNvPr id="6" name="object 6"/>
          <p:cNvSpPr/>
          <p:nvPr/>
        </p:nvSpPr>
        <p:spPr>
          <a:xfrm>
            <a:off x="6555485" y="2683001"/>
            <a:ext cx="0" cy="3811904"/>
          </a:xfrm>
          <a:custGeom>
            <a:avLst/>
            <a:gdLst/>
            <a:ahLst/>
            <a:cxnLst/>
            <a:rect l="l" t="t" r="r" b="b"/>
            <a:pathLst>
              <a:path h="3811904">
                <a:moveTo>
                  <a:pt x="0" y="0"/>
                </a:moveTo>
                <a:lnTo>
                  <a:pt x="0" y="3811714"/>
                </a:lnTo>
              </a:path>
            </a:pathLst>
          </a:custGeom>
          <a:ln w="1905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37AE-25A5-4F11-894D-6DEE8948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97391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52592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Regression vs Classification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53B85-98F1-4919-9536-689A0127293A}"/>
              </a:ext>
            </a:extLst>
          </p:cNvPr>
          <p:cNvSpPr txBox="1"/>
          <p:nvPr/>
        </p:nvSpPr>
        <p:spPr>
          <a:xfrm>
            <a:off x="1143000" y="3886200"/>
            <a:ext cx="982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evaluates </a:t>
            </a:r>
            <a:r>
              <a:rPr lang="en-US" b="1" dirty="0"/>
              <a:t>numerical errors</a:t>
            </a:r>
            <a:r>
              <a:rPr lang="en-US" dirty="0"/>
              <a:t>, while classification evaluates </a:t>
            </a:r>
            <a:r>
              <a:rPr lang="en-US" b="1" dirty="0"/>
              <a:t>correctness of predicted classes</a:t>
            </a:r>
            <a:r>
              <a:rPr lang="en-US" dirty="0"/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FD362F-9D48-47A7-A795-E4A2C457D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524019"/>
              </p:ext>
            </p:extLst>
          </p:nvPr>
        </p:nvGraphicFramePr>
        <p:xfrm>
          <a:off x="820510" y="1390208"/>
          <a:ext cx="8171090" cy="203879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85545">
                  <a:extLst>
                    <a:ext uri="{9D8B030D-6E8A-4147-A177-3AD203B41FA5}">
                      <a16:colId xmlns:a16="http://schemas.microsoft.com/office/drawing/2014/main" val="1418954582"/>
                    </a:ext>
                  </a:extLst>
                </a:gridCol>
                <a:gridCol w="4085545">
                  <a:extLst>
                    <a:ext uri="{9D8B030D-6E8A-4147-A177-3AD203B41FA5}">
                      <a16:colId xmlns:a16="http://schemas.microsoft.com/office/drawing/2014/main" val="3674515750"/>
                    </a:ext>
                  </a:extLst>
                </a:gridCol>
              </a:tblGrid>
              <a:tr h="407758">
                <a:tc>
                  <a:txBody>
                    <a:bodyPr/>
                    <a:lstStyle/>
                    <a:p>
                      <a:r>
                        <a:rPr lang="en-US"/>
                        <a:t>Regression 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Classification Metrics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70808"/>
                  </a:ext>
                </a:extLst>
              </a:tr>
              <a:tr h="407758"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031092"/>
                  </a:ext>
                </a:extLst>
              </a:tr>
              <a:tr h="407758">
                <a:tc>
                  <a:txBody>
                    <a:bodyPr/>
                    <a:lstStyle/>
                    <a:p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193528"/>
                  </a:ext>
                </a:extLst>
              </a:tr>
              <a:tr h="407758"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060278"/>
                  </a:ext>
                </a:extLst>
              </a:tr>
              <a:tr h="407758">
                <a:tc>
                  <a:txBody>
                    <a:bodyPr/>
                    <a:lstStyle/>
                    <a:p>
                      <a:r>
                        <a:rPr lang="en-US"/>
                        <a:t>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567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807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6777" y="433196"/>
            <a:ext cx="525922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7509B"/>
                </a:solidFill>
                <a:latin typeface="Calibri"/>
                <a:cs typeface="Calibri"/>
              </a:rPr>
              <a:t>CHOOSING THE RIGHT METRIC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7D3875-FA91-4F1B-80D4-EDA903CA96B0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447800"/>
          <a:ext cx="8610600" cy="1889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305300">
                  <a:extLst>
                    <a:ext uri="{9D8B030D-6E8A-4147-A177-3AD203B41FA5}">
                      <a16:colId xmlns:a16="http://schemas.microsoft.com/office/drawing/2014/main" val="2407883437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115519240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b="1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Best 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64075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House price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RMSE / MAE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47935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Spam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678966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Fraud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8824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Imbalanced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2489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B353B85-98F1-4919-9536-689A0127293A}"/>
              </a:ext>
            </a:extLst>
          </p:cNvPr>
          <p:cNvSpPr txBox="1"/>
          <p:nvPr/>
        </p:nvSpPr>
        <p:spPr>
          <a:xfrm>
            <a:off x="1143000" y="3886200"/>
            <a:ext cx="982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Choosing the right metric depends on </a:t>
            </a:r>
            <a:r>
              <a:rPr lang="en-US" b="1" dirty="0"/>
              <a:t>business impact and risk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557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1020</Words>
  <Application>Microsoft Office PowerPoint</Application>
  <PresentationFormat>Widescreen</PresentationFormat>
  <Paragraphs>214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MT</vt:lpstr>
      <vt:lpstr>Calibri</vt:lpstr>
      <vt:lpstr>Calibri Light</vt:lpstr>
      <vt:lpstr>Office Theme</vt:lpstr>
      <vt:lpstr>Metrics to evaluate ML models</vt:lpstr>
      <vt:lpstr>PowerPoint Presentation</vt:lpstr>
      <vt:lpstr>WHAT IS MODEL EVALUATION?</vt:lpstr>
      <vt:lpstr>REAL-LIFE EXAMPLE</vt:lpstr>
      <vt:lpstr>WHY EVALUATION IS IMPORTANT</vt:lpstr>
      <vt:lpstr>TYPES OF EVALUATION METRICS</vt:lpstr>
      <vt:lpstr>REGRESSION METRICS</vt:lpstr>
      <vt:lpstr>Mean Absolute Error (MAE)</vt:lpstr>
      <vt:lpstr>Mean Squared Error (MSE)</vt:lpstr>
      <vt:lpstr>Root Mean Squared Error (RMSE)</vt:lpstr>
      <vt:lpstr>R² Score (Coefficient of Determination)</vt:lpstr>
      <vt:lpstr>CLASSIFICATION METRICS</vt:lpstr>
      <vt:lpstr>CONFUSION MATRIX</vt:lpstr>
      <vt:lpstr>CONFUSION MATRIX</vt:lpstr>
      <vt:lpstr>CONFUSION MATRIX</vt:lpstr>
      <vt:lpstr>SUMMARY</vt:lpstr>
      <vt:lpstr>Regression vs Classification Metrics</vt:lpstr>
      <vt:lpstr>CHOOSING THE RIGHT METRIC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 Mirajkar</dc:creator>
  <cp:lastModifiedBy>Ankit Mirajkar</cp:lastModifiedBy>
  <cp:revision>60</cp:revision>
  <dcterms:created xsi:type="dcterms:W3CDTF">2024-02-24T02:04:22Z</dcterms:created>
  <dcterms:modified xsi:type="dcterms:W3CDTF">2026-03-15T16:32:37Z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2024-02-24T00:00:00Z</vt:filetime>
  </property>
</Properties>
</file>