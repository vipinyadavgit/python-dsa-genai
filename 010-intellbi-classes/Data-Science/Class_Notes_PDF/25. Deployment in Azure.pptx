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A55C75D-4359-4AD1-8DF3-DC8B73055E81}" type="doc">
      <dgm:prSet loTypeId="urn:microsoft.com/office/officeart/2005/8/layout/h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0B93F41-16AE-44EE-A742-7F70BBC93832}">
      <dgm:prSet phldrT="[Text]"/>
      <dgm:spPr/>
      <dgm:t>
        <a:bodyPr/>
        <a:lstStyle/>
        <a:p>
          <a:r>
            <a:rPr lang="en-US" dirty="0"/>
            <a:t>Step A</a:t>
          </a:r>
        </a:p>
      </dgm:t>
    </dgm:pt>
    <dgm:pt modelId="{8773D360-14BF-4634-8D4A-E8253C6A7E98}" type="parTrans" cxnId="{FEC4A2F4-E674-4187-BAE0-131F785B9620}">
      <dgm:prSet/>
      <dgm:spPr/>
      <dgm:t>
        <a:bodyPr/>
        <a:lstStyle/>
        <a:p>
          <a:endParaRPr lang="en-US"/>
        </a:p>
      </dgm:t>
    </dgm:pt>
    <dgm:pt modelId="{605BE725-986B-491B-85BF-D9917AA7BE0F}" type="sibTrans" cxnId="{FEC4A2F4-E674-4187-BAE0-131F785B9620}">
      <dgm:prSet/>
      <dgm:spPr/>
      <dgm:t>
        <a:bodyPr/>
        <a:lstStyle/>
        <a:p>
          <a:endParaRPr lang="en-US"/>
        </a:p>
      </dgm:t>
    </dgm:pt>
    <dgm:pt modelId="{75E68E92-B95B-4EE7-ABA0-DD626B59D3E8}">
      <dgm:prSet phldrT="[Text]"/>
      <dgm:spPr/>
      <dgm:t>
        <a:bodyPr/>
        <a:lstStyle/>
        <a:p>
          <a:r>
            <a:rPr lang="en-US" dirty="0"/>
            <a:t>Create the Recipe (</a:t>
          </a:r>
          <a:r>
            <a:rPr lang="en-US" dirty="0" err="1"/>
            <a:t>Dockerfile</a:t>
          </a:r>
          <a:r>
            <a:rPr lang="en-US" dirty="0"/>
            <a:t>)</a:t>
          </a:r>
        </a:p>
      </dgm:t>
    </dgm:pt>
    <dgm:pt modelId="{1DC9510F-E003-4AE8-A9F0-182C7EDB5A71}" type="parTrans" cxnId="{F4540695-23CD-41B9-906D-AD0538B91899}">
      <dgm:prSet/>
      <dgm:spPr/>
      <dgm:t>
        <a:bodyPr/>
        <a:lstStyle/>
        <a:p>
          <a:endParaRPr lang="en-US"/>
        </a:p>
      </dgm:t>
    </dgm:pt>
    <dgm:pt modelId="{504F4415-130A-4E18-B9EA-459FA5DD6AE4}" type="sibTrans" cxnId="{F4540695-23CD-41B9-906D-AD0538B91899}">
      <dgm:prSet/>
      <dgm:spPr/>
      <dgm:t>
        <a:bodyPr/>
        <a:lstStyle/>
        <a:p>
          <a:endParaRPr lang="en-US"/>
        </a:p>
      </dgm:t>
    </dgm:pt>
    <dgm:pt modelId="{16806497-7A60-402B-8D2A-F87E024F1DBF}">
      <dgm:prSet phldrT="[Text]"/>
      <dgm:spPr/>
      <dgm:t>
        <a:bodyPr/>
        <a:lstStyle/>
        <a:p>
          <a:r>
            <a:rPr lang="en-US" dirty="0"/>
            <a:t>Step B</a:t>
          </a:r>
        </a:p>
      </dgm:t>
    </dgm:pt>
    <dgm:pt modelId="{75B9560F-2722-4ADC-B406-7589B7E1D51C}" type="parTrans" cxnId="{70B701C6-8D72-4031-80AB-C1B39421704D}">
      <dgm:prSet/>
      <dgm:spPr/>
      <dgm:t>
        <a:bodyPr/>
        <a:lstStyle/>
        <a:p>
          <a:endParaRPr lang="en-US"/>
        </a:p>
      </dgm:t>
    </dgm:pt>
    <dgm:pt modelId="{C4DCF6E8-5121-4882-A8D5-0F41E1FAB530}" type="sibTrans" cxnId="{70B701C6-8D72-4031-80AB-C1B39421704D}">
      <dgm:prSet/>
      <dgm:spPr/>
      <dgm:t>
        <a:bodyPr/>
        <a:lstStyle/>
        <a:p>
          <a:endParaRPr lang="en-US"/>
        </a:p>
      </dgm:t>
    </dgm:pt>
    <dgm:pt modelId="{DDA7EFB5-F46F-4509-BC9C-B854D722C20A}">
      <dgm:prSet phldrT="[Text]"/>
      <dgm:spPr/>
      <dgm:t>
        <a:bodyPr/>
        <a:lstStyle/>
        <a:p>
          <a:r>
            <a:rPr lang="en-US" dirty="0"/>
            <a:t>Build the image</a:t>
          </a:r>
        </a:p>
      </dgm:t>
    </dgm:pt>
    <dgm:pt modelId="{6F3E2D56-E7B9-4361-BAC1-1B8BF39048E4}" type="parTrans" cxnId="{34DD3E36-E61C-4506-9230-9C0A216E62ED}">
      <dgm:prSet/>
      <dgm:spPr/>
      <dgm:t>
        <a:bodyPr/>
        <a:lstStyle/>
        <a:p>
          <a:endParaRPr lang="en-US"/>
        </a:p>
      </dgm:t>
    </dgm:pt>
    <dgm:pt modelId="{0DB66A60-1200-437A-A121-7A29EB6AD70C}" type="sibTrans" cxnId="{34DD3E36-E61C-4506-9230-9C0A216E62ED}">
      <dgm:prSet/>
      <dgm:spPr/>
      <dgm:t>
        <a:bodyPr/>
        <a:lstStyle/>
        <a:p>
          <a:endParaRPr lang="en-US"/>
        </a:p>
      </dgm:t>
    </dgm:pt>
    <dgm:pt modelId="{366D0D34-6DEC-4F9A-9BB3-CA9DC1CBA0D9}">
      <dgm:prSet phldrT="[Text]"/>
      <dgm:spPr/>
      <dgm:t>
        <a:bodyPr/>
        <a:lstStyle/>
        <a:p>
          <a:r>
            <a:rPr lang="en-US" dirty="0"/>
            <a:t>Step C</a:t>
          </a:r>
        </a:p>
      </dgm:t>
    </dgm:pt>
    <dgm:pt modelId="{FF3A3019-1E66-4C48-A262-59E4894EA6A9}" type="parTrans" cxnId="{87802E4A-0E17-455D-8804-9BF2B321E29C}">
      <dgm:prSet/>
      <dgm:spPr/>
      <dgm:t>
        <a:bodyPr/>
        <a:lstStyle/>
        <a:p>
          <a:endParaRPr lang="en-US"/>
        </a:p>
      </dgm:t>
    </dgm:pt>
    <dgm:pt modelId="{48C5D5BD-FC1C-4048-82D8-02F971B59A3F}" type="sibTrans" cxnId="{87802E4A-0E17-455D-8804-9BF2B321E29C}">
      <dgm:prSet/>
      <dgm:spPr/>
      <dgm:t>
        <a:bodyPr/>
        <a:lstStyle/>
        <a:p>
          <a:endParaRPr lang="en-US"/>
        </a:p>
      </dgm:t>
    </dgm:pt>
    <dgm:pt modelId="{1C7CE115-B717-4E5D-84BF-00D1FCC9EE18}">
      <dgm:prSet phldrT="[Text]"/>
      <dgm:spPr/>
      <dgm:t>
        <a:bodyPr/>
        <a:lstStyle/>
        <a:p>
          <a:r>
            <a:rPr lang="en-US" dirty="0"/>
            <a:t>Push to the Cloud</a:t>
          </a:r>
        </a:p>
      </dgm:t>
    </dgm:pt>
    <dgm:pt modelId="{CD34D4B4-7613-44E8-BE30-F294714E1B78}" type="parTrans" cxnId="{D92E0477-5911-4100-89E6-BFB6BCB78C4A}">
      <dgm:prSet/>
      <dgm:spPr/>
      <dgm:t>
        <a:bodyPr/>
        <a:lstStyle/>
        <a:p>
          <a:endParaRPr lang="en-US"/>
        </a:p>
      </dgm:t>
    </dgm:pt>
    <dgm:pt modelId="{71AB0B3E-E85A-4807-8F41-F25B11C7DD65}" type="sibTrans" cxnId="{D92E0477-5911-4100-89E6-BFB6BCB78C4A}">
      <dgm:prSet/>
      <dgm:spPr/>
      <dgm:t>
        <a:bodyPr/>
        <a:lstStyle/>
        <a:p>
          <a:endParaRPr lang="en-US"/>
        </a:p>
      </dgm:t>
    </dgm:pt>
    <dgm:pt modelId="{0BE52D81-B077-417F-84AE-AC549525552D}">
      <dgm:prSet phldrT="[Text]"/>
      <dgm:spPr/>
      <dgm:t>
        <a:bodyPr/>
        <a:lstStyle/>
        <a:p>
          <a:r>
            <a:rPr lang="en-US" dirty="0"/>
            <a:t>Step D</a:t>
          </a:r>
        </a:p>
      </dgm:t>
    </dgm:pt>
    <dgm:pt modelId="{E721D507-40F2-4C6E-805D-B5AAD79CA1EB}" type="parTrans" cxnId="{A96A18E6-683E-4E89-9B81-D18680354670}">
      <dgm:prSet/>
      <dgm:spPr/>
      <dgm:t>
        <a:bodyPr/>
        <a:lstStyle/>
        <a:p>
          <a:endParaRPr lang="en-US"/>
        </a:p>
      </dgm:t>
    </dgm:pt>
    <dgm:pt modelId="{010B6062-44B3-4F60-97FE-8AA5F775BF49}" type="sibTrans" cxnId="{A96A18E6-683E-4E89-9B81-D18680354670}">
      <dgm:prSet/>
      <dgm:spPr/>
      <dgm:t>
        <a:bodyPr/>
        <a:lstStyle/>
        <a:p>
          <a:endParaRPr lang="en-US"/>
        </a:p>
      </dgm:t>
    </dgm:pt>
    <dgm:pt modelId="{1E01A051-2F2E-4B12-9A0F-31C1CB0708AA}">
      <dgm:prSet phldrT="[Text]"/>
      <dgm:spPr/>
      <dgm:t>
        <a:bodyPr/>
        <a:lstStyle/>
        <a:p>
          <a:r>
            <a:rPr lang="en-US" dirty="0"/>
            <a:t>The Cloud "Runs" it</a:t>
          </a:r>
        </a:p>
      </dgm:t>
    </dgm:pt>
    <dgm:pt modelId="{3850F78E-3D8B-46B4-95D4-44BBCA117974}" type="parTrans" cxnId="{C353D481-0241-4563-AC27-A2566DA9AB3F}">
      <dgm:prSet/>
      <dgm:spPr/>
      <dgm:t>
        <a:bodyPr/>
        <a:lstStyle/>
        <a:p>
          <a:endParaRPr lang="en-US"/>
        </a:p>
      </dgm:t>
    </dgm:pt>
    <dgm:pt modelId="{0B8060E7-16E9-4E76-B32F-5648D811F802}" type="sibTrans" cxnId="{C353D481-0241-4563-AC27-A2566DA9AB3F}">
      <dgm:prSet/>
      <dgm:spPr/>
      <dgm:t>
        <a:bodyPr/>
        <a:lstStyle/>
        <a:p>
          <a:endParaRPr lang="en-US"/>
        </a:p>
      </dgm:t>
    </dgm:pt>
    <dgm:pt modelId="{C4E08B36-3FBD-44FD-80F5-667C20732FBF}">
      <dgm:prSet phldrT="[Text]"/>
      <dgm:spPr/>
      <dgm:t>
        <a:bodyPr/>
        <a:lstStyle/>
        <a:p>
          <a:r>
            <a:rPr lang="en-US" dirty="0"/>
            <a:t>The Cloud (like Azure Container Apps) pulls that image and starts it.</a:t>
          </a:r>
        </a:p>
      </dgm:t>
    </dgm:pt>
    <dgm:pt modelId="{06D1136E-60A7-4710-AB15-A64C960332F3}" type="parTrans" cxnId="{3E2C5508-2334-4A14-806F-C53CBEB8DDD8}">
      <dgm:prSet/>
      <dgm:spPr/>
      <dgm:t>
        <a:bodyPr/>
        <a:lstStyle/>
        <a:p>
          <a:endParaRPr lang="en-US"/>
        </a:p>
      </dgm:t>
    </dgm:pt>
    <dgm:pt modelId="{DCC898D9-BA60-4FD7-A497-12586ADD0097}" type="sibTrans" cxnId="{3E2C5508-2334-4A14-806F-C53CBEB8DDD8}">
      <dgm:prSet/>
      <dgm:spPr/>
      <dgm:t>
        <a:bodyPr/>
        <a:lstStyle/>
        <a:p>
          <a:endParaRPr lang="en-US"/>
        </a:p>
      </dgm:t>
    </dgm:pt>
    <dgm:pt modelId="{7DE40C75-4784-4B7A-B569-63EE56157D31}">
      <dgm:prSet phldrT="[Text]"/>
      <dgm:spPr/>
      <dgm:t>
        <a:bodyPr/>
        <a:lstStyle/>
        <a:p>
          <a:r>
            <a:rPr lang="en-US" dirty="0"/>
            <a:t>You create a file named </a:t>
          </a:r>
          <a:r>
            <a:rPr lang="en-US" dirty="0" err="1"/>
            <a:t>Dockerfile</a:t>
          </a:r>
          <a:r>
            <a:rPr lang="en-US" dirty="0"/>
            <a:t> (no extension) in your project folder</a:t>
          </a:r>
        </a:p>
      </dgm:t>
    </dgm:pt>
    <dgm:pt modelId="{F9B2F316-6D91-4BD5-BC23-8B691B17DBFC}" type="parTrans" cxnId="{B2794AAF-83C1-4D3E-9F71-47D832ABDA2B}">
      <dgm:prSet/>
      <dgm:spPr/>
      <dgm:t>
        <a:bodyPr/>
        <a:lstStyle/>
        <a:p>
          <a:endParaRPr lang="en-US"/>
        </a:p>
      </dgm:t>
    </dgm:pt>
    <dgm:pt modelId="{3372C44E-D470-4DE3-B492-35C323F5C606}" type="sibTrans" cxnId="{B2794AAF-83C1-4D3E-9F71-47D832ABDA2B}">
      <dgm:prSet/>
      <dgm:spPr/>
      <dgm:t>
        <a:bodyPr/>
        <a:lstStyle/>
        <a:p>
          <a:endParaRPr lang="en-US"/>
        </a:p>
      </dgm:t>
    </dgm:pt>
    <dgm:pt modelId="{0226B3F3-C094-43E7-B965-224D2314E1DC}">
      <dgm:prSet phldrT="[Text]"/>
      <dgm:spPr/>
      <dgm:t>
        <a:bodyPr/>
        <a:lstStyle/>
        <a:p>
          <a:r>
            <a:rPr lang="en-US" dirty="0"/>
            <a:t>Run a command on your computer to turn that recipe into a "frozen" app</a:t>
          </a:r>
        </a:p>
      </dgm:t>
    </dgm:pt>
    <dgm:pt modelId="{BB29F111-2899-47DB-902F-BA9AFA65C69A}" type="parTrans" cxnId="{3F835C8C-8A34-417A-9EAC-834A83D3C925}">
      <dgm:prSet/>
      <dgm:spPr/>
      <dgm:t>
        <a:bodyPr/>
        <a:lstStyle/>
        <a:p>
          <a:endParaRPr lang="en-US"/>
        </a:p>
      </dgm:t>
    </dgm:pt>
    <dgm:pt modelId="{197F8283-4084-4F13-BB13-9DC7A5D9796A}" type="sibTrans" cxnId="{3F835C8C-8A34-417A-9EAC-834A83D3C925}">
      <dgm:prSet/>
      <dgm:spPr/>
      <dgm:t>
        <a:bodyPr/>
        <a:lstStyle/>
        <a:p>
          <a:endParaRPr lang="en-US"/>
        </a:p>
      </dgm:t>
    </dgm:pt>
    <dgm:pt modelId="{9A2AD1A2-C13B-468F-9C1A-2C75412196D2}">
      <dgm:prSet phldrT="[Text]"/>
      <dgm:spPr/>
      <dgm:t>
        <a:bodyPr/>
        <a:lstStyle/>
        <a:p>
          <a:r>
            <a:rPr lang="en-US" dirty="0"/>
            <a:t>You send that "frozen" image to a Registry (a library for images) in the cloud (Azure, GCP,AWS).</a:t>
          </a:r>
        </a:p>
      </dgm:t>
    </dgm:pt>
    <dgm:pt modelId="{7A2F465D-FBFF-4BF0-9419-D5A7CA640392}" type="parTrans" cxnId="{9BCF264F-3F29-4755-8D75-0427ADD1B23C}">
      <dgm:prSet/>
      <dgm:spPr/>
      <dgm:t>
        <a:bodyPr/>
        <a:lstStyle/>
        <a:p>
          <a:endParaRPr lang="en-US"/>
        </a:p>
      </dgm:t>
    </dgm:pt>
    <dgm:pt modelId="{B81E23B0-63A2-426D-8B39-4FD1BFB51923}" type="sibTrans" cxnId="{9BCF264F-3F29-4755-8D75-0427ADD1B23C}">
      <dgm:prSet/>
      <dgm:spPr/>
      <dgm:t>
        <a:bodyPr/>
        <a:lstStyle/>
        <a:p>
          <a:endParaRPr lang="en-US"/>
        </a:p>
      </dgm:t>
    </dgm:pt>
    <dgm:pt modelId="{15070577-4356-433B-BCF6-CE114182C725}" type="pres">
      <dgm:prSet presAssocID="{1A55C75D-4359-4AD1-8DF3-DC8B73055E81}" presName="Name0" presStyleCnt="0">
        <dgm:presLayoutVars>
          <dgm:dir/>
          <dgm:animLvl val="lvl"/>
          <dgm:resizeHandles val="exact"/>
        </dgm:presLayoutVars>
      </dgm:prSet>
      <dgm:spPr/>
    </dgm:pt>
    <dgm:pt modelId="{AD30F6BE-2138-4485-9171-416A2BD9CD0E}" type="pres">
      <dgm:prSet presAssocID="{1A55C75D-4359-4AD1-8DF3-DC8B73055E81}" presName="tSp" presStyleCnt="0"/>
      <dgm:spPr/>
    </dgm:pt>
    <dgm:pt modelId="{BB2CA346-5827-48F8-8ABD-E42D1C1D4D96}" type="pres">
      <dgm:prSet presAssocID="{1A55C75D-4359-4AD1-8DF3-DC8B73055E81}" presName="bSp" presStyleCnt="0"/>
      <dgm:spPr/>
    </dgm:pt>
    <dgm:pt modelId="{84814C44-5E05-4680-8696-EAB3D02EB855}" type="pres">
      <dgm:prSet presAssocID="{1A55C75D-4359-4AD1-8DF3-DC8B73055E81}" presName="process" presStyleCnt="0"/>
      <dgm:spPr/>
    </dgm:pt>
    <dgm:pt modelId="{45C3A917-FBC3-48BE-90A9-DE8F14DEFD42}" type="pres">
      <dgm:prSet presAssocID="{70B93F41-16AE-44EE-A742-7F70BBC93832}" presName="composite1" presStyleCnt="0"/>
      <dgm:spPr/>
    </dgm:pt>
    <dgm:pt modelId="{1B0E58D4-B289-4B26-8800-AE0FC91AAD81}" type="pres">
      <dgm:prSet presAssocID="{70B93F41-16AE-44EE-A742-7F70BBC93832}" presName="dummyNode1" presStyleLbl="node1" presStyleIdx="0" presStyleCnt="4"/>
      <dgm:spPr/>
    </dgm:pt>
    <dgm:pt modelId="{0190703F-40D9-4DB3-9F10-9D15C4252C21}" type="pres">
      <dgm:prSet presAssocID="{70B93F41-16AE-44EE-A742-7F70BBC93832}" presName="childNode1" presStyleLbl="bgAcc1" presStyleIdx="0" presStyleCnt="4">
        <dgm:presLayoutVars>
          <dgm:bulletEnabled val="1"/>
        </dgm:presLayoutVars>
      </dgm:prSet>
      <dgm:spPr/>
    </dgm:pt>
    <dgm:pt modelId="{47D65FC1-D4CB-4486-A417-0F81723287B4}" type="pres">
      <dgm:prSet presAssocID="{70B93F41-16AE-44EE-A742-7F70BBC93832}" presName="childNode1tx" presStyleLbl="bgAcc1" presStyleIdx="0" presStyleCnt="4">
        <dgm:presLayoutVars>
          <dgm:bulletEnabled val="1"/>
        </dgm:presLayoutVars>
      </dgm:prSet>
      <dgm:spPr/>
    </dgm:pt>
    <dgm:pt modelId="{663B90AC-FD46-4C24-ADD0-D483FEF5314A}" type="pres">
      <dgm:prSet presAssocID="{70B93F41-16AE-44EE-A742-7F70BBC93832}" presName="parentNode1" presStyleLbl="node1" presStyleIdx="0" presStyleCnt="4">
        <dgm:presLayoutVars>
          <dgm:chMax val="1"/>
          <dgm:bulletEnabled val="1"/>
        </dgm:presLayoutVars>
      </dgm:prSet>
      <dgm:spPr/>
    </dgm:pt>
    <dgm:pt modelId="{9E21A40F-FEE9-429F-A412-773304F0E8B2}" type="pres">
      <dgm:prSet presAssocID="{70B93F41-16AE-44EE-A742-7F70BBC93832}" presName="connSite1" presStyleCnt="0"/>
      <dgm:spPr/>
    </dgm:pt>
    <dgm:pt modelId="{FAAB2602-B6D3-4EDF-B2D0-3D209F4EB80F}" type="pres">
      <dgm:prSet presAssocID="{605BE725-986B-491B-85BF-D9917AA7BE0F}" presName="Name9" presStyleLbl="sibTrans2D1" presStyleIdx="0" presStyleCnt="3"/>
      <dgm:spPr/>
    </dgm:pt>
    <dgm:pt modelId="{338B062E-421B-42C2-BED1-EA5A42AC6B69}" type="pres">
      <dgm:prSet presAssocID="{16806497-7A60-402B-8D2A-F87E024F1DBF}" presName="composite2" presStyleCnt="0"/>
      <dgm:spPr/>
    </dgm:pt>
    <dgm:pt modelId="{495AE13C-E998-4B22-987B-8D746A0527A2}" type="pres">
      <dgm:prSet presAssocID="{16806497-7A60-402B-8D2A-F87E024F1DBF}" presName="dummyNode2" presStyleLbl="node1" presStyleIdx="0" presStyleCnt="4"/>
      <dgm:spPr/>
    </dgm:pt>
    <dgm:pt modelId="{3D801861-E6E3-4BA8-A573-FB5B0279B693}" type="pres">
      <dgm:prSet presAssocID="{16806497-7A60-402B-8D2A-F87E024F1DBF}" presName="childNode2" presStyleLbl="bgAcc1" presStyleIdx="1" presStyleCnt="4">
        <dgm:presLayoutVars>
          <dgm:bulletEnabled val="1"/>
        </dgm:presLayoutVars>
      </dgm:prSet>
      <dgm:spPr/>
    </dgm:pt>
    <dgm:pt modelId="{33E1DE22-0760-4154-9907-E5C1828EE57F}" type="pres">
      <dgm:prSet presAssocID="{16806497-7A60-402B-8D2A-F87E024F1DBF}" presName="childNode2tx" presStyleLbl="bgAcc1" presStyleIdx="1" presStyleCnt="4">
        <dgm:presLayoutVars>
          <dgm:bulletEnabled val="1"/>
        </dgm:presLayoutVars>
      </dgm:prSet>
      <dgm:spPr/>
    </dgm:pt>
    <dgm:pt modelId="{51859A07-0F6F-4DE4-8631-425F597EFE97}" type="pres">
      <dgm:prSet presAssocID="{16806497-7A60-402B-8D2A-F87E024F1DBF}" presName="parentNode2" presStyleLbl="node1" presStyleIdx="1" presStyleCnt="4">
        <dgm:presLayoutVars>
          <dgm:chMax val="0"/>
          <dgm:bulletEnabled val="1"/>
        </dgm:presLayoutVars>
      </dgm:prSet>
      <dgm:spPr/>
    </dgm:pt>
    <dgm:pt modelId="{BDC1D885-4DFD-448F-BDBC-ECBCD3D2AF30}" type="pres">
      <dgm:prSet presAssocID="{16806497-7A60-402B-8D2A-F87E024F1DBF}" presName="connSite2" presStyleCnt="0"/>
      <dgm:spPr/>
    </dgm:pt>
    <dgm:pt modelId="{4B8E07A7-E89F-4DCE-9F00-B7CD17D3DF84}" type="pres">
      <dgm:prSet presAssocID="{C4DCF6E8-5121-4882-A8D5-0F41E1FAB530}" presName="Name18" presStyleLbl="sibTrans2D1" presStyleIdx="1" presStyleCnt="3"/>
      <dgm:spPr/>
    </dgm:pt>
    <dgm:pt modelId="{D75F3242-B578-4EDC-A11C-C2154CCAD77E}" type="pres">
      <dgm:prSet presAssocID="{366D0D34-6DEC-4F9A-9BB3-CA9DC1CBA0D9}" presName="composite1" presStyleCnt="0"/>
      <dgm:spPr/>
    </dgm:pt>
    <dgm:pt modelId="{88F19863-20E6-47FF-88F4-56F08DB232D7}" type="pres">
      <dgm:prSet presAssocID="{366D0D34-6DEC-4F9A-9BB3-CA9DC1CBA0D9}" presName="dummyNode1" presStyleLbl="node1" presStyleIdx="1" presStyleCnt="4"/>
      <dgm:spPr/>
    </dgm:pt>
    <dgm:pt modelId="{B8AF9AC4-638F-4D07-BC19-B1EDCC85528A}" type="pres">
      <dgm:prSet presAssocID="{366D0D34-6DEC-4F9A-9BB3-CA9DC1CBA0D9}" presName="childNode1" presStyleLbl="bgAcc1" presStyleIdx="2" presStyleCnt="4">
        <dgm:presLayoutVars>
          <dgm:bulletEnabled val="1"/>
        </dgm:presLayoutVars>
      </dgm:prSet>
      <dgm:spPr/>
    </dgm:pt>
    <dgm:pt modelId="{56CF52E1-89E0-413F-8767-97CCC8D2F14D}" type="pres">
      <dgm:prSet presAssocID="{366D0D34-6DEC-4F9A-9BB3-CA9DC1CBA0D9}" presName="childNode1tx" presStyleLbl="bgAcc1" presStyleIdx="2" presStyleCnt="4">
        <dgm:presLayoutVars>
          <dgm:bulletEnabled val="1"/>
        </dgm:presLayoutVars>
      </dgm:prSet>
      <dgm:spPr/>
    </dgm:pt>
    <dgm:pt modelId="{57DF6357-064D-4602-A9BC-7AE14842CF3B}" type="pres">
      <dgm:prSet presAssocID="{366D0D34-6DEC-4F9A-9BB3-CA9DC1CBA0D9}" presName="parentNode1" presStyleLbl="node1" presStyleIdx="2" presStyleCnt="4">
        <dgm:presLayoutVars>
          <dgm:chMax val="1"/>
          <dgm:bulletEnabled val="1"/>
        </dgm:presLayoutVars>
      </dgm:prSet>
      <dgm:spPr/>
    </dgm:pt>
    <dgm:pt modelId="{30CBFC7C-DBDA-4448-B28C-B363966D0855}" type="pres">
      <dgm:prSet presAssocID="{366D0D34-6DEC-4F9A-9BB3-CA9DC1CBA0D9}" presName="connSite1" presStyleCnt="0"/>
      <dgm:spPr/>
    </dgm:pt>
    <dgm:pt modelId="{F2735AAF-80BB-4947-AB67-F0ECB6E3050B}" type="pres">
      <dgm:prSet presAssocID="{48C5D5BD-FC1C-4048-82D8-02F971B59A3F}" presName="Name9" presStyleLbl="sibTrans2D1" presStyleIdx="2" presStyleCnt="3"/>
      <dgm:spPr/>
    </dgm:pt>
    <dgm:pt modelId="{945F4F10-7D82-4F82-8B06-01F07A9B2EFA}" type="pres">
      <dgm:prSet presAssocID="{0BE52D81-B077-417F-84AE-AC549525552D}" presName="composite2" presStyleCnt="0"/>
      <dgm:spPr/>
    </dgm:pt>
    <dgm:pt modelId="{FAF6446C-6732-4E84-A721-CA76052259FE}" type="pres">
      <dgm:prSet presAssocID="{0BE52D81-B077-417F-84AE-AC549525552D}" presName="dummyNode2" presStyleLbl="node1" presStyleIdx="2" presStyleCnt="4"/>
      <dgm:spPr/>
    </dgm:pt>
    <dgm:pt modelId="{489417D8-C0AB-43C9-B0AE-FDF70164FC73}" type="pres">
      <dgm:prSet presAssocID="{0BE52D81-B077-417F-84AE-AC549525552D}" presName="childNode2" presStyleLbl="bgAcc1" presStyleIdx="3" presStyleCnt="4">
        <dgm:presLayoutVars>
          <dgm:bulletEnabled val="1"/>
        </dgm:presLayoutVars>
      </dgm:prSet>
      <dgm:spPr/>
    </dgm:pt>
    <dgm:pt modelId="{D35C7828-6583-45DA-AAE2-8A93C50ECC8E}" type="pres">
      <dgm:prSet presAssocID="{0BE52D81-B077-417F-84AE-AC549525552D}" presName="childNode2tx" presStyleLbl="bgAcc1" presStyleIdx="3" presStyleCnt="4">
        <dgm:presLayoutVars>
          <dgm:bulletEnabled val="1"/>
        </dgm:presLayoutVars>
      </dgm:prSet>
      <dgm:spPr/>
    </dgm:pt>
    <dgm:pt modelId="{4C97EB74-DBF4-4018-9593-C6CABDD1C7BB}" type="pres">
      <dgm:prSet presAssocID="{0BE52D81-B077-417F-84AE-AC549525552D}" presName="parentNode2" presStyleLbl="node1" presStyleIdx="3" presStyleCnt="4">
        <dgm:presLayoutVars>
          <dgm:chMax val="0"/>
          <dgm:bulletEnabled val="1"/>
        </dgm:presLayoutVars>
      </dgm:prSet>
      <dgm:spPr/>
    </dgm:pt>
    <dgm:pt modelId="{FCC154FD-07BE-4F4D-8766-A5FE09C0B06E}" type="pres">
      <dgm:prSet presAssocID="{0BE52D81-B077-417F-84AE-AC549525552D}" presName="connSite2" presStyleCnt="0"/>
      <dgm:spPr/>
    </dgm:pt>
  </dgm:ptLst>
  <dgm:cxnLst>
    <dgm:cxn modelId="{91789F00-55CC-43B5-8E6D-3AAC78713D64}" type="presOf" srcId="{9A2AD1A2-C13B-468F-9C1A-2C75412196D2}" destId="{B8AF9AC4-638F-4D07-BC19-B1EDCC85528A}" srcOrd="0" destOrd="1" presId="urn:microsoft.com/office/officeart/2005/8/layout/hProcess4"/>
    <dgm:cxn modelId="{FC74D202-3833-4E85-B8E6-15277E6BB9F8}" type="presOf" srcId="{70B93F41-16AE-44EE-A742-7F70BBC93832}" destId="{663B90AC-FD46-4C24-ADD0-D483FEF5314A}" srcOrd="0" destOrd="0" presId="urn:microsoft.com/office/officeart/2005/8/layout/hProcess4"/>
    <dgm:cxn modelId="{8E73F806-8A6C-4116-9C21-AFF4F1D0E197}" type="presOf" srcId="{1C7CE115-B717-4E5D-84BF-00D1FCC9EE18}" destId="{56CF52E1-89E0-413F-8767-97CCC8D2F14D}" srcOrd="1" destOrd="0" presId="urn:microsoft.com/office/officeart/2005/8/layout/hProcess4"/>
    <dgm:cxn modelId="{3E2C5508-2334-4A14-806F-C53CBEB8DDD8}" srcId="{0BE52D81-B077-417F-84AE-AC549525552D}" destId="{C4E08B36-3FBD-44FD-80F5-667C20732FBF}" srcOrd="1" destOrd="0" parTransId="{06D1136E-60A7-4710-AB15-A64C960332F3}" sibTransId="{DCC898D9-BA60-4FD7-A497-12586ADD0097}"/>
    <dgm:cxn modelId="{AE6D2A1F-64AC-40C0-8858-8E5AA65101EB}" type="presOf" srcId="{C4DCF6E8-5121-4882-A8D5-0F41E1FAB530}" destId="{4B8E07A7-E89F-4DCE-9F00-B7CD17D3DF84}" srcOrd="0" destOrd="0" presId="urn:microsoft.com/office/officeart/2005/8/layout/hProcess4"/>
    <dgm:cxn modelId="{61058920-76C6-471C-893E-B98570355787}" type="presOf" srcId="{0226B3F3-C094-43E7-B965-224D2314E1DC}" destId="{3D801861-E6E3-4BA8-A573-FB5B0279B693}" srcOrd="0" destOrd="1" presId="urn:microsoft.com/office/officeart/2005/8/layout/hProcess4"/>
    <dgm:cxn modelId="{77B26824-2FBE-4930-838F-EBAFC588D2FB}" type="presOf" srcId="{DDA7EFB5-F46F-4509-BC9C-B854D722C20A}" destId="{33E1DE22-0760-4154-9907-E5C1828EE57F}" srcOrd="1" destOrd="0" presId="urn:microsoft.com/office/officeart/2005/8/layout/hProcess4"/>
    <dgm:cxn modelId="{F1BC6C25-41DD-424B-99BB-389C1563C955}" type="presOf" srcId="{C4E08B36-3FBD-44FD-80F5-667C20732FBF}" destId="{489417D8-C0AB-43C9-B0AE-FDF70164FC73}" srcOrd="0" destOrd="1" presId="urn:microsoft.com/office/officeart/2005/8/layout/hProcess4"/>
    <dgm:cxn modelId="{D95A0D2F-1835-436C-8546-A0424534B793}" type="presOf" srcId="{75E68E92-B95B-4EE7-ABA0-DD626B59D3E8}" destId="{47D65FC1-D4CB-4486-A417-0F81723287B4}" srcOrd="1" destOrd="0" presId="urn:microsoft.com/office/officeart/2005/8/layout/hProcess4"/>
    <dgm:cxn modelId="{34DD3E36-E61C-4506-9230-9C0A216E62ED}" srcId="{16806497-7A60-402B-8D2A-F87E024F1DBF}" destId="{DDA7EFB5-F46F-4509-BC9C-B854D722C20A}" srcOrd="0" destOrd="0" parTransId="{6F3E2D56-E7B9-4361-BAC1-1B8BF39048E4}" sibTransId="{0DB66A60-1200-437A-A121-7A29EB6AD70C}"/>
    <dgm:cxn modelId="{5FD3025C-DA20-4F59-8B87-03307EE6D48D}" type="presOf" srcId="{C4E08B36-3FBD-44FD-80F5-667C20732FBF}" destId="{D35C7828-6583-45DA-AAE2-8A93C50ECC8E}" srcOrd="1" destOrd="1" presId="urn:microsoft.com/office/officeart/2005/8/layout/hProcess4"/>
    <dgm:cxn modelId="{87802E4A-0E17-455D-8804-9BF2B321E29C}" srcId="{1A55C75D-4359-4AD1-8DF3-DC8B73055E81}" destId="{366D0D34-6DEC-4F9A-9BB3-CA9DC1CBA0D9}" srcOrd="2" destOrd="0" parTransId="{FF3A3019-1E66-4C48-A262-59E4894EA6A9}" sibTransId="{48C5D5BD-FC1C-4048-82D8-02F971B59A3F}"/>
    <dgm:cxn modelId="{9BCF264F-3F29-4755-8D75-0427ADD1B23C}" srcId="{366D0D34-6DEC-4F9A-9BB3-CA9DC1CBA0D9}" destId="{9A2AD1A2-C13B-468F-9C1A-2C75412196D2}" srcOrd="1" destOrd="0" parTransId="{7A2F465D-FBFF-4BF0-9419-D5A7CA640392}" sibTransId="{B81E23B0-63A2-426D-8B39-4FD1BFB51923}"/>
    <dgm:cxn modelId="{178BC854-31D6-49A0-B673-A4C0E895417F}" type="presOf" srcId="{1C7CE115-B717-4E5D-84BF-00D1FCC9EE18}" destId="{B8AF9AC4-638F-4D07-BC19-B1EDCC85528A}" srcOrd="0" destOrd="0" presId="urn:microsoft.com/office/officeart/2005/8/layout/hProcess4"/>
    <dgm:cxn modelId="{D53E6056-8466-489D-878E-30841B38A462}" type="presOf" srcId="{DDA7EFB5-F46F-4509-BC9C-B854D722C20A}" destId="{3D801861-E6E3-4BA8-A573-FB5B0279B693}" srcOrd="0" destOrd="0" presId="urn:microsoft.com/office/officeart/2005/8/layout/hProcess4"/>
    <dgm:cxn modelId="{D92E0477-5911-4100-89E6-BFB6BCB78C4A}" srcId="{366D0D34-6DEC-4F9A-9BB3-CA9DC1CBA0D9}" destId="{1C7CE115-B717-4E5D-84BF-00D1FCC9EE18}" srcOrd="0" destOrd="0" parTransId="{CD34D4B4-7613-44E8-BE30-F294714E1B78}" sibTransId="{71AB0B3E-E85A-4807-8F41-F25B11C7DD65}"/>
    <dgm:cxn modelId="{B05AEE78-C71F-4FFC-937A-9C768489B600}" type="presOf" srcId="{75E68E92-B95B-4EE7-ABA0-DD626B59D3E8}" destId="{0190703F-40D9-4DB3-9F10-9D15C4252C21}" srcOrd="0" destOrd="0" presId="urn:microsoft.com/office/officeart/2005/8/layout/hProcess4"/>
    <dgm:cxn modelId="{D1241C5A-F152-44D3-A80B-CC816B110A49}" type="presOf" srcId="{0226B3F3-C094-43E7-B965-224D2314E1DC}" destId="{33E1DE22-0760-4154-9907-E5C1828EE57F}" srcOrd="1" destOrd="1" presId="urn:microsoft.com/office/officeart/2005/8/layout/hProcess4"/>
    <dgm:cxn modelId="{DF2D327F-F0B5-4880-ACD6-537744DBD7CC}" type="presOf" srcId="{1E01A051-2F2E-4B12-9A0F-31C1CB0708AA}" destId="{D35C7828-6583-45DA-AAE2-8A93C50ECC8E}" srcOrd="1" destOrd="0" presId="urn:microsoft.com/office/officeart/2005/8/layout/hProcess4"/>
    <dgm:cxn modelId="{C353D481-0241-4563-AC27-A2566DA9AB3F}" srcId="{0BE52D81-B077-417F-84AE-AC549525552D}" destId="{1E01A051-2F2E-4B12-9A0F-31C1CB0708AA}" srcOrd="0" destOrd="0" parTransId="{3850F78E-3D8B-46B4-95D4-44BBCA117974}" sibTransId="{0B8060E7-16E9-4E76-B32F-5648D811F802}"/>
    <dgm:cxn modelId="{3F835C8C-8A34-417A-9EAC-834A83D3C925}" srcId="{16806497-7A60-402B-8D2A-F87E024F1DBF}" destId="{0226B3F3-C094-43E7-B965-224D2314E1DC}" srcOrd="1" destOrd="0" parTransId="{BB29F111-2899-47DB-902F-BA9AFA65C69A}" sibTransId="{197F8283-4084-4F13-BB13-9DC7A5D9796A}"/>
    <dgm:cxn modelId="{90116C8D-697D-4D5D-BE79-39A980BB8B38}" type="presOf" srcId="{605BE725-986B-491B-85BF-D9917AA7BE0F}" destId="{FAAB2602-B6D3-4EDF-B2D0-3D209F4EB80F}" srcOrd="0" destOrd="0" presId="urn:microsoft.com/office/officeart/2005/8/layout/hProcess4"/>
    <dgm:cxn modelId="{49F81390-6C74-4B69-9E96-4D8A1701A8FC}" type="presOf" srcId="{16806497-7A60-402B-8D2A-F87E024F1DBF}" destId="{51859A07-0F6F-4DE4-8631-425F597EFE97}" srcOrd="0" destOrd="0" presId="urn:microsoft.com/office/officeart/2005/8/layout/hProcess4"/>
    <dgm:cxn modelId="{F4540695-23CD-41B9-906D-AD0538B91899}" srcId="{70B93F41-16AE-44EE-A742-7F70BBC93832}" destId="{75E68E92-B95B-4EE7-ABA0-DD626B59D3E8}" srcOrd="0" destOrd="0" parTransId="{1DC9510F-E003-4AE8-A9F0-182C7EDB5A71}" sibTransId="{504F4415-130A-4E18-B9EA-459FA5DD6AE4}"/>
    <dgm:cxn modelId="{C96051A7-F109-4035-AEC3-F8CC3CA66666}" type="presOf" srcId="{0BE52D81-B077-417F-84AE-AC549525552D}" destId="{4C97EB74-DBF4-4018-9593-C6CABDD1C7BB}" srcOrd="0" destOrd="0" presId="urn:microsoft.com/office/officeart/2005/8/layout/hProcess4"/>
    <dgm:cxn modelId="{B2794AAF-83C1-4D3E-9F71-47D832ABDA2B}" srcId="{70B93F41-16AE-44EE-A742-7F70BBC93832}" destId="{7DE40C75-4784-4B7A-B569-63EE56157D31}" srcOrd="1" destOrd="0" parTransId="{F9B2F316-6D91-4BD5-BC23-8B691B17DBFC}" sibTransId="{3372C44E-D470-4DE3-B492-35C323F5C606}"/>
    <dgm:cxn modelId="{CCB6A5B1-A06E-4C8A-A8C9-BBCC21AC6544}" type="presOf" srcId="{7DE40C75-4784-4B7A-B569-63EE56157D31}" destId="{0190703F-40D9-4DB3-9F10-9D15C4252C21}" srcOrd="0" destOrd="1" presId="urn:microsoft.com/office/officeart/2005/8/layout/hProcess4"/>
    <dgm:cxn modelId="{70B701C6-8D72-4031-80AB-C1B39421704D}" srcId="{1A55C75D-4359-4AD1-8DF3-DC8B73055E81}" destId="{16806497-7A60-402B-8D2A-F87E024F1DBF}" srcOrd="1" destOrd="0" parTransId="{75B9560F-2722-4ADC-B406-7589B7E1D51C}" sibTransId="{C4DCF6E8-5121-4882-A8D5-0F41E1FAB530}"/>
    <dgm:cxn modelId="{3A75F9C8-4C4E-4964-9634-2E17FF87C37B}" type="presOf" srcId="{7DE40C75-4784-4B7A-B569-63EE56157D31}" destId="{47D65FC1-D4CB-4486-A417-0F81723287B4}" srcOrd="1" destOrd="1" presId="urn:microsoft.com/office/officeart/2005/8/layout/hProcess4"/>
    <dgm:cxn modelId="{A179F8D3-4749-429F-A0CA-0B07A51AFE13}" type="presOf" srcId="{1E01A051-2F2E-4B12-9A0F-31C1CB0708AA}" destId="{489417D8-C0AB-43C9-B0AE-FDF70164FC73}" srcOrd="0" destOrd="0" presId="urn:microsoft.com/office/officeart/2005/8/layout/hProcess4"/>
    <dgm:cxn modelId="{C046DADC-DD8D-4FA0-AB21-5898BE4BB230}" type="presOf" srcId="{1A55C75D-4359-4AD1-8DF3-DC8B73055E81}" destId="{15070577-4356-433B-BCF6-CE114182C725}" srcOrd="0" destOrd="0" presId="urn:microsoft.com/office/officeart/2005/8/layout/hProcess4"/>
    <dgm:cxn modelId="{A96A18E6-683E-4E89-9B81-D18680354670}" srcId="{1A55C75D-4359-4AD1-8DF3-DC8B73055E81}" destId="{0BE52D81-B077-417F-84AE-AC549525552D}" srcOrd="3" destOrd="0" parTransId="{E721D507-40F2-4C6E-805D-B5AAD79CA1EB}" sibTransId="{010B6062-44B3-4F60-97FE-8AA5F775BF49}"/>
    <dgm:cxn modelId="{E430DAE7-820E-4B92-937A-66959B36D4F9}" type="presOf" srcId="{9A2AD1A2-C13B-468F-9C1A-2C75412196D2}" destId="{56CF52E1-89E0-413F-8767-97CCC8D2F14D}" srcOrd="1" destOrd="1" presId="urn:microsoft.com/office/officeart/2005/8/layout/hProcess4"/>
    <dgm:cxn modelId="{5899CEEA-F631-4026-B10E-CFC24A9465BB}" type="presOf" srcId="{48C5D5BD-FC1C-4048-82D8-02F971B59A3F}" destId="{F2735AAF-80BB-4947-AB67-F0ECB6E3050B}" srcOrd="0" destOrd="0" presId="urn:microsoft.com/office/officeart/2005/8/layout/hProcess4"/>
    <dgm:cxn modelId="{FEC4A2F4-E674-4187-BAE0-131F785B9620}" srcId="{1A55C75D-4359-4AD1-8DF3-DC8B73055E81}" destId="{70B93F41-16AE-44EE-A742-7F70BBC93832}" srcOrd="0" destOrd="0" parTransId="{8773D360-14BF-4634-8D4A-E8253C6A7E98}" sibTransId="{605BE725-986B-491B-85BF-D9917AA7BE0F}"/>
    <dgm:cxn modelId="{C31455FF-E099-46F1-B0A2-D08870C36827}" type="presOf" srcId="{366D0D34-6DEC-4F9A-9BB3-CA9DC1CBA0D9}" destId="{57DF6357-064D-4602-A9BC-7AE14842CF3B}" srcOrd="0" destOrd="0" presId="urn:microsoft.com/office/officeart/2005/8/layout/hProcess4"/>
    <dgm:cxn modelId="{E2DAFCD7-A752-466E-B918-562450D315F3}" type="presParOf" srcId="{15070577-4356-433B-BCF6-CE114182C725}" destId="{AD30F6BE-2138-4485-9171-416A2BD9CD0E}" srcOrd="0" destOrd="0" presId="urn:microsoft.com/office/officeart/2005/8/layout/hProcess4"/>
    <dgm:cxn modelId="{6364EB72-2EAD-48B5-84FB-B667E78A07CB}" type="presParOf" srcId="{15070577-4356-433B-BCF6-CE114182C725}" destId="{BB2CA346-5827-48F8-8ABD-E42D1C1D4D96}" srcOrd="1" destOrd="0" presId="urn:microsoft.com/office/officeart/2005/8/layout/hProcess4"/>
    <dgm:cxn modelId="{6706946E-784D-47FA-8AD2-BAF29B8F9AA0}" type="presParOf" srcId="{15070577-4356-433B-BCF6-CE114182C725}" destId="{84814C44-5E05-4680-8696-EAB3D02EB855}" srcOrd="2" destOrd="0" presId="urn:microsoft.com/office/officeart/2005/8/layout/hProcess4"/>
    <dgm:cxn modelId="{890F3722-D076-4833-96E0-A48225AE2AFD}" type="presParOf" srcId="{84814C44-5E05-4680-8696-EAB3D02EB855}" destId="{45C3A917-FBC3-48BE-90A9-DE8F14DEFD42}" srcOrd="0" destOrd="0" presId="urn:microsoft.com/office/officeart/2005/8/layout/hProcess4"/>
    <dgm:cxn modelId="{7C4AD894-9AB6-4F9B-A215-43603C2CB52D}" type="presParOf" srcId="{45C3A917-FBC3-48BE-90A9-DE8F14DEFD42}" destId="{1B0E58D4-B289-4B26-8800-AE0FC91AAD81}" srcOrd="0" destOrd="0" presId="urn:microsoft.com/office/officeart/2005/8/layout/hProcess4"/>
    <dgm:cxn modelId="{C4D83EFB-8030-4EC3-8029-4F6CE64DF231}" type="presParOf" srcId="{45C3A917-FBC3-48BE-90A9-DE8F14DEFD42}" destId="{0190703F-40D9-4DB3-9F10-9D15C4252C21}" srcOrd="1" destOrd="0" presId="urn:microsoft.com/office/officeart/2005/8/layout/hProcess4"/>
    <dgm:cxn modelId="{744F9D24-C12E-4DE7-AF1B-A1C2F3398C92}" type="presParOf" srcId="{45C3A917-FBC3-48BE-90A9-DE8F14DEFD42}" destId="{47D65FC1-D4CB-4486-A417-0F81723287B4}" srcOrd="2" destOrd="0" presId="urn:microsoft.com/office/officeart/2005/8/layout/hProcess4"/>
    <dgm:cxn modelId="{548AAC5C-C62C-4158-90CD-343E2A4BBB45}" type="presParOf" srcId="{45C3A917-FBC3-48BE-90A9-DE8F14DEFD42}" destId="{663B90AC-FD46-4C24-ADD0-D483FEF5314A}" srcOrd="3" destOrd="0" presId="urn:microsoft.com/office/officeart/2005/8/layout/hProcess4"/>
    <dgm:cxn modelId="{B3F9F0F0-817D-4DFD-96E3-5690D71A364D}" type="presParOf" srcId="{45C3A917-FBC3-48BE-90A9-DE8F14DEFD42}" destId="{9E21A40F-FEE9-429F-A412-773304F0E8B2}" srcOrd="4" destOrd="0" presId="urn:microsoft.com/office/officeart/2005/8/layout/hProcess4"/>
    <dgm:cxn modelId="{5C39BE3B-D34F-4EF8-AA82-9F36DBF00ABB}" type="presParOf" srcId="{84814C44-5E05-4680-8696-EAB3D02EB855}" destId="{FAAB2602-B6D3-4EDF-B2D0-3D209F4EB80F}" srcOrd="1" destOrd="0" presId="urn:microsoft.com/office/officeart/2005/8/layout/hProcess4"/>
    <dgm:cxn modelId="{943BEEDB-3BE5-4D6B-9516-44D3FA115FB3}" type="presParOf" srcId="{84814C44-5E05-4680-8696-EAB3D02EB855}" destId="{338B062E-421B-42C2-BED1-EA5A42AC6B69}" srcOrd="2" destOrd="0" presId="urn:microsoft.com/office/officeart/2005/8/layout/hProcess4"/>
    <dgm:cxn modelId="{405C65DC-5040-497A-A67F-43CDAA91FD0C}" type="presParOf" srcId="{338B062E-421B-42C2-BED1-EA5A42AC6B69}" destId="{495AE13C-E998-4B22-987B-8D746A0527A2}" srcOrd="0" destOrd="0" presId="urn:microsoft.com/office/officeart/2005/8/layout/hProcess4"/>
    <dgm:cxn modelId="{111460DB-A9F4-4BA8-B847-DF5C6E0F7E40}" type="presParOf" srcId="{338B062E-421B-42C2-BED1-EA5A42AC6B69}" destId="{3D801861-E6E3-4BA8-A573-FB5B0279B693}" srcOrd="1" destOrd="0" presId="urn:microsoft.com/office/officeart/2005/8/layout/hProcess4"/>
    <dgm:cxn modelId="{1F795319-826A-4836-B11B-BF2C4EBBA633}" type="presParOf" srcId="{338B062E-421B-42C2-BED1-EA5A42AC6B69}" destId="{33E1DE22-0760-4154-9907-E5C1828EE57F}" srcOrd="2" destOrd="0" presId="urn:microsoft.com/office/officeart/2005/8/layout/hProcess4"/>
    <dgm:cxn modelId="{B264F8D1-80E1-4333-8BC9-4E93E0045D15}" type="presParOf" srcId="{338B062E-421B-42C2-BED1-EA5A42AC6B69}" destId="{51859A07-0F6F-4DE4-8631-425F597EFE97}" srcOrd="3" destOrd="0" presId="urn:microsoft.com/office/officeart/2005/8/layout/hProcess4"/>
    <dgm:cxn modelId="{544F956A-3EEC-4CD0-B53F-E321BA92D5C9}" type="presParOf" srcId="{338B062E-421B-42C2-BED1-EA5A42AC6B69}" destId="{BDC1D885-4DFD-448F-BDBC-ECBCD3D2AF30}" srcOrd="4" destOrd="0" presId="urn:microsoft.com/office/officeart/2005/8/layout/hProcess4"/>
    <dgm:cxn modelId="{AA665045-837C-4BEC-9A92-CAD7494D20C1}" type="presParOf" srcId="{84814C44-5E05-4680-8696-EAB3D02EB855}" destId="{4B8E07A7-E89F-4DCE-9F00-B7CD17D3DF84}" srcOrd="3" destOrd="0" presId="urn:microsoft.com/office/officeart/2005/8/layout/hProcess4"/>
    <dgm:cxn modelId="{D5F9D76C-9A28-4A41-A5E1-47D44452C75E}" type="presParOf" srcId="{84814C44-5E05-4680-8696-EAB3D02EB855}" destId="{D75F3242-B578-4EDC-A11C-C2154CCAD77E}" srcOrd="4" destOrd="0" presId="urn:microsoft.com/office/officeart/2005/8/layout/hProcess4"/>
    <dgm:cxn modelId="{7DA50703-A851-481A-B6F0-091ED26D658A}" type="presParOf" srcId="{D75F3242-B578-4EDC-A11C-C2154CCAD77E}" destId="{88F19863-20E6-47FF-88F4-56F08DB232D7}" srcOrd="0" destOrd="0" presId="urn:microsoft.com/office/officeart/2005/8/layout/hProcess4"/>
    <dgm:cxn modelId="{5B987BDD-C801-428B-B3EF-63C12B935D1F}" type="presParOf" srcId="{D75F3242-B578-4EDC-A11C-C2154CCAD77E}" destId="{B8AF9AC4-638F-4D07-BC19-B1EDCC85528A}" srcOrd="1" destOrd="0" presId="urn:microsoft.com/office/officeart/2005/8/layout/hProcess4"/>
    <dgm:cxn modelId="{836DEDF3-3201-444C-AEF6-ACD1DA53C422}" type="presParOf" srcId="{D75F3242-B578-4EDC-A11C-C2154CCAD77E}" destId="{56CF52E1-89E0-413F-8767-97CCC8D2F14D}" srcOrd="2" destOrd="0" presId="urn:microsoft.com/office/officeart/2005/8/layout/hProcess4"/>
    <dgm:cxn modelId="{73AFC9FE-D1BC-4DFA-B43B-79988F7D5AE2}" type="presParOf" srcId="{D75F3242-B578-4EDC-A11C-C2154CCAD77E}" destId="{57DF6357-064D-4602-A9BC-7AE14842CF3B}" srcOrd="3" destOrd="0" presId="urn:microsoft.com/office/officeart/2005/8/layout/hProcess4"/>
    <dgm:cxn modelId="{61D50AA9-C7CD-4F74-8E2C-1A7EC0A0533D}" type="presParOf" srcId="{D75F3242-B578-4EDC-A11C-C2154CCAD77E}" destId="{30CBFC7C-DBDA-4448-B28C-B363966D0855}" srcOrd="4" destOrd="0" presId="urn:microsoft.com/office/officeart/2005/8/layout/hProcess4"/>
    <dgm:cxn modelId="{AF772FB0-EFEF-44B2-91DB-016DB4EBE313}" type="presParOf" srcId="{84814C44-5E05-4680-8696-EAB3D02EB855}" destId="{F2735AAF-80BB-4947-AB67-F0ECB6E3050B}" srcOrd="5" destOrd="0" presId="urn:microsoft.com/office/officeart/2005/8/layout/hProcess4"/>
    <dgm:cxn modelId="{D28B9316-5E6F-4B8F-984E-F89AA4ABFDC8}" type="presParOf" srcId="{84814C44-5E05-4680-8696-EAB3D02EB855}" destId="{945F4F10-7D82-4F82-8B06-01F07A9B2EFA}" srcOrd="6" destOrd="0" presId="urn:microsoft.com/office/officeart/2005/8/layout/hProcess4"/>
    <dgm:cxn modelId="{4B56353E-E80A-445F-945F-AFC05DA86C17}" type="presParOf" srcId="{945F4F10-7D82-4F82-8B06-01F07A9B2EFA}" destId="{FAF6446C-6732-4E84-A721-CA76052259FE}" srcOrd="0" destOrd="0" presId="urn:microsoft.com/office/officeart/2005/8/layout/hProcess4"/>
    <dgm:cxn modelId="{1873C3F6-1803-4837-B491-5F0FA97BD772}" type="presParOf" srcId="{945F4F10-7D82-4F82-8B06-01F07A9B2EFA}" destId="{489417D8-C0AB-43C9-B0AE-FDF70164FC73}" srcOrd="1" destOrd="0" presId="urn:microsoft.com/office/officeart/2005/8/layout/hProcess4"/>
    <dgm:cxn modelId="{54E7A61D-028D-4B16-84A8-2AAE18E5AFB9}" type="presParOf" srcId="{945F4F10-7D82-4F82-8B06-01F07A9B2EFA}" destId="{D35C7828-6583-45DA-AAE2-8A93C50ECC8E}" srcOrd="2" destOrd="0" presId="urn:microsoft.com/office/officeart/2005/8/layout/hProcess4"/>
    <dgm:cxn modelId="{03667AB6-6E3C-4B0C-B57D-95B41158BB40}" type="presParOf" srcId="{945F4F10-7D82-4F82-8B06-01F07A9B2EFA}" destId="{4C97EB74-DBF4-4018-9593-C6CABDD1C7BB}" srcOrd="3" destOrd="0" presId="urn:microsoft.com/office/officeart/2005/8/layout/hProcess4"/>
    <dgm:cxn modelId="{81353C04-D1E5-422A-9E51-3438C7192509}" type="presParOf" srcId="{945F4F10-7D82-4F82-8B06-01F07A9B2EFA}" destId="{FCC154FD-07BE-4F4D-8766-A5FE09C0B06E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90703F-40D9-4DB3-9F10-9D15C4252C21}">
      <dsp:nvSpPr>
        <dsp:cNvPr id="0" name=""/>
        <dsp:cNvSpPr/>
      </dsp:nvSpPr>
      <dsp:spPr>
        <a:xfrm>
          <a:off x="5101" y="1613481"/>
          <a:ext cx="2240662" cy="184807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28575" rIns="28575" bIns="2857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Create the Recipe (</a:t>
          </a:r>
          <a:r>
            <a:rPr lang="en-US" sz="1500" kern="1200" dirty="0" err="1"/>
            <a:t>Dockerfile</a:t>
          </a:r>
          <a:r>
            <a:rPr lang="en-US" sz="1500" kern="1200" dirty="0"/>
            <a:t>)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You create a file named </a:t>
          </a:r>
          <a:r>
            <a:rPr lang="en-US" sz="1500" kern="1200" dirty="0" err="1"/>
            <a:t>Dockerfile</a:t>
          </a:r>
          <a:r>
            <a:rPr lang="en-US" sz="1500" kern="1200" dirty="0"/>
            <a:t> (no extension) in your project folder</a:t>
          </a:r>
        </a:p>
      </dsp:txBody>
      <dsp:txXfrm>
        <a:off x="47630" y="1656010"/>
        <a:ext cx="2155604" cy="1367003"/>
      </dsp:txXfrm>
    </dsp:sp>
    <dsp:sp modelId="{FAAB2602-B6D3-4EDF-B2D0-3D209F4EB80F}">
      <dsp:nvSpPr>
        <dsp:cNvPr id="0" name=""/>
        <dsp:cNvSpPr/>
      </dsp:nvSpPr>
      <dsp:spPr>
        <a:xfrm>
          <a:off x="1250463" y="2003959"/>
          <a:ext cx="2544421" cy="2544421"/>
        </a:xfrm>
        <a:prstGeom prst="leftCircularArrow">
          <a:avLst>
            <a:gd name="adj1" fmla="val 3441"/>
            <a:gd name="adj2" fmla="val 426316"/>
            <a:gd name="adj3" fmla="val 2201827"/>
            <a:gd name="adj4" fmla="val 9024489"/>
            <a:gd name="adj5" fmla="val 4014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3B90AC-FD46-4C24-ADD0-D483FEF5314A}">
      <dsp:nvSpPr>
        <dsp:cNvPr id="0" name=""/>
        <dsp:cNvSpPr/>
      </dsp:nvSpPr>
      <dsp:spPr>
        <a:xfrm>
          <a:off x="503026" y="3065542"/>
          <a:ext cx="1991700" cy="7920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725" tIns="57150" rIns="85725" bIns="571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 dirty="0"/>
            <a:t>Step A</a:t>
          </a:r>
        </a:p>
      </dsp:txBody>
      <dsp:txXfrm>
        <a:off x="526224" y="3088740"/>
        <a:ext cx="1945304" cy="745637"/>
      </dsp:txXfrm>
    </dsp:sp>
    <dsp:sp modelId="{3D801861-E6E3-4BA8-A573-FB5B0279B693}">
      <dsp:nvSpPr>
        <dsp:cNvPr id="0" name=""/>
        <dsp:cNvSpPr/>
      </dsp:nvSpPr>
      <dsp:spPr>
        <a:xfrm>
          <a:off x="2911618" y="1613481"/>
          <a:ext cx="2240662" cy="184807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28575" rIns="28575" bIns="2857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Build the image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Run a command on your computer to turn that recipe into a "frozen" app</a:t>
          </a:r>
        </a:p>
      </dsp:txBody>
      <dsp:txXfrm>
        <a:off x="2954147" y="2052027"/>
        <a:ext cx="2155604" cy="1367003"/>
      </dsp:txXfrm>
    </dsp:sp>
    <dsp:sp modelId="{4B8E07A7-E89F-4DCE-9F00-B7CD17D3DF84}">
      <dsp:nvSpPr>
        <dsp:cNvPr id="0" name=""/>
        <dsp:cNvSpPr/>
      </dsp:nvSpPr>
      <dsp:spPr>
        <a:xfrm>
          <a:off x="4138309" y="454197"/>
          <a:ext cx="2830728" cy="2830728"/>
        </a:xfrm>
        <a:prstGeom prst="circularArrow">
          <a:avLst>
            <a:gd name="adj1" fmla="val 3093"/>
            <a:gd name="adj2" fmla="val 380050"/>
            <a:gd name="adj3" fmla="val 19444439"/>
            <a:gd name="adj4" fmla="val 12575511"/>
            <a:gd name="adj5" fmla="val 3608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859A07-0F6F-4DE4-8631-425F597EFE97}">
      <dsp:nvSpPr>
        <dsp:cNvPr id="0" name=""/>
        <dsp:cNvSpPr/>
      </dsp:nvSpPr>
      <dsp:spPr>
        <a:xfrm>
          <a:off x="3409543" y="1217464"/>
          <a:ext cx="1991700" cy="7920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725" tIns="57150" rIns="85725" bIns="571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 dirty="0"/>
            <a:t>Step B</a:t>
          </a:r>
        </a:p>
      </dsp:txBody>
      <dsp:txXfrm>
        <a:off x="3432741" y="1240662"/>
        <a:ext cx="1945304" cy="745637"/>
      </dsp:txXfrm>
    </dsp:sp>
    <dsp:sp modelId="{B8AF9AC4-638F-4D07-BC19-B1EDCC85528A}">
      <dsp:nvSpPr>
        <dsp:cNvPr id="0" name=""/>
        <dsp:cNvSpPr/>
      </dsp:nvSpPr>
      <dsp:spPr>
        <a:xfrm>
          <a:off x="5818136" y="1613481"/>
          <a:ext cx="2240662" cy="184807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28575" rIns="28575" bIns="2857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Push to the Cloud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You send that "frozen" image to a Registry (a library for images) in the cloud (Azure, GCP,AWS).</a:t>
          </a:r>
        </a:p>
      </dsp:txBody>
      <dsp:txXfrm>
        <a:off x="5860665" y="1656010"/>
        <a:ext cx="2155604" cy="1367003"/>
      </dsp:txXfrm>
    </dsp:sp>
    <dsp:sp modelId="{F2735AAF-80BB-4947-AB67-F0ECB6E3050B}">
      <dsp:nvSpPr>
        <dsp:cNvPr id="0" name=""/>
        <dsp:cNvSpPr/>
      </dsp:nvSpPr>
      <dsp:spPr>
        <a:xfrm>
          <a:off x="7063498" y="2003959"/>
          <a:ext cx="2544421" cy="2544421"/>
        </a:xfrm>
        <a:prstGeom prst="leftCircularArrow">
          <a:avLst>
            <a:gd name="adj1" fmla="val 3441"/>
            <a:gd name="adj2" fmla="val 426316"/>
            <a:gd name="adj3" fmla="val 2201827"/>
            <a:gd name="adj4" fmla="val 9024489"/>
            <a:gd name="adj5" fmla="val 4014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DF6357-064D-4602-A9BC-7AE14842CF3B}">
      <dsp:nvSpPr>
        <dsp:cNvPr id="0" name=""/>
        <dsp:cNvSpPr/>
      </dsp:nvSpPr>
      <dsp:spPr>
        <a:xfrm>
          <a:off x="6316061" y="3065542"/>
          <a:ext cx="1991700" cy="7920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725" tIns="57150" rIns="85725" bIns="571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 dirty="0"/>
            <a:t>Step C</a:t>
          </a:r>
        </a:p>
      </dsp:txBody>
      <dsp:txXfrm>
        <a:off x="6339259" y="3088740"/>
        <a:ext cx="1945304" cy="745637"/>
      </dsp:txXfrm>
    </dsp:sp>
    <dsp:sp modelId="{489417D8-C0AB-43C9-B0AE-FDF70164FC73}">
      <dsp:nvSpPr>
        <dsp:cNvPr id="0" name=""/>
        <dsp:cNvSpPr/>
      </dsp:nvSpPr>
      <dsp:spPr>
        <a:xfrm>
          <a:off x="8724653" y="1613481"/>
          <a:ext cx="2240662" cy="184807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28575" rIns="28575" bIns="2857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The Cloud "Runs" it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The Cloud (like Azure Container Apps) pulls that image and starts it.</a:t>
          </a:r>
        </a:p>
      </dsp:txBody>
      <dsp:txXfrm>
        <a:off x="8767182" y="2052027"/>
        <a:ext cx="2155604" cy="1367003"/>
      </dsp:txXfrm>
    </dsp:sp>
    <dsp:sp modelId="{4C97EB74-DBF4-4018-9593-C6CABDD1C7BB}">
      <dsp:nvSpPr>
        <dsp:cNvPr id="0" name=""/>
        <dsp:cNvSpPr/>
      </dsp:nvSpPr>
      <dsp:spPr>
        <a:xfrm>
          <a:off x="9222578" y="1217464"/>
          <a:ext cx="1991700" cy="7920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725" tIns="57150" rIns="85725" bIns="571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 dirty="0"/>
            <a:t>Step D</a:t>
          </a:r>
        </a:p>
      </dsp:txBody>
      <dsp:txXfrm>
        <a:off x="9245776" y="1240662"/>
        <a:ext cx="1945304" cy="7456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E4A49-DEA7-4E60-846F-3532EE100B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5508B4-C960-4E1B-A4F3-17644430AD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8C22C9-0BBB-4008-AFD6-71E5B97F4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4EB1B-8704-448F-864D-73499F3760E5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B190AD-20F1-4786-9D17-D924B4BC5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096E5F-7164-46D1-849E-01F7B7763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77743-2DF2-4E5A-92B7-8710CEC46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241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3A9C2-4F53-4B40-8159-56AC455AC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F136B-4DBB-499D-B777-91358DCA2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2B7C40-346B-4371-BBD7-353A48A55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4EB1B-8704-448F-864D-73499F3760E5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2F3B98-6CCA-4237-9298-479F5FE8E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7A26D-4D5B-4026-9775-B8450C0B4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77743-2DF2-4E5A-92B7-8710CEC46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789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E42D4-EB5A-40AA-B1C7-DB9CCB567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4C04F4-9B67-4AD6-A818-0718781B3A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55DD7-1A05-423D-B7A3-B95BA5269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4EB1B-8704-448F-864D-73499F3760E5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8199CA-72D2-4A13-B282-85B59F6A0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4D21B-B7C7-4779-8BD9-1F60697CB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77743-2DF2-4E5A-92B7-8710CEC46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931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4E4D-9964-4465-9CC2-84646FA96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3170B-CF10-4455-B57B-B0D95CC5AB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7AE389-9C38-4034-9BE3-0B5DADA41C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B2A5FB-39D5-46F5-ACB1-BF5C3941B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4EB1B-8704-448F-864D-73499F3760E5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862A8C-F71B-439F-916F-AD781F868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6CC7AE-2AFE-4151-8C52-FA57C6BF1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77743-2DF2-4E5A-92B7-8710CEC46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164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5D226-D309-48E9-B96A-FF80165E5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A8499A-E5B2-4F2C-9A8E-EB82A4D1B2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EC876F-5C2F-4618-AC3F-D3A420A2B4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E58E45-9CC7-448B-B9B8-ED0E1D7736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CA0BD6-5914-4D5E-819B-A66BD8FFC4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480A39-F3DA-46FE-B522-B47DEE453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4EB1B-8704-448F-864D-73499F3760E5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2EEAAD-5FC1-4575-8D23-4D499C04F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AC964D-FEB9-4E70-B070-96C3F2524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77743-2DF2-4E5A-92B7-8710CEC46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325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BDAF4-7D90-4C45-AF9D-F1E3502A4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E4A30B-3C3E-4F04-939E-1434791C0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4EB1B-8704-448F-864D-73499F3760E5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870998-075B-4643-B4CC-5A775C727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BF9B26-836C-4B56-8161-1F6434A3D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77743-2DF2-4E5A-92B7-8710CEC46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491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239A36-D72A-43F2-858C-A0151944F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4EB1B-8704-448F-864D-73499F3760E5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F3AA31-B557-4231-8B00-1A15FFD05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B24983-FE84-4BBB-B967-567D030F0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77743-2DF2-4E5A-92B7-8710CEC46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184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AD978-F603-47AE-9E8E-71DC12B51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41DD5-42A5-4FC8-BA87-DE8D055986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2CD4E5-0DEE-4392-B4FE-E2A128CAEB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DD1998-FCFB-4CAC-81D1-981B82D49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4EB1B-8704-448F-864D-73499F3760E5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C0B166-0FA6-4973-8667-2D50811CD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B75061-9248-4403-9823-FEA92B32A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77743-2DF2-4E5A-92B7-8710CEC46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151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D37E2-9DE2-4A9C-B399-9F6DBF0E4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D55514-76A2-4F98-9626-7B6429126F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DBBF20-A57E-488D-8BE7-0A009A0EB1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C6F844-CEAA-41D5-A58B-7F41BCDE8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4EB1B-8704-448F-864D-73499F3760E5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12F305-3DE5-4442-8D03-925C3F04C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497DB7-0432-4CD1-B79A-4AC5137E2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77743-2DF2-4E5A-92B7-8710CEC46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283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9ABC6-E1D3-4C86-BF81-9FEFF49AF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2EC19D-4D61-4EBD-8518-65210041A3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3F49FC-18AF-47E6-8EDC-0DB8DB00D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4EB1B-8704-448F-864D-73499F3760E5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33440E-91E7-4FBE-B861-B368B8AC4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6AC6B8-957A-47E2-8F33-0A8DDD25D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77743-2DF2-4E5A-92B7-8710CEC46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356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A38B53-047B-44FB-83A3-93CDB71435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9A19E-DC25-4C5B-AB28-C8842A827F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061A4-CD1B-4A81-9BC5-516C327E8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4EB1B-8704-448F-864D-73499F3760E5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2A1605-E5FF-49F0-A3DF-B6FEE47A3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52B13C-F604-4257-BACD-D26244A02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77743-2DF2-4E5A-92B7-8710CEC46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368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F1F78A-6F74-4B4B-A24C-EBD053E7A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5563AF-9F8C-4787-BCCE-2163E0A749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9161C1-01D4-49A9-A3C9-7F30D2DB47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84EB1B-8704-448F-864D-73499F3760E5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48D820-FFE5-451C-ABBD-BBB3B5349F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D691C1-AC2B-440B-890D-C1832EEC1E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877743-2DF2-4E5A-92B7-8710CEC46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525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5DFD6-8476-43DB-9488-05E586A41F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AI solutions deployment in Azure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7247BC-8FD9-4FF0-B7B6-AA6E973ACA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034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FB579-8E53-438F-AC6A-32B520A99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strategy you choose depends on whether you're building a quick prototype, an internal tool, or a high-traffic product.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E780DE-3A3A-4B23-B382-2E4C2E7A56F1}"/>
              </a:ext>
            </a:extLst>
          </p:cNvPr>
          <p:cNvSpPr txBox="1"/>
          <p:nvPr/>
        </p:nvSpPr>
        <p:spPr>
          <a:xfrm>
            <a:off x="986319" y="2342508"/>
            <a:ext cx="1077759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/>
              <a:t>The "Community" Way (Fast &amp; Free)</a:t>
            </a:r>
          </a:p>
          <a:p>
            <a:pPr lvl="1"/>
            <a:r>
              <a:rPr lang="en-US" dirty="0"/>
              <a:t>If you just want to share your app with a few people or build a portfolio. E.g. Streamlit community</a:t>
            </a:r>
            <a:endParaRPr lang="en-US" b="1" dirty="0"/>
          </a:p>
          <a:p>
            <a:pPr marL="342900" indent="-342900">
              <a:buAutoNum type="arabicPeriod"/>
            </a:pPr>
            <a:r>
              <a:rPr lang="en-US" b="1" dirty="0"/>
              <a:t>The "Serverless" Way (Scale to Zero)</a:t>
            </a:r>
          </a:p>
          <a:p>
            <a:pPr lvl="1"/>
            <a:r>
              <a:rPr lang="en-US" dirty="0"/>
              <a:t>For modern AI apps, </a:t>
            </a:r>
            <a:r>
              <a:rPr lang="en-US" b="1" dirty="0"/>
              <a:t>Container-as-a-Service (CaaS)</a:t>
            </a:r>
            <a:r>
              <a:rPr lang="en-US" dirty="0"/>
              <a:t> is the gold standard. It’s cost-effective because the app "sleeps" when no one is using it and wakes up instantly when a request comes in.</a:t>
            </a:r>
            <a:endParaRPr lang="en-US" b="1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B074514-3DE9-44C2-8573-2B5B8042EE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1977910"/>
              </p:ext>
            </p:extLst>
          </p:nvPr>
        </p:nvGraphicFramePr>
        <p:xfrm>
          <a:off x="2743200" y="3893332"/>
          <a:ext cx="6933771" cy="2766222"/>
        </p:xfrm>
        <a:graphic>
          <a:graphicData uri="http://schemas.openxmlformats.org/drawingml/2006/table">
            <a:tbl>
              <a:tblPr/>
              <a:tblGrid>
                <a:gridCol w="1726059">
                  <a:extLst>
                    <a:ext uri="{9D8B030D-6E8A-4147-A177-3AD203B41FA5}">
                      <a16:colId xmlns:a16="http://schemas.microsoft.com/office/drawing/2014/main" val="3601843379"/>
                    </a:ext>
                  </a:extLst>
                </a:gridCol>
                <a:gridCol w="1880170">
                  <a:extLst>
                    <a:ext uri="{9D8B030D-6E8A-4147-A177-3AD203B41FA5}">
                      <a16:colId xmlns:a16="http://schemas.microsoft.com/office/drawing/2014/main" val="786803393"/>
                    </a:ext>
                  </a:extLst>
                </a:gridCol>
                <a:gridCol w="3327542">
                  <a:extLst>
                    <a:ext uri="{9D8B030D-6E8A-4147-A177-3AD203B41FA5}">
                      <a16:colId xmlns:a16="http://schemas.microsoft.com/office/drawing/2014/main" val="3058793847"/>
                    </a:ext>
                  </a:extLst>
                </a:gridCol>
              </a:tblGrid>
              <a:tr h="320062">
                <a:tc>
                  <a:txBody>
                    <a:bodyPr/>
                    <a:lstStyle/>
                    <a:p>
                      <a:pPr rtl="0"/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Cloud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Service Name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Why use it?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2420846"/>
                  </a:ext>
                </a:extLst>
              </a:tr>
              <a:tr h="800154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Azure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Container Apps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Great for LangChain apps; easy secret management.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8406732"/>
                  </a:ext>
                </a:extLst>
              </a:tr>
              <a:tr h="800154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GCP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Cloud Run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Generally considered the easiest to use; excellent scaling.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2936683"/>
                  </a:ext>
                </a:extLst>
              </a:tr>
              <a:tr h="800154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AWS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App Runner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Simplifies the complex AWS ecosystem for web apps.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99460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7294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8F855-C7CA-4644-A0FB-891E38193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Container?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B11B76-2681-4FDF-9085-A6931EC5EB43}"/>
              </a:ext>
            </a:extLst>
          </p:cNvPr>
          <p:cNvSpPr txBox="1"/>
          <p:nvPr/>
        </p:nvSpPr>
        <p:spPr>
          <a:xfrm>
            <a:off x="1384442" y="1674674"/>
            <a:ext cx="916711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 software, a Container is a lightweight, standalone package that includes everything your app needs to run: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code (app.py).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language (Python 3.11).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libraries (Streamlit, </a:t>
            </a:r>
            <a:r>
              <a:rPr lang="en-US" dirty="0" err="1"/>
              <a:t>LangChain</a:t>
            </a:r>
            <a:r>
              <a:rPr lang="en-US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system settings.</a:t>
            </a:r>
          </a:p>
          <a:p>
            <a:endParaRPr lang="en-US" dirty="0"/>
          </a:p>
          <a:p>
            <a:r>
              <a:rPr lang="en-US" dirty="0"/>
              <a:t>When you put your AI app in a container, it will run exactly the same on your laptop, on Azure, or on a private server.</a:t>
            </a:r>
          </a:p>
          <a:p>
            <a:endParaRPr lang="en-US" dirty="0"/>
          </a:p>
          <a:p>
            <a:r>
              <a:rPr lang="en-US" dirty="0"/>
              <a:t>Think of a </a:t>
            </a:r>
            <a:r>
              <a:rPr lang="en-US" b="1" dirty="0"/>
              <a:t>shipping container</a:t>
            </a:r>
            <a:r>
              <a:rPr lang="en-US" dirty="0"/>
              <a:t> on a boat. It doesn't matter if the cargo inside is furniture, electronics, or food; the container is a standard size, and every crane in the world knows how to move it.</a:t>
            </a:r>
          </a:p>
        </p:txBody>
      </p:sp>
    </p:spTree>
    <p:extLst>
      <p:ext uri="{BB962C8B-B14F-4D97-AF65-F5344CB8AC3E}">
        <p14:creationId xmlns:p14="http://schemas.microsoft.com/office/powerpoint/2010/main" val="1820787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2D197-E3D7-4087-B44A-4EEDA7D57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Docker?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080968-93EC-4914-8D7D-3287BC270EF0}"/>
              </a:ext>
            </a:extLst>
          </p:cNvPr>
          <p:cNvSpPr txBox="1"/>
          <p:nvPr/>
        </p:nvSpPr>
        <p:spPr>
          <a:xfrm>
            <a:off x="838199" y="1690688"/>
            <a:ext cx="978527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If a Container is the "box," then Docker is the "tool" used to build, seal, and ship that box.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Dockerfile</a:t>
            </a:r>
            <a:r>
              <a:rPr lang="en-US" dirty="0"/>
              <a:t>: This is a simple text file (a recipe) that tells Docker how to build the container.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Image: When you run the </a:t>
            </a:r>
            <a:r>
              <a:rPr lang="en-US" dirty="0" err="1"/>
              <a:t>Dockerfile</a:t>
            </a:r>
            <a:r>
              <a:rPr lang="en-US" dirty="0"/>
              <a:t>, it creates an "Image." Think of this as a "frozen" version of your app.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Container: When you actually "run" that Image, it becomes a live Container.</a:t>
            </a:r>
          </a:p>
        </p:txBody>
      </p:sp>
    </p:spTree>
    <p:extLst>
      <p:ext uri="{BB962C8B-B14F-4D97-AF65-F5344CB8AC3E}">
        <p14:creationId xmlns:p14="http://schemas.microsoft.com/office/powerpoint/2010/main" val="1421228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D0F4A-9F11-482D-A7FC-55B46A2E9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the Workflow actually looks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1E9C8C63-F48D-47E4-BD1B-867321BB5D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19688071"/>
              </p:ext>
            </p:extLst>
          </p:nvPr>
        </p:nvGraphicFramePr>
        <p:xfrm>
          <a:off x="595901" y="1417834"/>
          <a:ext cx="11219380" cy="50750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68579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65802-3D8A-45B7-BF0B-779DCC17F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 – It is “Serverless”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F2EE1B-7BB4-4839-9610-00E15A350F70}"/>
              </a:ext>
            </a:extLst>
          </p:cNvPr>
          <p:cNvSpPr txBox="1"/>
          <p:nvPr/>
        </p:nvSpPr>
        <p:spPr>
          <a:xfrm>
            <a:off x="706348" y="2369471"/>
            <a:ext cx="1037946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When you use a service like Azure Container Apps or Google Cloud Run, the cloud is smart.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Idle: If no one visits your website, the cloud "kills" the container. You pay $0.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Request: When someone types your URL, the cloud quickly starts your container (the "wake up").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Scaling: If 1,000 people visit at once, the cloud just makes 10 copies of your container instantly.</a:t>
            </a:r>
          </a:p>
        </p:txBody>
      </p:sp>
    </p:spTree>
    <p:extLst>
      <p:ext uri="{BB962C8B-B14F-4D97-AF65-F5344CB8AC3E}">
        <p14:creationId xmlns:p14="http://schemas.microsoft.com/office/powerpoint/2010/main" val="1858377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C8BEC-0FC6-4F4F-A97C-DCBE30E4B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9E0371-3DB2-4AC9-81A4-1D5A5939908C}"/>
              </a:ext>
            </a:extLst>
          </p:cNvPr>
          <p:cNvSpPr txBox="1"/>
          <p:nvPr/>
        </p:nvSpPr>
        <p:spPr>
          <a:xfrm>
            <a:off x="1035121" y="1932213"/>
            <a:ext cx="921848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Terms: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Docker: The tool used to create the package.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Image: The "executable" version of your app (the file).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Container: The "running" instance of your app (the process).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Registry: A storage unit in the cloud for your Images.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Strategy: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it's for your portfolio: Use Streamlit Community Cloud.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it's for a client or business: Use Azure Container Apps or Google Cloud Run.</a:t>
            </a:r>
          </a:p>
        </p:txBody>
      </p:sp>
    </p:spTree>
    <p:extLst>
      <p:ext uri="{BB962C8B-B14F-4D97-AF65-F5344CB8AC3E}">
        <p14:creationId xmlns:p14="http://schemas.microsoft.com/office/powerpoint/2010/main" val="3357814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642</Words>
  <Application>Microsoft Office PowerPoint</Application>
  <PresentationFormat>Widescreen</PresentationFormat>
  <Paragraphs>63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Google Sans Text</vt:lpstr>
      <vt:lpstr>Office Theme</vt:lpstr>
      <vt:lpstr>AI solutions deployment in Azure</vt:lpstr>
      <vt:lpstr>The strategy you choose depends on whether you're building a quick prototype, an internal tool, or a high-traffic product.</vt:lpstr>
      <vt:lpstr>What is a Container?</vt:lpstr>
      <vt:lpstr>What is Docker?</vt:lpstr>
      <vt:lpstr>How the Workflow actually looks</vt:lpstr>
      <vt:lpstr>Advantage – It is “Serverless”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Ankit Mirajkar</dc:creator>
  <cp:lastModifiedBy>Ankit Mirajkar</cp:lastModifiedBy>
  <cp:revision>18</cp:revision>
  <dcterms:created xsi:type="dcterms:W3CDTF">2026-01-03T12:04:37Z</dcterms:created>
  <dcterms:modified xsi:type="dcterms:W3CDTF">2026-01-04T05:02:30Z</dcterms:modified>
</cp:coreProperties>
</file>