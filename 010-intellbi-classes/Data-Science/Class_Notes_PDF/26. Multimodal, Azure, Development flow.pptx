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5"/>
  </p:normalViewPr>
  <p:slideViewPr>
    <p:cSldViewPr snapToGrid="0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FAF6B-416C-8F14-FAF9-CBCE139B2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2E0E6-257F-CB24-664D-5F5AD7468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EC540-8134-EBE9-CC86-8ECDADD0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C6D1E-D787-7DA3-A998-B239E4BB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558F-A491-947A-238E-07DAD946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7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867F-9D11-91CB-A8AB-D8B73825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6F6-A54B-F6B9-8ECD-097FEEE7D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2212-D0B3-CC34-DDA3-6A1FD536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79B0E-723F-150E-FD7C-809AD884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DFCE7-2A7E-3CE4-5EA5-66F5E884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3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BD360-A98B-9BA9-A512-1B3EB224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481FF-7886-670C-F33F-59ABBCE88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FBDC6-0F32-DFF7-6C1B-515C6C5B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9C574-D842-6CFC-0A1A-381709AB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91069-FF8A-804F-C785-344BC4C6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7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6AAC-F1EF-ED32-CC90-EA83E44C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7551E-989A-220E-3AB2-C8651BCCC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71159-2B0E-58F0-6C2F-6337892AB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19B3C-8B29-1082-F764-2CD2F694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2A815-6756-163B-C09E-443687E6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C015B-676C-DEC8-C5D8-DE273D06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1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EAE7-6425-3D9C-C309-9A394B8DB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D5255-845C-A0EC-7FFD-3F3C6959B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A445F-2BF3-4882-7846-4C201403F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9EE11-3536-511D-5789-2ED9C5653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D8BC2-B3B1-690A-DE88-BAF4E1328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04228-4D8C-1C95-1A65-8829EC1B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FD8BB6-FB73-8B0C-9C0F-B8E15E31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B8CE0-584D-CE45-3BA4-B800CB2B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4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5B4E-02F8-6518-0D0F-B94E03C0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52368D-8D80-951B-8A91-447A20FD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C9292-B7C7-4508-C974-9BE17A78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CEF1C-9444-8C7A-690A-9C56DA4D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28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50915-239A-58E2-0CF5-1BBE5057A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89E8B-A780-5840-B452-7DBD4BF6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59ADF-5BBA-E6A4-8AD7-75EB4F70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8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EAFF-0AA7-7112-DEE1-1AA5E6542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7339D-A5D2-AEEF-B891-2F849402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BC361-CB13-1878-2C36-CE15CD557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E86F0-CCDC-F0A8-B1D4-B6E2D4759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FF062-5B99-2A3D-FAD2-4639975D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1A91-8273-3A02-7EC2-7B731AD16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2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3054-80C7-C473-06B4-430D8168F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9D1F6-69D9-7C55-D428-36B99A5ADC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AEE32-D5C2-2C29-CE16-4C4A2EBCF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2F650-B03A-9A05-AB15-35934B4D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04547-CA7D-4C6C-820E-1561C50A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0CF93-D76A-8573-03F7-BC9975C7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2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A469-6C2E-BE26-AB26-76AD16A1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7399B-3F54-27B4-6080-706442452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5A8B3-DA5B-B14A-A96F-144A07A5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1A220-5FF8-8CA6-6134-4938186B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CD6B7-018F-C62B-5136-C99F9878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FBB6E-DBD7-E851-FD4B-FAA4947A3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D480D-63FC-65C8-7959-1A6B6046E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6BC97-FBE3-346E-0D91-A93F09A3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B8041-15BF-7CA5-AF49-AE9DF495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00D12-0965-A865-C38F-C70446B7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1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545FD-5F4D-24FA-CEEA-A61B1AA2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51466-74DA-2492-D0D7-57357654D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D685-98C2-5CD7-30BB-6ED80B4AF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9A03F-2D4D-B640-A14C-F5E5C235145B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73236-ADC6-1FDD-6F18-985F62F63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61D7-8576-B633-2D9F-3E5E76F16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D6B4E-DC74-6B44-BA80-9DD34BA2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6231-6736-12CD-C1F1-0818531CF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MULTIMODAL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672F5-1FFC-9DC6-54A4-300124784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 means working with multiple types of data:  text, images, audio, pdf, etc.</a:t>
            </a:r>
          </a:p>
        </p:txBody>
      </p:sp>
    </p:spTree>
    <p:extLst>
      <p:ext uri="{BB962C8B-B14F-4D97-AF65-F5344CB8AC3E}">
        <p14:creationId xmlns:p14="http://schemas.microsoft.com/office/powerpoint/2010/main" val="374117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3E56F3-F252-F7A5-C3AE-42D9D3C7904C}"/>
              </a:ext>
            </a:extLst>
          </p:cNvPr>
          <p:cNvSpPr/>
          <p:nvPr/>
        </p:nvSpPr>
        <p:spPr>
          <a:xfrm>
            <a:off x="944880" y="1879600"/>
            <a:ext cx="1463040" cy="172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Handwritten notes in image or pdf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1FE9F7-82E7-D437-0EA2-2B7434793662}"/>
              </a:ext>
            </a:extLst>
          </p:cNvPr>
          <p:cNvSpPr/>
          <p:nvPr/>
        </p:nvSpPr>
        <p:spPr>
          <a:xfrm>
            <a:off x="3230880" y="508000"/>
            <a:ext cx="3423920" cy="46329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Multimodal AI Models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Interprets the writing, diagrams, and relationships between the concepts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C9ACD6-35C7-FD43-C7CF-E5D7575874FF}"/>
              </a:ext>
            </a:extLst>
          </p:cNvPr>
          <p:cNvCxnSpPr>
            <a:stCxn id="2" idx="3"/>
          </p:cNvCxnSpPr>
          <p:nvPr/>
        </p:nvCxnSpPr>
        <p:spPr>
          <a:xfrm>
            <a:off x="2407920" y="2743200"/>
            <a:ext cx="812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1FF5CF-40E1-ADB2-3600-768A0A9A7679}"/>
              </a:ext>
            </a:extLst>
          </p:cNvPr>
          <p:cNvCxnSpPr>
            <a:cxnSpLocks/>
          </p:cNvCxnSpPr>
          <p:nvPr/>
        </p:nvCxnSpPr>
        <p:spPr>
          <a:xfrm>
            <a:off x="6654800" y="2743200"/>
            <a:ext cx="21640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5E5DFF-F9A1-CE52-EC23-7B6FAEC8303A}"/>
              </a:ext>
            </a:extLst>
          </p:cNvPr>
          <p:cNvSpPr txBox="1"/>
          <p:nvPr/>
        </p:nvSpPr>
        <p:spPr>
          <a:xfrm>
            <a:off x="8818880" y="1951672"/>
            <a:ext cx="3444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Output: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1. Text: summary, explanation</a:t>
            </a:r>
          </a:p>
          <a:p>
            <a:endParaRPr lang="en-US" sz="1600" dirty="0"/>
          </a:p>
          <a:p>
            <a:r>
              <a:rPr lang="en-US" sz="1600" dirty="0"/>
              <a:t>2. Audio: a spoken explanation</a:t>
            </a:r>
          </a:p>
        </p:txBody>
      </p:sp>
    </p:spTree>
    <p:extLst>
      <p:ext uri="{BB962C8B-B14F-4D97-AF65-F5344CB8AC3E}">
        <p14:creationId xmlns:p14="http://schemas.microsoft.com/office/powerpoint/2010/main" val="4169901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BEC0-B611-886E-282A-7C901837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Multimodal Tutor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BF9A3-BDB5-3CED-6A2E-0B8F0881546B}"/>
              </a:ext>
            </a:extLst>
          </p:cNvPr>
          <p:cNvSpPr txBox="1"/>
          <p:nvPr/>
        </p:nvSpPr>
        <p:spPr>
          <a:xfrm>
            <a:off x="838200" y="1690688"/>
            <a:ext cx="471932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It is an AI application that helps students understand learning material from images, pdf documents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Lets say we are </a:t>
            </a:r>
            <a:r>
              <a:rPr lang="en-US" dirty="0" err="1"/>
              <a:t>studing</a:t>
            </a:r>
            <a:r>
              <a:rPr lang="en-US" dirty="0"/>
              <a:t> SQL and RAG, we have received these notes. </a:t>
            </a:r>
          </a:p>
          <a:p>
            <a:pPr marL="285750" indent="-285750">
              <a:buFontTx/>
              <a:buChar char="-"/>
            </a:pPr>
            <a:r>
              <a:rPr lang="en-US" dirty="0"/>
              <a:t>We want to use this AI App: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to explain uploaded image,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create notes,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give 5 </a:t>
            </a:r>
            <a:r>
              <a:rPr lang="en-US" dirty="0" err="1"/>
              <a:t>q&amp;a</a:t>
            </a:r>
            <a:r>
              <a:rPr lang="en-US" dirty="0"/>
              <a:t> based on the image,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generate audio </a:t>
            </a:r>
            <a:r>
              <a:rPr lang="en-US" dirty="0" err="1"/>
              <a:t>explaination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Use </a:t>
            </a:r>
            <a:r>
              <a:rPr lang="en-US" dirty="0" err="1"/>
              <a:t>langsmith</a:t>
            </a:r>
            <a:r>
              <a:rPr lang="en-US" dirty="0"/>
              <a:t>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To track LLM calls,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Token consumption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Execution time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Outputs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errors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741A9-B141-5944-CDED-627F7083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482" y="302691"/>
            <a:ext cx="5364480" cy="299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B5CAAB-913E-F334-1E82-586128093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346" y="3429000"/>
            <a:ext cx="1989454" cy="329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5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DADD9C-9C96-3DA0-AD65-5F3059316E09}"/>
              </a:ext>
            </a:extLst>
          </p:cNvPr>
          <p:cNvSpPr/>
          <p:nvPr/>
        </p:nvSpPr>
        <p:spPr>
          <a:xfrm>
            <a:off x="2443480" y="848360"/>
            <a:ext cx="6583680" cy="4775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8D4BA5-2B38-87F5-4E11-05FEDF2B433E}"/>
              </a:ext>
            </a:extLst>
          </p:cNvPr>
          <p:cNvSpPr/>
          <p:nvPr/>
        </p:nvSpPr>
        <p:spPr>
          <a:xfrm>
            <a:off x="4805680" y="2611120"/>
            <a:ext cx="1859280" cy="1005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OpenAI Key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FF4FE-EFF2-4512-8C5F-E38D24079A6B}"/>
              </a:ext>
            </a:extLst>
          </p:cNvPr>
          <p:cNvSpPr txBox="1"/>
          <p:nvPr/>
        </p:nvSpPr>
        <p:spPr>
          <a:xfrm>
            <a:off x="3901440" y="1107440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Langsmith</a:t>
            </a:r>
            <a:r>
              <a:rPr lang="en-US" dirty="0"/>
              <a:t> tracker</a:t>
            </a:r>
          </a:p>
        </p:txBody>
      </p:sp>
    </p:spTree>
    <p:extLst>
      <p:ext uri="{BB962C8B-B14F-4D97-AF65-F5344CB8AC3E}">
        <p14:creationId xmlns:p14="http://schemas.microsoft.com/office/powerpoint/2010/main" val="313407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29BB9-5C30-369E-1E3E-C70B40590DD0}"/>
              </a:ext>
            </a:extLst>
          </p:cNvPr>
          <p:cNvSpPr/>
          <p:nvPr/>
        </p:nvSpPr>
        <p:spPr>
          <a:xfrm>
            <a:off x="680720" y="914400"/>
            <a:ext cx="10698480" cy="555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3923F-32FD-AB92-838D-AC1665535051}"/>
              </a:ext>
            </a:extLst>
          </p:cNvPr>
          <p:cNvSpPr txBox="1"/>
          <p:nvPr/>
        </p:nvSpPr>
        <p:spPr>
          <a:xfrm>
            <a:off x="843280" y="345440"/>
            <a:ext cx="334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Tata motors - Azure account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CF36D1-C9C8-E8FA-2981-12659239A67B}"/>
              </a:ext>
            </a:extLst>
          </p:cNvPr>
          <p:cNvSpPr/>
          <p:nvPr/>
        </p:nvSpPr>
        <p:spPr>
          <a:xfrm>
            <a:off x="914400" y="1087120"/>
            <a:ext cx="4897120" cy="525272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DC0FF6-4315-1532-FB5F-071D96519712}"/>
              </a:ext>
            </a:extLst>
          </p:cNvPr>
          <p:cNvSpPr/>
          <p:nvPr/>
        </p:nvSpPr>
        <p:spPr>
          <a:xfrm>
            <a:off x="6096000" y="1114584"/>
            <a:ext cx="4897120" cy="525272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2ADF6-2A3A-E9D0-B655-64F20AE451B2}"/>
              </a:ext>
            </a:extLst>
          </p:cNvPr>
          <p:cNvSpPr txBox="1"/>
          <p:nvPr/>
        </p:nvSpPr>
        <p:spPr>
          <a:xfrm>
            <a:off x="2204720" y="1209040"/>
            <a:ext cx="261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India Subscription- INR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B79E3-D4E3-AE90-4E00-F5DB9C145533}"/>
              </a:ext>
            </a:extLst>
          </p:cNvPr>
          <p:cNvSpPr txBox="1"/>
          <p:nvPr/>
        </p:nvSpPr>
        <p:spPr>
          <a:xfrm>
            <a:off x="7594600" y="1220986"/>
            <a:ext cx="261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USA Subscription - USD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0659FF-5934-D427-81D1-DDD5A4DC1126}"/>
              </a:ext>
            </a:extLst>
          </p:cNvPr>
          <p:cNvSpPr/>
          <p:nvPr/>
        </p:nvSpPr>
        <p:spPr>
          <a:xfrm>
            <a:off x="1259840" y="1838960"/>
            <a:ext cx="4267200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T1- Analytics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(RG- </a:t>
            </a:r>
            <a:r>
              <a:rPr lang="en-US" dirty="0" err="1"/>
              <a:t>RG_analytics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IN" b="1" dirty="0"/>
              <a:t>Azure SQL </a:t>
            </a:r>
            <a:r>
              <a:rPr lang="en-IN" b="1" dirty="0" err="1"/>
              <a:t>db</a:t>
            </a:r>
            <a:endParaRPr lang="en-IN" b="1" dirty="0"/>
          </a:p>
          <a:p>
            <a:pPr marL="285750" indent="-285750">
              <a:buFontTx/>
              <a:buChar char="-"/>
            </a:pPr>
            <a:r>
              <a:rPr lang="en-IN" b="1" dirty="0"/>
              <a:t>Azure SQL server</a:t>
            </a:r>
          </a:p>
          <a:p>
            <a:pPr marL="285750" indent="-285750">
              <a:buFontTx/>
              <a:buChar char="-"/>
            </a:pP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B4F5DF-0913-04A7-581F-52E2134207C3}"/>
              </a:ext>
            </a:extLst>
          </p:cNvPr>
          <p:cNvSpPr/>
          <p:nvPr/>
        </p:nvSpPr>
        <p:spPr>
          <a:xfrm>
            <a:off x="1209040" y="4074160"/>
            <a:ext cx="4267200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T2- Data engineering (D.E.)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(RG- </a:t>
            </a:r>
            <a:r>
              <a:rPr lang="en-US" dirty="0" err="1"/>
              <a:t>RG_de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IN" b="1" dirty="0"/>
              <a:t>Azure Data Lake Storage</a:t>
            </a:r>
          </a:p>
          <a:p>
            <a:pPr marL="285750" indent="-285750">
              <a:buFontTx/>
              <a:buChar char="-"/>
            </a:pPr>
            <a:r>
              <a:rPr lang="en-IN" b="1" dirty="0"/>
              <a:t>-Azure Data Factory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1F0A1C-AE5A-38B6-B5BB-570868BB4B75}"/>
              </a:ext>
            </a:extLst>
          </p:cNvPr>
          <p:cNvSpPr/>
          <p:nvPr/>
        </p:nvSpPr>
        <p:spPr>
          <a:xfrm>
            <a:off x="6532880" y="1838960"/>
            <a:ext cx="4267200" cy="934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T1- AI solutions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4994E-E63A-9145-D3BB-0D30FB44129E}"/>
              </a:ext>
            </a:extLst>
          </p:cNvPr>
          <p:cNvSpPr/>
          <p:nvPr/>
        </p:nvSpPr>
        <p:spPr>
          <a:xfrm>
            <a:off x="6532880" y="3342640"/>
            <a:ext cx="4267200" cy="934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T2-Infra management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F1A382-35D4-D78C-E9B9-AE32792AA0F1}"/>
              </a:ext>
            </a:extLst>
          </p:cNvPr>
          <p:cNvSpPr/>
          <p:nvPr/>
        </p:nvSpPr>
        <p:spPr>
          <a:xfrm>
            <a:off x="6532880" y="4699000"/>
            <a:ext cx="4267200" cy="934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T3- D.E. team</a:t>
            </a:r>
          </a:p>
        </p:txBody>
      </p:sp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FA85BCB7-E0B1-FB7B-3139-0E7C8C008C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3760" y="1165106"/>
            <a:ext cx="457200" cy="457200"/>
          </a:xfrm>
          <a:prstGeom prst="rect">
            <a:avLst/>
          </a:prstGeom>
        </p:spPr>
      </p:pic>
      <p:pic>
        <p:nvPicPr>
          <p:cNvPr id="16" name="Graphic 15" descr="User with solid fill">
            <a:extLst>
              <a:ext uri="{FF2B5EF4-FFF2-40B4-BE49-F238E27FC236}">
                <a16:creationId xmlns:a16="http://schemas.microsoft.com/office/drawing/2014/main" id="{7B4CF060-4621-1D4B-EF10-2BA8E075D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03400" y="1138198"/>
            <a:ext cx="457200" cy="457200"/>
          </a:xfrm>
          <a:prstGeom prst="rect">
            <a:avLst/>
          </a:prstGeom>
        </p:spPr>
      </p:pic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AE2DD063-E762-7F0B-028B-488EC15078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640" y="25757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6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8C9F8726-7B64-3D56-54A6-0A312F227672}"/>
              </a:ext>
            </a:extLst>
          </p:cNvPr>
          <p:cNvSpPr/>
          <p:nvPr/>
        </p:nvSpPr>
        <p:spPr>
          <a:xfrm>
            <a:off x="447040" y="1849120"/>
            <a:ext cx="2763520" cy="5791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Gather BR- BA</a:t>
            </a:r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81FAC1FA-C11A-D4DC-3CA3-7BA88E1ECD52}"/>
              </a:ext>
            </a:extLst>
          </p:cNvPr>
          <p:cNvSpPr/>
          <p:nvPr/>
        </p:nvSpPr>
        <p:spPr>
          <a:xfrm>
            <a:off x="2560320" y="2509520"/>
            <a:ext cx="2763520" cy="5791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Technical manager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976D850C-9A9C-7E6F-DAED-BD94DF3D8AAF}"/>
              </a:ext>
            </a:extLst>
          </p:cNvPr>
          <p:cNvSpPr/>
          <p:nvPr/>
        </p:nvSpPr>
        <p:spPr>
          <a:xfrm>
            <a:off x="5039360" y="3169920"/>
            <a:ext cx="5008880" cy="5791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Engineer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56023-F6CD-58FB-051D-45A3068B46B2}"/>
              </a:ext>
            </a:extLst>
          </p:cNvPr>
          <p:cNvSpPr txBox="1"/>
          <p:nvPr/>
        </p:nvSpPr>
        <p:spPr>
          <a:xfrm>
            <a:off x="1899920" y="1778000"/>
            <a:ext cx="10972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Business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482DA-939E-5E3D-B021-EA74ED979369}"/>
              </a:ext>
            </a:extLst>
          </p:cNvPr>
          <p:cNvSpPr txBox="1"/>
          <p:nvPr/>
        </p:nvSpPr>
        <p:spPr>
          <a:xfrm>
            <a:off x="3942080" y="2443480"/>
            <a:ext cx="109728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Technical requirement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D5DD5-669E-16B6-B5A9-516153CCE329}"/>
              </a:ext>
            </a:extLst>
          </p:cNvPr>
          <p:cNvSpPr txBox="1"/>
          <p:nvPr/>
        </p:nvSpPr>
        <p:spPr>
          <a:xfrm>
            <a:off x="8178800" y="3119120"/>
            <a:ext cx="15951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/>
              <a:t>Working solution in docker format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4D3F14DC-E294-13B9-9E10-FEF467FE7036}"/>
              </a:ext>
            </a:extLst>
          </p:cNvPr>
          <p:cNvSpPr/>
          <p:nvPr/>
        </p:nvSpPr>
        <p:spPr>
          <a:xfrm>
            <a:off x="9773920" y="3749040"/>
            <a:ext cx="2204720" cy="5791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DevOps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81111F-9D8C-81DB-ED07-9A14E313463A}"/>
              </a:ext>
            </a:extLst>
          </p:cNvPr>
          <p:cNvSpPr txBox="1"/>
          <p:nvPr/>
        </p:nvSpPr>
        <p:spPr>
          <a:xfrm>
            <a:off x="10078720" y="3698240"/>
            <a:ext cx="159512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/>
              <a:t>Deployed code on cloud</a:t>
            </a:r>
          </a:p>
        </p:txBody>
      </p:sp>
    </p:spTree>
    <p:extLst>
      <p:ext uri="{BB962C8B-B14F-4D97-AF65-F5344CB8AC3E}">
        <p14:creationId xmlns:p14="http://schemas.microsoft.com/office/powerpoint/2010/main" val="81108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220</Words>
  <Application>Microsoft Macintosh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MULTIMODAL AI</vt:lpstr>
      <vt:lpstr>PowerPoint Presentation</vt:lpstr>
      <vt:lpstr>Multimodal Tutor agent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Mirajkar</dc:creator>
  <cp:lastModifiedBy>Ankit Mirajkar</cp:lastModifiedBy>
  <cp:revision>1</cp:revision>
  <dcterms:created xsi:type="dcterms:W3CDTF">2026-10-11T01:37:07Z</dcterms:created>
  <dcterms:modified xsi:type="dcterms:W3CDTF">2026-10-11T04:13:31Z</dcterms:modified>
</cp:coreProperties>
</file>