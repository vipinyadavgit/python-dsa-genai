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70" r:id="rId1"/>
    <p:sldMasterId id="2147483671" r:id="rId2"/>
  </p:sldMasterIdLst>
  <p:notesMasterIdLst>
    <p:notesMasterId r:id="rId52"/>
  </p:notesMasterIdLst>
  <p:sldIdLst>
    <p:sldId id="256" r:id="rId3"/>
    <p:sldId id="257" r:id="rId4"/>
    <p:sldId id="259" r:id="rId5"/>
    <p:sldId id="260" r:id="rId6"/>
    <p:sldId id="261" r:id="rId7"/>
    <p:sldId id="262" r:id="rId8"/>
    <p:sldId id="263" r:id="rId9"/>
    <p:sldId id="264" r:id="rId10"/>
    <p:sldId id="265" r:id="rId11"/>
    <p:sldId id="266" r:id="rId12"/>
    <p:sldId id="267" r:id="rId13"/>
    <p:sldId id="268" r:id="rId14"/>
    <p:sldId id="270" r:id="rId15"/>
    <p:sldId id="271" r:id="rId16"/>
    <p:sldId id="272" r:id="rId17"/>
    <p:sldId id="273" r:id="rId18"/>
    <p:sldId id="274" r:id="rId19"/>
    <p:sldId id="275" r:id="rId20"/>
    <p:sldId id="276" r:id="rId21"/>
    <p:sldId id="277" r:id="rId22"/>
    <p:sldId id="278" r:id="rId23"/>
    <p:sldId id="279" r:id="rId24"/>
    <p:sldId id="280" r:id="rId25"/>
    <p:sldId id="282" r:id="rId26"/>
    <p:sldId id="283" r:id="rId27"/>
    <p:sldId id="284" r:id="rId28"/>
    <p:sldId id="285" r:id="rId29"/>
    <p:sldId id="286" r:id="rId30"/>
    <p:sldId id="287" r:id="rId31"/>
    <p:sldId id="288" r:id="rId32"/>
    <p:sldId id="290" r:id="rId33"/>
    <p:sldId id="291" r:id="rId34"/>
    <p:sldId id="292" r:id="rId35"/>
    <p:sldId id="293" r:id="rId36"/>
    <p:sldId id="295" r:id="rId37"/>
    <p:sldId id="296" r:id="rId38"/>
    <p:sldId id="297" r:id="rId39"/>
    <p:sldId id="298" r:id="rId40"/>
    <p:sldId id="299" r:id="rId41"/>
    <p:sldId id="300" r:id="rId42"/>
    <p:sldId id="301" r:id="rId43"/>
    <p:sldId id="302" r:id="rId44"/>
    <p:sldId id="303" r:id="rId45"/>
    <p:sldId id="304" r:id="rId46"/>
    <p:sldId id="305" r:id="rId47"/>
    <p:sldId id="306" r:id="rId48"/>
    <p:sldId id="307" r:id="rId49"/>
    <p:sldId id="308" r:id="rId50"/>
    <p:sldId id="309" r:id="rId51"/>
  </p:sldIdLst>
  <p:sldSz cx="9144000" cy="5143500" type="screen16x9"/>
  <p:notesSz cx="6858000" cy="9144000"/>
  <p:embeddedFontLst>
    <p:embeddedFont>
      <p:font typeface="Montserrat" panose="00000500000000000000" pitchFamily="2" charset="0"/>
      <p:regular r:id="rId53"/>
      <p:bold r:id="rId54"/>
      <p:italic r:id="rId55"/>
      <p:boldItalic r:id="rId5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p:scale>
          <a:sx n="83" d="100"/>
          <a:sy n="83" d="100"/>
        </p:scale>
        <p:origin x="800"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font" Target="fonts/font3.fntdata"/><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font" Target="fonts/font1.fntdata"/><Relationship Id="rId58" Type="http://schemas.openxmlformats.org/officeDocument/2006/relationships/viewProps" Target="viewProp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font" Target="fonts/font4.fntdata"/><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theme" Target="theme/theme1.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presProps" Target="presProps.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notesMaster" Target="notesMasters/notesMaster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317500">
              <a:spcBef>
                <a:spcPts val="0"/>
              </a:spcBef>
              <a:spcAft>
                <a:spcPts val="0"/>
              </a:spcAft>
              <a:buSzPts val="1400"/>
              <a:buChar char="●"/>
              <a:defRPr sz="1100"/>
            </a:lvl1pPr>
            <a:lvl2pPr marL="914400" lvl="1" indent="-317500">
              <a:spcBef>
                <a:spcPts val="0"/>
              </a:spcBef>
              <a:spcAft>
                <a:spcPts val="0"/>
              </a:spcAft>
              <a:buSzPts val="1400"/>
              <a:buChar char="○"/>
              <a:defRPr sz="1100"/>
            </a:lvl2pPr>
            <a:lvl3pPr marL="1371600" lvl="2" indent="-317500">
              <a:spcBef>
                <a:spcPts val="0"/>
              </a:spcBef>
              <a:spcAft>
                <a:spcPts val="0"/>
              </a:spcAft>
              <a:buSzPts val="1400"/>
              <a:buChar char="■"/>
              <a:defRPr sz="1100"/>
            </a:lvl3pPr>
            <a:lvl4pPr marL="1828800" lvl="3" indent="-317500">
              <a:spcBef>
                <a:spcPts val="0"/>
              </a:spcBef>
              <a:spcAft>
                <a:spcPts val="0"/>
              </a:spcAft>
              <a:buSzPts val="1400"/>
              <a:buChar char="●"/>
              <a:defRPr sz="1100"/>
            </a:lvl4pPr>
            <a:lvl5pPr marL="2286000" lvl="4" indent="-317500">
              <a:spcBef>
                <a:spcPts val="0"/>
              </a:spcBef>
              <a:spcAft>
                <a:spcPts val="0"/>
              </a:spcAft>
              <a:buSzPts val="1400"/>
              <a:buChar char="○"/>
              <a:defRPr sz="1100"/>
            </a:lvl5pPr>
            <a:lvl6pPr marL="2743200" lvl="5" indent="-317500">
              <a:spcBef>
                <a:spcPts val="0"/>
              </a:spcBef>
              <a:spcAft>
                <a:spcPts val="0"/>
              </a:spcAft>
              <a:buSzPts val="1400"/>
              <a:buChar char="■"/>
              <a:defRPr sz="1100"/>
            </a:lvl6pPr>
            <a:lvl7pPr marL="3200400" lvl="6" indent="-317500">
              <a:spcBef>
                <a:spcPts val="0"/>
              </a:spcBef>
              <a:spcAft>
                <a:spcPts val="0"/>
              </a:spcAft>
              <a:buSzPts val="1400"/>
              <a:buChar char="●"/>
              <a:defRPr sz="1100"/>
            </a:lvl7pPr>
            <a:lvl8pPr marL="3657600" lvl="7" indent="-317500">
              <a:spcBef>
                <a:spcPts val="0"/>
              </a:spcBef>
              <a:spcAft>
                <a:spcPts val="0"/>
              </a:spcAft>
              <a:buSzPts val="1400"/>
              <a:buChar char="○"/>
              <a:defRPr sz="1100"/>
            </a:lvl8pPr>
            <a:lvl9pPr marL="4114800" lvl="8" indent="-317500">
              <a:spcBef>
                <a:spcPts val="0"/>
              </a:spcBef>
              <a:spcAft>
                <a:spcPts val="0"/>
              </a:spcAft>
              <a:buSzPts val="14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7"/>
        <p:cNvGrpSpPr/>
        <p:nvPr/>
      </p:nvGrpSpPr>
      <p:grpSpPr>
        <a:xfrm>
          <a:off x="0" y="0"/>
          <a:ext cx="0" cy="0"/>
          <a:chOff x="0" y="0"/>
          <a:chExt cx="0" cy="0"/>
        </a:xfrm>
      </p:grpSpPr>
      <p:sp>
        <p:nvSpPr>
          <p:cNvPr id="98" name="Google Shape;98;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9" name="Google Shape;99;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g366fa6eeb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07" name="Google Shape;107;g366fa6eeb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g463449bee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3" name="Google Shape;123;g463449bee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
        <p:cNvGrpSpPr/>
        <p:nvPr/>
      </p:nvGrpSpPr>
      <p:grpSpPr>
        <a:xfrm>
          <a:off x="0" y="0"/>
          <a:ext cx="0" cy="0"/>
          <a:chOff x="0" y="0"/>
          <a:chExt cx="0" cy="0"/>
        </a:xfrm>
      </p:grpSpPr>
      <p:sp>
        <p:nvSpPr>
          <p:cNvPr id="130" name="Google Shape;130;g463449bee3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1" name="Google Shape;131;g463449bee3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7"/>
        <p:cNvGrpSpPr/>
        <p:nvPr/>
      </p:nvGrpSpPr>
      <p:grpSpPr>
        <a:xfrm>
          <a:off x="0" y="0"/>
          <a:ext cx="0" cy="0"/>
          <a:chOff x="0" y="0"/>
          <a:chExt cx="0" cy="0"/>
        </a:xfrm>
      </p:grpSpPr>
      <p:sp>
        <p:nvSpPr>
          <p:cNvPr id="138" name="Google Shape;138;g463449bee3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9" name="Google Shape;139;g463449bee3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g463449bee3_0_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7" name="Google Shape;147;g463449bee3_0_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463449bee3_0_4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463449bee3_0_4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1"/>
        <p:cNvGrpSpPr/>
        <p:nvPr/>
      </p:nvGrpSpPr>
      <p:grpSpPr>
        <a:xfrm>
          <a:off x="0" y="0"/>
          <a:ext cx="0" cy="0"/>
          <a:chOff x="0" y="0"/>
          <a:chExt cx="0" cy="0"/>
        </a:xfrm>
      </p:grpSpPr>
      <p:sp>
        <p:nvSpPr>
          <p:cNvPr id="162" name="Google Shape;162;g463449bee3_0_5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3" name="Google Shape;163;g463449bee3_0_5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9"/>
        <p:cNvGrpSpPr/>
        <p:nvPr/>
      </p:nvGrpSpPr>
      <p:grpSpPr>
        <a:xfrm>
          <a:off x="0" y="0"/>
          <a:ext cx="0" cy="0"/>
          <a:chOff x="0" y="0"/>
          <a:chExt cx="0" cy="0"/>
        </a:xfrm>
      </p:grpSpPr>
      <p:sp>
        <p:nvSpPr>
          <p:cNvPr id="170" name="Google Shape;170;g463449bee3_0_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1" name="Google Shape;171;g463449bee3_0_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g463449bee3_0_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79" name="Google Shape;179;g463449bee3_0_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g463449bee3_0_7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8" name="Google Shape;188;g463449bee3_0_7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463449bee3_0_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463449bee3_0_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
        <p:cNvGrpSpPr/>
        <p:nvPr/>
      </p:nvGrpSpPr>
      <p:grpSpPr>
        <a:xfrm>
          <a:off x="0" y="0"/>
          <a:ext cx="0" cy="0"/>
          <a:chOff x="0" y="0"/>
          <a:chExt cx="0" cy="0"/>
        </a:xfrm>
      </p:grpSpPr>
      <p:sp>
        <p:nvSpPr>
          <p:cNvPr id="214" name="Google Shape;214;g463449bee3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15" name="Google Shape;215;g463449bee3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g4250e23a04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23" name="Google Shape;223;g4250e23a04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g463449bee3_0_10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32" name="Google Shape;232;g463449bee3_0_10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g463449bee3_0_1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0" name="Google Shape;240;g463449bee3_0_1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463449bee3_0_1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48" name="Google Shape;248;g463449bee3_0_1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g463449bee3_0_1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6" name="Google Shape;256;g463449bee3_0_1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g463449bee3_0_1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64" name="Google Shape;264;g463449bee3_0_1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g463449bee3_0_1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2" name="Google Shape;272;g463449bee3_0_1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7"/>
        <p:cNvGrpSpPr/>
        <p:nvPr/>
      </p:nvGrpSpPr>
      <p:grpSpPr>
        <a:xfrm>
          <a:off x="0" y="0"/>
          <a:ext cx="0" cy="0"/>
          <a:chOff x="0" y="0"/>
          <a:chExt cx="0" cy="0"/>
        </a:xfrm>
      </p:grpSpPr>
      <p:sp>
        <p:nvSpPr>
          <p:cNvPr id="278" name="Google Shape;278;g463449bee3_0_1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9" name="Google Shape;279;g463449bee3_0_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463449bee3_0_24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 name="Google Shape;287;g463449bee3_0_24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g463449bee3_0_2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6" name="Google Shape;296;g463449bee3_0_25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1"/>
        <p:cNvGrpSpPr/>
        <p:nvPr/>
      </p:nvGrpSpPr>
      <p:grpSpPr>
        <a:xfrm>
          <a:off x="0" y="0"/>
          <a:ext cx="0" cy="0"/>
          <a:chOff x="0" y="0"/>
          <a:chExt cx="0" cy="0"/>
        </a:xfrm>
      </p:grpSpPr>
      <p:sp>
        <p:nvSpPr>
          <p:cNvPr id="312" name="Google Shape;312;g463449bee3_0_1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13" name="Google Shape;313;g463449bee3_0_1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8"/>
        <p:cNvGrpSpPr/>
        <p:nvPr/>
      </p:nvGrpSpPr>
      <p:grpSpPr>
        <a:xfrm>
          <a:off x="0" y="0"/>
          <a:ext cx="0" cy="0"/>
          <a:chOff x="0" y="0"/>
          <a:chExt cx="0" cy="0"/>
        </a:xfrm>
      </p:grpSpPr>
      <p:sp>
        <p:nvSpPr>
          <p:cNvPr id="319" name="Google Shape;319;g463449bee3_0_2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20" name="Google Shape;320;g463449bee3_0_2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g4213dca321_4_4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28" name="Google Shape;328;g4213dca321_4_4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g463449bee3_0_27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0" name="Google Shape;470;g463449bee3_0_27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6"/>
        <p:cNvGrpSpPr/>
        <p:nvPr/>
      </p:nvGrpSpPr>
      <p:grpSpPr>
        <a:xfrm>
          <a:off x="0" y="0"/>
          <a:ext cx="0" cy="0"/>
          <a:chOff x="0" y="0"/>
          <a:chExt cx="0" cy="0"/>
        </a:xfrm>
      </p:grpSpPr>
      <p:sp>
        <p:nvSpPr>
          <p:cNvPr id="477" name="Google Shape;477;g463449bee3_0_26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78" name="Google Shape;478;g463449bee3_0_26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4213dca321_4_1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6" name="Google Shape;486;g4213dca321_4_1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g463449bee3_0_28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6" name="Google Shape;496;g463449bee3_0_28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9"/>
        <p:cNvGrpSpPr/>
        <p:nvPr/>
      </p:nvGrpSpPr>
      <p:grpSpPr>
        <a:xfrm>
          <a:off x="0" y="0"/>
          <a:ext cx="0" cy="0"/>
          <a:chOff x="0" y="0"/>
          <a:chExt cx="0" cy="0"/>
        </a:xfrm>
      </p:grpSpPr>
      <p:sp>
        <p:nvSpPr>
          <p:cNvPr id="510" name="Google Shape;510;g463449bee3_0_15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1" name="Google Shape;511;g463449bee3_0_15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6"/>
        <p:cNvGrpSpPr/>
        <p:nvPr/>
      </p:nvGrpSpPr>
      <p:grpSpPr>
        <a:xfrm>
          <a:off x="0" y="0"/>
          <a:ext cx="0" cy="0"/>
          <a:chOff x="0" y="0"/>
          <a:chExt cx="0" cy="0"/>
        </a:xfrm>
      </p:grpSpPr>
      <p:sp>
        <p:nvSpPr>
          <p:cNvPr id="517" name="Google Shape;517;g463449bee3_0_2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8" name="Google Shape;518;g463449bee3_0_2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4"/>
        <p:cNvGrpSpPr/>
        <p:nvPr/>
      </p:nvGrpSpPr>
      <p:grpSpPr>
        <a:xfrm>
          <a:off x="0" y="0"/>
          <a:ext cx="0" cy="0"/>
          <a:chOff x="0" y="0"/>
          <a:chExt cx="0" cy="0"/>
        </a:xfrm>
      </p:grpSpPr>
      <p:sp>
        <p:nvSpPr>
          <p:cNvPr id="525" name="Google Shape;525;g463449bee3_0_29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6" name="Google Shape;526;g463449bee3_0_29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2"/>
        <p:cNvGrpSpPr/>
        <p:nvPr/>
      </p:nvGrpSpPr>
      <p:grpSpPr>
        <a:xfrm>
          <a:off x="0" y="0"/>
          <a:ext cx="0" cy="0"/>
          <a:chOff x="0" y="0"/>
          <a:chExt cx="0" cy="0"/>
        </a:xfrm>
      </p:grpSpPr>
      <p:sp>
        <p:nvSpPr>
          <p:cNvPr id="533" name="Google Shape;533;g463449bee3_0_29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4" name="Google Shape;534;g463449bee3_0_2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8"/>
        <p:cNvGrpSpPr/>
        <p:nvPr/>
      </p:nvGrpSpPr>
      <p:grpSpPr>
        <a:xfrm>
          <a:off x="0" y="0"/>
          <a:ext cx="0" cy="0"/>
          <a:chOff x="0" y="0"/>
          <a:chExt cx="0" cy="0"/>
        </a:xfrm>
      </p:grpSpPr>
      <p:sp>
        <p:nvSpPr>
          <p:cNvPr id="549" name="Google Shape;549;g463449bee3_0_3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0" name="Google Shape;550;g463449bee3_0_3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463449bee3_0_34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463449bee3_0_34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g463449bee3_0_3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7" name="Google Shape;567;g463449bee3_0_3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4"/>
        <p:cNvGrpSpPr/>
        <p:nvPr/>
      </p:nvGrpSpPr>
      <p:grpSpPr>
        <a:xfrm>
          <a:off x="0" y="0"/>
          <a:ext cx="0" cy="0"/>
          <a:chOff x="0" y="0"/>
          <a:chExt cx="0" cy="0"/>
        </a:xfrm>
      </p:grpSpPr>
      <p:sp>
        <p:nvSpPr>
          <p:cNvPr id="575" name="Google Shape;575;g463449bee3_0_36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6" name="Google Shape;576;g463449bee3_0_36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3"/>
        <p:cNvGrpSpPr/>
        <p:nvPr/>
      </p:nvGrpSpPr>
      <p:grpSpPr>
        <a:xfrm>
          <a:off x="0" y="0"/>
          <a:ext cx="0" cy="0"/>
          <a:chOff x="0" y="0"/>
          <a:chExt cx="0" cy="0"/>
        </a:xfrm>
      </p:grpSpPr>
      <p:sp>
        <p:nvSpPr>
          <p:cNvPr id="584" name="Google Shape;584;g463449bee3_0_3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5" name="Google Shape;585;g463449bee3_0_3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1"/>
        <p:cNvGrpSpPr/>
        <p:nvPr/>
      </p:nvGrpSpPr>
      <p:grpSpPr>
        <a:xfrm>
          <a:off x="0" y="0"/>
          <a:ext cx="0" cy="0"/>
          <a:chOff x="0" y="0"/>
          <a:chExt cx="0" cy="0"/>
        </a:xfrm>
      </p:grpSpPr>
      <p:sp>
        <p:nvSpPr>
          <p:cNvPr id="592" name="Google Shape;592;g463449bee3_0_38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3" name="Google Shape;593;g463449bee3_0_38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9"/>
        <p:cNvGrpSpPr/>
        <p:nvPr/>
      </p:nvGrpSpPr>
      <p:grpSpPr>
        <a:xfrm>
          <a:off x="0" y="0"/>
          <a:ext cx="0" cy="0"/>
          <a:chOff x="0" y="0"/>
          <a:chExt cx="0" cy="0"/>
        </a:xfrm>
      </p:grpSpPr>
      <p:sp>
        <p:nvSpPr>
          <p:cNvPr id="600" name="Google Shape;600;g463449bee3_0_15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1" name="Google Shape;601;g463449bee3_0_15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g463449bee3_0_2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8" name="Google Shape;608;g463449bee3_0_2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4"/>
        <p:cNvGrpSpPr/>
        <p:nvPr/>
      </p:nvGrpSpPr>
      <p:grpSpPr>
        <a:xfrm>
          <a:off x="0" y="0"/>
          <a:ext cx="0" cy="0"/>
          <a:chOff x="0" y="0"/>
          <a:chExt cx="0" cy="0"/>
        </a:xfrm>
      </p:grpSpPr>
      <p:sp>
        <p:nvSpPr>
          <p:cNvPr id="615" name="Google Shape;615;g463449bee3_0_3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6" name="Google Shape;616;g463449bee3_0_3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g463449bee3_0_3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24" name="Google Shape;624;g463449bee3_0_3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g463449bee3_0_16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2" name="Google Shape;632;g463449bee3_0_16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g463449bee3_0_2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39" name="Google Shape;639;g463449bee3_0_2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5"/>
        <p:cNvGrpSpPr/>
        <p:nvPr/>
      </p:nvGrpSpPr>
      <p:grpSpPr>
        <a:xfrm>
          <a:off x="0" y="0"/>
          <a:ext cx="0" cy="0"/>
          <a:chOff x="0" y="0"/>
          <a:chExt cx="0" cy="0"/>
        </a:xfrm>
      </p:grpSpPr>
      <p:sp>
        <p:nvSpPr>
          <p:cNvPr id="646" name="Google Shape;646;g463449bee3_0_17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47" name="Google Shape;647;g463449bee3_0_17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2"/>
        <p:cNvGrpSpPr/>
        <p:nvPr/>
      </p:nvGrpSpPr>
      <p:grpSpPr>
        <a:xfrm>
          <a:off x="0" y="0"/>
          <a:ext cx="0" cy="0"/>
          <a:chOff x="0" y="0"/>
          <a:chExt cx="0" cy="0"/>
        </a:xfrm>
      </p:grpSpPr>
      <p:sp>
        <p:nvSpPr>
          <p:cNvPr id="653" name="Google Shape;653;g463449bee3_0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4" name="Google Shape;654;g463449bee3_0_2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0"/>
        <p:cNvGrpSpPr/>
        <p:nvPr/>
      </p:nvGrpSpPr>
      <p:grpSpPr>
        <a:xfrm>
          <a:off x="0" y="0"/>
          <a:ext cx="0" cy="0"/>
          <a:chOff x="0" y="0"/>
          <a:chExt cx="0" cy="0"/>
        </a:xfrm>
      </p:grpSpPr>
      <p:sp>
        <p:nvSpPr>
          <p:cNvPr id="661" name="Google Shape;661;g463449bee3_0_3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62" name="Google Shape;662;g463449bee3_0_3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sz="1200"/>
            </a:lvl1pPr>
            <a:lvl2pPr marL="914400" lvl="1" indent="-304800">
              <a:spcBef>
                <a:spcPts val="1600"/>
              </a:spcBef>
              <a:spcAft>
                <a:spcPts val="0"/>
              </a:spcAft>
              <a:buSzPts val="1200"/>
              <a:buChar char="○"/>
              <a:defRPr sz="1200"/>
            </a:lvl2pPr>
            <a:lvl3pPr marL="1371600" lvl="2" indent="-304800">
              <a:spcBef>
                <a:spcPts val="1600"/>
              </a:spcBef>
              <a:spcAft>
                <a:spcPts val="0"/>
              </a:spcAft>
              <a:buSzPts val="1200"/>
              <a:buChar char="■"/>
              <a:defRPr sz="1200"/>
            </a:lvl3pPr>
            <a:lvl4pPr marL="1828800" lvl="3" indent="-304800">
              <a:spcBef>
                <a:spcPts val="1600"/>
              </a:spcBef>
              <a:spcAft>
                <a:spcPts val="0"/>
              </a:spcAft>
              <a:buSzPts val="1200"/>
              <a:buChar char="●"/>
              <a:defRPr sz="1200"/>
            </a:lvl4pPr>
            <a:lvl5pPr marL="2286000" lvl="4" indent="-304800">
              <a:spcBef>
                <a:spcPts val="1600"/>
              </a:spcBef>
              <a:spcAft>
                <a:spcPts val="0"/>
              </a:spcAft>
              <a:buSzPts val="1200"/>
              <a:buChar char="○"/>
              <a:defRPr sz="1200"/>
            </a:lvl5pPr>
            <a:lvl6pPr marL="2743200" lvl="5" indent="-304800">
              <a:spcBef>
                <a:spcPts val="1600"/>
              </a:spcBef>
              <a:spcAft>
                <a:spcPts val="0"/>
              </a:spcAft>
              <a:buSzPts val="1200"/>
              <a:buChar char="■"/>
              <a:defRPr sz="1200"/>
            </a:lvl6pPr>
            <a:lvl7pPr marL="3200400" lvl="6" indent="-304800">
              <a:spcBef>
                <a:spcPts val="1600"/>
              </a:spcBef>
              <a:spcAft>
                <a:spcPts val="0"/>
              </a:spcAft>
              <a:buSzPts val="1200"/>
              <a:buChar char="●"/>
              <a:defRPr sz="1200"/>
            </a:lvl7pPr>
            <a:lvl8pPr marL="3657600" lvl="7" indent="-304800">
              <a:spcBef>
                <a:spcPts val="1600"/>
              </a:spcBef>
              <a:spcAft>
                <a:spcPts val="0"/>
              </a:spcAft>
              <a:buSzPts val="1200"/>
              <a:buChar char="○"/>
              <a:defRPr sz="1200"/>
            </a:lvl8pPr>
            <a:lvl9pPr marL="4114800" lvl="8" indent="-304800">
              <a:spcBef>
                <a:spcPts val="1600"/>
              </a:spcBef>
              <a:spcAft>
                <a:spcPts val="160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42900">
              <a:spcBef>
                <a:spcPts val="0"/>
              </a:spcBef>
              <a:spcAft>
                <a:spcPts val="0"/>
              </a:spcAft>
              <a:buSzPts val="1800"/>
              <a:buChar char="●"/>
              <a:defRPr/>
            </a:lvl1pPr>
            <a:lvl2pPr marL="914400" lvl="1" indent="-317500">
              <a:spcBef>
                <a:spcPts val="1600"/>
              </a:spcBef>
              <a:spcAft>
                <a:spcPts val="0"/>
              </a:spcAft>
              <a:buSzPts val="1400"/>
              <a:buChar char="○"/>
              <a:defRPr/>
            </a:lvl2pPr>
            <a:lvl3pPr marL="1371600" lvl="2" indent="-317500">
              <a:spcBef>
                <a:spcPts val="1600"/>
              </a:spcBef>
              <a:spcAft>
                <a:spcPts val="0"/>
              </a:spcAft>
              <a:buSzPts val="1400"/>
              <a:buChar char="■"/>
              <a:defRPr/>
            </a:lvl3pPr>
            <a:lvl4pPr marL="1828800" lvl="3" indent="-317500">
              <a:spcBef>
                <a:spcPts val="1600"/>
              </a:spcBef>
              <a:spcAft>
                <a:spcPts val="0"/>
              </a:spcAft>
              <a:buSzPts val="1400"/>
              <a:buChar char="●"/>
              <a:defRPr/>
            </a:lvl4pPr>
            <a:lvl5pPr marL="2286000" lvl="4" indent="-317500">
              <a:spcBef>
                <a:spcPts val="1600"/>
              </a:spcBef>
              <a:spcAft>
                <a:spcPts val="0"/>
              </a:spcAft>
              <a:buSzPts val="1400"/>
              <a:buChar char="○"/>
              <a:defRPr/>
            </a:lvl5pPr>
            <a:lvl6pPr marL="2743200" lvl="5" indent="-317500">
              <a:spcBef>
                <a:spcPts val="1600"/>
              </a:spcBef>
              <a:spcAft>
                <a:spcPts val="0"/>
              </a:spcAft>
              <a:buSzPts val="1400"/>
              <a:buChar char="■"/>
              <a:defRPr/>
            </a:lvl6pPr>
            <a:lvl7pPr marL="3200400" lvl="6" indent="-317500">
              <a:spcBef>
                <a:spcPts val="1600"/>
              </a:spcBef>
              <a:spcAft>
                <a:spcPts val="0"/>
              </a:spcAft>
              <a:buSzPts val="1400"/>
              <a:buChar char="●"/>
              <a:defRPr/>
            </a:lvl7pPr>
            <a:lvl8pPr marL="3657600" lvl="7" indent="-317500">
              <a:spcBef>
                <a:spcPts val="1600"/>
              </a:spcBef>
              <a:spcAft>
                <a:spcPts val="0"/>
              </a:spcAft>
              <a:buSzPts val="1400"/>
              <a:buChar char="○"/>
              <a:defRPr/>
            </a:lvl8pPr>
            <a:lvl9pPr marL="4114800" lvl="8" indent="-317500">
              <a:spcBef>
                <a:spcPts val="1600"/>
              </a:spcBef>
              <a:spcAft>
                <a:spcPts val="160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42900" algn="ctr">
              <a:spcBef>
                <a:spcPts val="0"/>
              </a:spcBef>
              <a:spcAft>
                <a:spcPts val="0"/>
              </a:spcAft>
              <a:buSzPts val="1800"/>
              <a:buChar char="●"/>
              <a:defRPr/>
            </a:lvl1pPr>
            <a:lvl2pPr marL="914400" lvl="1" indent="-317500" algn="ctr">
              <a:spcBef>
                <a:spcPts val="1600"/>
              </a:spcBef>
              <a:spcAft>
                <a:spcPts val="0"/>
              </a:spcAft>
              <a:buSzPts val="1400"/>
              <a:buChar char="○"/>
              <a:defRPr/>
            </a:lvl2pPr>
            <a:lvl3pPr marL="1371600" lvl="2" indent="-317500" algn="ctr">
              <a:spcBef>
                <a:spcPts val="1600"/>
              </a:spcBef>
              <a:spcAft>
                <a:spcPts val="0"/>
              </a:spcAft>
              <a:buSzPts val="1400"/>
              <a:buChar char="■"/>
              <a:defRPr/>
            </a:lvl3pPr>
            <a:lvl4pPr marL="1828800" lvl="3" indent="-317500" algn="ctr">
              <a:spcBef>
                <a:spcPts val="1600"/>
              </a:spcBef>
              <a:spcAft>
                <a:spcPts val="0"/>
              </a:spcAft>
              <a:buSzPts val="1400"/>
              <a:buChar char="●"/>
              <a:defRPr/>
            </a:lvl4pPr>
            <a:lvl5pPr marL="2286000" lvl="4" indent="-317500" algn="ctr">
              <a:spcBef>
                <a:spcPts val="1600"/>
              </a:spcBef>
              <a:spcAft>
                <a:spcPts val="0"/>
              </a:spcAft>
              <a:buSzPts val="1400"/>
              <a:buChar char="○"/>
              <a:defRPr/>
            </a:lvl5pPr>
            <a:lvl6pPr marL="2743200" lvl="5" indent="-317500" algn="ctr">
              <a:spcBef>
                <a:spcPts val="1600"/>
              </a:spcBef>
              <a:spcAft>
                <a:spcPts val="0"/>
              </a:spcAft>
              <a:buSzPts val="1400"/>
              <a:buChar char="■"/>
              <a:defRPr/>
            </a:lvl6pPr>
            <a:lvl7pPr marL="3200400" lvl="6" indent="-317500" algn="ctr">
              <a:spcBef>
                <a:spcPts val="1600"/>
              </a:spcBef>
              <a:spcAft>
                <a:spcPts val="0"/>
              </a:spcAft>
              <a:buSzPts val="1400"/>
              <a:buChar char="●"/>
              <a:defRPr/>
            </a:lvl7pPr>
            <a:lvl8pPr marL="3657600" lvl="7" indent="-317500" algn="ctr">
              <a:spcBef>
                <a:spcPts val="1600"/>
              </a:spcBef>
              <a:spcAft>
                <a:spcPts val="0"/>
              </a:spcAft>
              <a:buSzPts val="1400"/>
              <a:buChar char="○"/>
              <a:defRPr/>
            </a:lvl8pPr>
            <a:lvl9pPr marL="4114800" lvl="8" indent="-317500" algn="ctr">
              <a:spcBef>
                <a:spcPts val="1600"/>
              </a:spcBef>
              <a:spcAft>
                <a:spcPts val="160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54"/>
        <p:cNvGrpSpPr/>
        <p:nvPr/>
      </p:nvGrpSpPr>
      <p:grpSpPr>
        <a:xfrm>
          <a:off x="0" y="0"/>
          <a:ext cx="0" cy="0"/>
          <a:chOff x="0" y="0"/>
          <a:chExt cx="0" cy="0"/>
        </a:xfrm>
      </p:grpSpPr>
      <p:sp>
        <p:nvSpPr>
          <p:cNvPr id="55" name="Google Shape;55;p14"/>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Autofit/>
          </a:bodyPr>
          <a:lstStyle>
            <a:lvl1pPr marR="0" lvl="0"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5200"/>
              <a:buFont typeface="Arial"/>
              <a:buNone/>
              <a:defRPr sz="5200" b="0" i="0" u="none" strike="noStrike" cap="none">
                <a:solidFill>
                  <a:schemeClr val="dk1"/>
                </a:solidFill>
                <a:latin typeface="Arial"/>
                <a:ea typeface="Arial"/>
                <a:cs typeface="Arial"/>
                <a:sym typeface="Arial"/>
              </a:defRPr>
            </a:lvl9pPr>
          </a:lstStyle>
          <a:p>
            <a:endParaRPr/>
          </a:p>
        </p:txBody>
      </p:sp>
      <p:sp>
        <p:nvSpPr>
          <p:cNvPr id="56" name="Google Shape;56;p14"/>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1pPr>
            <a:lvl2pPr marR="0" lvl="1"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chemeClr val="dk2"/>
              </a:buClr>
              <a:buSzPts val="2800"/>
              <a:buFont typeface="Arial"/>
              <a:buNone/>
              <a:defRPr sz="2800" b="0" i="0" u="none" strike="noStrike" cap="none">
                <a:solidFill>
                  <a:schemeClr val="dk2"/>
                </a:solidFill>
                <a:latin typeface="Arial"/>
                <a:ea typeface="Arial"/>
                <a:cs typeface="Arial"/>
                <a:sym typeface="Arial"/>
              </a:defRPr>
            </a:lvl9pPr>
          </a:lstStyle>
          <a:p>
            <a:endParaRPr/>
          </a:p>
        </p:txBody>
      </p:sp>
      <p:sp>
        <p:nvSpPr>
          <p:cNvPr id="57" name="Google Shape;57;p1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8"/>
        <p:cNvGrpSpPr/>
        <p:nvPr/>
      </p:nvGrpSpPr>
      <p:grpSpPr>
        <a:xfrm>
          <a:off x="0" y="0"/>
          <a:ext cx="0" cy="0"/>
          <a:chOff x="0" y="0"/>
          <a:chExt cx="0" cy="0"/>
        </a:xfrm>
      </p:grpSpPr>
      <p:sp>
        <p:nvSpPr>
          <p:cNvPr id="59" name="Google Shape;59;p15"/>
          <p:cNvSpPr txBox="1">
            <a:spLocks noGrp="1"/>
          </p:cNvSpPr>
          <p:nvPr>
            <p:ph type="title"/>
          </p:nvPr>
        </p:nvSpPr>
        <p:spPr>
          <a:xfrm>
            <a:off x="1042425" y="295788"/>
            <a:ext cx="7789875"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3200" b="0" i="0" u="none" strike="noStrike" cap="none">
                <a:solidFill>
                  <a:schemeClr val="dk1"/>
                </a:solidFill>
                <a:latin typeface="Montserrat"/>
                <a:ea typeface="Montserrat"/>
                <a:cs typeface="Montserrat"/>
                <a:sym typeface="Montserrat"/>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60" name="Google Shape;60;p15"/>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2800" b="0" i="0" u="none" strike="noStrike" cap="none">
                <a:solidFill>
                  <a:schemeClr val="dk2"/>
                </a:solidFill>
                <a:latin typeface="Montserrat"/>
                <a:ea typeface="Montserrat"/>
                <a:cs typeface="Montserrat"/>
                <a:sym typeface="Montserrat"/>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61" name="Google Shape;61;p1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62" name="Google Shape;62;p15" descr="watermark.jpg"/>
          <p:cNvPicPr preferRelativeResize="0"/>
          <p:nvPr/>
        </p:nvPicPr>
        <p:blipFill rotWithShape="1">
          <a:blip r:embed="rId2">
            <a:alphaModFix/>
          </a:blip>
          <a:srcRect l="51048" t="14423" r="35216" b="38251"/>
          <a:stretch/>
        </p:blipFill>
        <p:spPr>
          <a:xfrm>
            <a:off x="152400" y="152400"/>
            <a:ext cx="890025" cy="859476"/>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4"/>
        <p:cNvGrpSpPr/>
        <p:nvPr/>
      </p:nvGrpSpPr>
      <p:grpSpPr>
        <a:xfrm>
          <a:off x="0" y="0"/>
          <a:ext cx="0" cy="0"/>
          <a:chOff x="0" y="0"/>
          <a:chExt cx="0" cy="0"/>
        </a:xfrm>
      </p:grpSpPr>
      <p:sp>
        <p:nvSpPr>
          <p:cNvPr id="65" name="Google Shape;65;p1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marR="0" lvl="0"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3600"/>
              <a:buFont typeface="Arial"/>
              <a:buNone/>
              <a:defRPr sz="3600" b="0" i="0" u="none" strike="noStrike" cap="none">
                <a:solidFill>
                  <a:schemeClr val="dk1"/>
                </a:solidFill>
                <a:latin typeface="Arial"/>
                <a:ea typeface="Arial"/>
                <a:cs typeface="Arial"/>
                <a:sym typeface="Arial"/>
              </a:defRPr>
            </a:lvl9pPr>
          </a:lstStyle>
          <a:p>
            <a:endParaRPr/>
          </a:p>
        </p:txBody>
      </p:sp>
      <p:sp>
        <p:nvSpPr>
          <p:cNvPr id="66" name="Google Shape;66;p1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67"/>
        <p:cNvGrpSpPr/>
        <p:nvPr/>
      </p:nvGrpSpPr>
      <p:grpSpPr>
        <a:xfrm>
          <a:off x="0" y="0"/>
          <a:ext cx="0" cy="0"/>
          <a:chOff x="0" y="0"/>
          <a:chExt cx="0" cy="0"/>
        </a:xfrm>
      </p:grpSpPr>
      <p:sp>
        <p:nvSpPr>
          <p:cNvPr id="68" name="Google Shape;68;p1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69" name="Google Shape;69;p17"/>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1pPr>
            <a:lvl2pPr marL="914400" marR="0" lvl="1"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2pPr>
            <a:lvl3pPr marL="1371600" marR="0" lvl="2"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3pPr>
            <a:lvl4pPr marL="1828800" marR="0" lvl="3"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4pPr>
            <a:lvl5pPr marL="2286000" marR="0" lvl="4"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5pPr>
            <a:lvl6pPr marL="2743200" marR="0" lvl="5"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6pPr>
            <a:lvl7pPr marL="3200400" marR="0" lvl="6"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7pPr>
            <a:lvl8pPr marL="3657600" marR="0" lvl="7"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8pPr>
            <a:lvl9pPr marL="4114800" marR="0" lvl="8" indent="-304800" algn="l" rtl="0">
              <a:lnSpc>
                <a:spcPct val="115000"/>
              </a:lnSpc>
              <a:spcBef>
                <a:spcPts val="1600"/>
              </a:spcBef>
              <a:spcAft>
                <a:spcPts val="1600"/>
              </a:spcAft>
              <a:buClr>
                <a:schemeClr val="dk2"/>
              </a:buClr>
              <a:buSzPts val="1200"/>
              <a:buFont typeface="Arial"/>
              <a:buChar char="■"/>
              <a:defRPr sz="1200" b="0" i="0" u="none" strike="noStrike" cap="none">
                <a:solidFill>
                  <a:schemeClr val="dk2"/>
                </a:solidFill>
                <a:latin typeface="Arial"/>
                <a:ea typeface="Arial"/>
                <a:cs typeface="Arial"/>
                <a:sym typeface="Arial"/>
              </a:defRPr>
            </a:lvl9pPr>
          </a:lstStyle>
          <a:p>
            <a:endParaRPr/>
          </a:p>
        </p:txBody>
      </p:sp>
      <p:sp>
        <p:nvSpPr>
          <p:cNvPr id="70" name="Google Shape;70;p17"/>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marR="0" lvl="0"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1pPr>
            <a:lvl2pPr marL="914400" marR="0" lvl="1"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2pPr>
            <a:lvl3pPr marL="1371600" marR="0" lvl="2"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3pPr>
            <a:lvl4pPr marL="1828800" marR="0" lvl="3"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4pPr>
            <a:lvl5pPr marL="2286000" marR="0" lvl="4"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5pPr>
            <a:lvl6pPr marL="2743200" marR="0" lvl="5"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6pPr>
            <a:lvl7pPr marL="3200400" marR="0" lvl="6"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7pPr>
            <a:lvl8pPr marL="3657600" marR="0" lvl="7"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8pPr>
            <a:lvl9pPr marL="4114800" marR="0" lvl="8" indent="-304800" algn="l" rtl="0">
              <a:lnSpc>
                <a:spcPct val="115000"/>
              </a:lnSpc>
              <a:spcBef>
                <a:spcPts val="1600"/>
              </a:spcBef>
              <a:spcAft>
                <a:spcPts val="1600"/>
              </a:spcAft>
              <a:buClr>
                <a:schemeClr val="dk2"/>
              </a:buClr>
              <a:buSzPts val="1200"/>
              <a:buFont typeface="Arial"/>
              <a:buChar char="■"/>
              <a:defRPr sz="1200" b="0" i="0" u="none" strike="noStrike" cap="none">
                <a:solidFill>
                  <a:schemeClr val="dk2"/>
                </a:solidFill>
                <a:latin typeface="Arial"/>
                <a:ea typeface="Arial"/>
                <a:cs typeface="Arial"/>
                <a:sym typeface="Arial"/>
              </a:defRPr>
            </a:lvl9pPr>
          </a:lstStyle>
          <a:p>
            <a:endParaRPr/>
          </a:p>
        </p:txBody>
      </p:sp>
      <p:sp>
        <p:nvSpPr>
          <p:cNvPr id="71" name="Google Shape;71;p1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2"/>
        <p:cNvGrpSpPr/>
        <p:nvPr/>
      </p:nvGrpSpPr>
      <p:grpSpPr>
        <a:xfrm>
          <a:off x="0" y="0"/>
          <a:ext cx="0" cy="0"/>
          <a:chOff x="0" y="0"/>
          <a:chExt cx="0" cy="0"/>
        </a:xfrm>
      </p:grpSpPr>
      <p:sp>
        <p:nvSpPr>
          <p:cNvPr id="73" name="Google Shape;73;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4" name="Google Shape;74;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5"/>
        <p:cNvGrpSpPr/>
        <p:nvPr/>
      </p:nvGrpSpPr>
      <p:grpSpPr>
        <a:xfrm>
          <a:off x="0" y="0"/>
          <a:ext cx="0" cy="0"/>
          <a:chOff x="0" y="0"/>
          <a:chExt cx="0" cy="0"/>
        </a:xfrm>
      </p:grpSpPr>
      <p:sp>
        <p:nvSpPr>
          <p:cNvPr id="76" name="Google Shape;76;p19"/>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Autofit/>
          </a:bodyPr>
          <a:lstStyle>
            <a:lvl1pPr marR="0" lvl="0"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400"/>
              <a:buFont typeface="Arial"/>
              <a:buNone/>
              <a:defRPr sz="2400" b="0" i="0" u="none" strike="noStrike" cap="none">
                <a:solidFill>
                  <a:schemeClr val="dk1"/>
                </a:solidFill>
                <a:latin typeface="Arial"/>
                <a:ea typeface="Arial"/>
                <a:cs typeface="Arial"/>
                <a:sym typeface="Arial"/>
              </a:defRPr>
            </a:lvl9pPr>
          </a:lstStyle>
          <a:p>
            <a:endParaRPr/>
          </a:p>
        </p:txBody>
      </p:sp>
      <p:sp>
        <p:nvSpPr>
          <p:cNvPr id="77" name="Google Shape;77;p19"/>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Autofit/>
          </a:bodyPr>
          <a:lstStyle>
            <a:lvl1pPr marL="457200" marR="0" lvl="0" indent="-304800" algn="l" rtl="0">
              <a:lnSpc>
                <a:spcPct val="115000"/>
              </a:lnSpc>
              <a:spcBef>
                <a:spcPts val="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1pPr>
            <a:lvl2pPr marL="914400" marR="0" lvl="1"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2pPr>
            <a:lvl3pPr marL="1371600" marR="0" lvl="2"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3pPr>
            <a:lvl4pPr marL="1828800" marR="0" lvl="3"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4pPr>
            <a:lvl5pPr marL="2286000" marR="0" lvl="4"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5pPr>
            <a:lvl6pPr marL="2743200" marR="0" lvl="5"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6pPr>
            <a:lvl7pPr marL="3200400" marR="0" lvl="6"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7pPr>
            <a:lvl8pPr marL="3657600" marR="0" lvl="7" indent="-304800" algn="l" rtl="0">
              <a:lnSpc>
                <a:spcPct val="115000"/>
              </a:lnSpc>
              <a:spcBef>
                <a:spcPts val="1600"/>
              </a:spcBef>
              <a:spcAft>
                <a:spcPts val="0"/>
              </a:spcAft>
              <a:buClr>
                <a:schemeClr val="dk2"/>
              </a:buClr>
              <a:buSzPts val="1200"/>
              <a:buFont typeface="Arial"/>
              <a:buChar char="○"/>
              <a:defRPr sz="1200" b="0" i="0" u="none" strike="noStrike" cap="none">
                <a:solidFill>
                  <a:schemeClr val="dk2"/>
                </a:solidFill>
                <a:latin typeface="Arial"/>
                <a:ea typeface="Arial"/>
                <a:cs typeface="Arial"/>
                <a:sym typeface="Arial"/>
              </a:defRPr>
            </a:lvl8pPr>
            <a:lvl9pPr marL="4114800" marR="0" lvl="8" indent="-304800" algn="l" rtl="0">
              <a:lnSpc>
                <a:spcPct val="115000"/>
              </a:lnSpc>
              <a:spcBef>
                <a:spcPts val="1600"/>
              </a:spcBef>
              <a:spcAft>
                <a:spcPts val="1600"/>
              </a:spcAft>
              <a:buClr>
                <a:schemeClr val="dk2"/>
              </a:buClr>
              <a:buSzPts val="1200"/>
              <a:buFont typeface="Arial"/>
              <a:buChar char="■"/>
              <a:defRPr sz="1200" b="0" i="0" u="none" strike="noStrike" cap="none">
                <a:solidFill>
                  <a:schemeClr val="dk2"/>
                </a:solidFill>
                <a:latin typeface="Arial"/>
                <a:ea typeface="Arial"/>
                <a:cs typeface="Arial"/>
                <a:sym typeface="Arial"/>
              </a:defRPr>
            </a:lvl9pPr>
          </a:lstStyle>
          <a:p>
            <a:endParaRPr/>
          </a:p>
        </p:txBody>
      </p:sp>
      <p:sp>
        <p:nvSpPr>
          <p:cNvPr id="78" name="Google Shape;78;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79"/>
        <p:cNvGrpSpPr/>
        <p:nvPr/>
      </p:nvGrpSpPr>
      <p:grpSpPr>
        <a:xfrm>
          <a:off x="0" y="0"/>
          <a:ext cx="0" cy="0"/>
          <a:chOff x="0" y="0"/>
          <a:chExt cx="0" cy="0"/>
        </a:xfrm>
      </p:grpSpPr>
      <p:sp>
        <p:nvSpPr>
          <p:cNvPr id="80" name="Google Shape;80;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marR="0" lvl="0"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4800"/>
              <a:buFont typeface="Arial"/>
              <a:buNone/>
              <a:defRPr sz="4800" b="0" i="0" u="none" strike="noStrike" cap="none">
                <a:solidFill>
                  <a:schemeClr val="dk1"/>
                </a:solidFill>
                <a:latin typeface="Arial"/>
                <a:ea typeface="Arial"/>
                <a:cs typeface="Arial"/>
                <a:sym typeface="Arial"/>
              </a:defRPr>
            </a:lvl9pPr>
          </a:lstStyle>
          <a:p>
            <a:endParaRPr/>
          </a:p>
        </p:txBody>
      </p:sp>
      <p:sp>
        <p:nvSpPr>
          <p:cNvPr id="81" name="Google Shape;81;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2"/>
        <p:cNvGrpSpPr/>
        <p:nvPr/>
      </p:nvGrpSpPr>
      <p:grpSpPr>
        <a:xfrm>
          <a:off x="0" y="0"/>
          <a:ext cx="0" cy="0"/>
          <a:chOff x="0" y="0"/>
          <a:chExt cx="0" cy="0"/>
        </a:xfrm>
      </p:grpSpPr>
      <p:sp>
        <p:nvSpPr>
          <p:cNvPr id="83" name="Google Shape;83;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marR="0" lvl="0"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4200"/>
              <a:buFont typeface="Arial"/>
              <a:buNone/>
              <a:defRPr sz="4200" b="0" i="0" u="none" strike="noStrike" cap="none">
                <a:solidFill>
                  <a:schemeClr val="dk1"/>
                </a:solidFill>
                <a:latin typeface="Arial"/>
                <a:ea typeface="Arial"/>
                <a:cs typeface="Arial"/>
                <a:sym typeface="Arial"/>
              </a:defRPr>
            </a:lvl9pPr>
          </a:lstStyle>
          <a:p>
            <a:endParaRPr/>
          </a:p>
        </p:txBody>
      </p:sp>
      <p:sp>
        <p:nvSpPr>
          <p:cNvPr id="85" name="Google Shape;85;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chemeClr val="dk2"/>
              </a:buClr>
              <a:buSzPts val="2100"/>
              <a:buFont typeface="Arial"/>
              <a:buNone/>
              <a:defRPr sz="2100" b="0" i="0" u="none" strike="noStrike" cap="none">
                <a:solidFill>
                  <a:schemeClr val="dk2"/>
                </a:solidFill>
                <a:latin typeface="Arial"/>
                <a:ea typeface="Arial"/>
                <a:cs typeface="Arial"/>
                <a:sym typeface="Arial"/>
              </a:defRPr>
            </a:lvl1pPr>
            <a:lvl2pPr marR="0" lvl="1" algn="ctr" rtl="0">
              <a:lnSpc>
                <a:spcPct val="100000"/>
              </a:lnSpc>
              <a:spcBef>
                <a:spcPts val="0"/>
              </a:spcBef>
              <a:spcAft>
                <a:spcPts val="0"/>
              </a:spcAft>
              <a:buClr>
                <a:schemeClr val="dk2"/>
              </a:buClr>
              <a:buSzPts val="2100"/>
              <a:buFont typeface="Arial"/>
              <a:buNone/>
              <a:defRPr sz="2100" b="0" i="0" u="none" strike="noStrike" cap="none">
                <a:solidFill>
                  <a:schemeClr val="dk2"/>
                </a:solidFill>
                <a:latin typeface="Arial"/>
                <a:ea typeface="Arial"/>
                <a:cs typeface="Arial"/>
                <a:sym typeface="Arial"/>
              </a:defRPr>
            </a:lvl2pPr>
            <a:lvl3pPr marR="0" lvl="2" algn="ctr" rtl="0">
              <a:lnSpc>
                <a:spcPct val="100000"/>
              </a:lnSpc>
              <a:spcBef>
                <a:spcPts val="0"/>
              </a:spcBef>
              <a:spcAft>
                <a:spcPts val="0"/>
              </a:spcAft>
              <a:buClr>
                <a:schemeClr val="dk2"/>
              </a:buClr>
              <a:buSzPts val="2100"/>
              <a:buFont typeface="Arial"/>
              <a:buNone/>
              <a:defRPr sz="2100" b="0" i="0" u="none" strike="noStrike" cap="none">
                <a:solidFill>
                  <a:schemeClr val="dk2"/>
                </a:solidFill>
                <a:latin typeface="Arial"/>
                <a:ea typeface="Arial"/>
                <a:cs typeface="Arial"/>
                <a:sym typeface="Arial"/>
              </a:defRPr>
            </a:lvl3pPr>
            <a:lvl4pPr marR="0" lvl="3" algn="ctr" rtl="0">
              <a:lnSpc>
                <a:spcPct val="100000"/>
              </a:lnSpc>
              <a:spcBef>
                <a:spcPts val="0"/>
              </a:spcBef>
              <a:spcAft>
                <a:spcPts val="0"/>
              </a:spcAft>
              <a:buClr>
                <a:schemeClr val="dk2"/>
              </a:buClr>
              <a:buSzPts val="2100"/>
              <a:buFont typeface="Arial"/>
              <a:buNone/>
              <a:defRPr sz="2100" b="0" i="0" u="none" strike="noStrike" cap="none">
                <a:solidFill>
                  <a:schemeClr val="dk2"/>
                </a:solidFill>
                <a:latin typeface="Arial"/>
                <a:ea typeface="Arial"/>
                <a:cs typeface="Arial"/>
                <a:sym typeface="Arial"/>
              </a:defRPr>
            </a:lvl4pPr>
            <a:lvl5pPr marR="0" lvl="4" algn="ctr" rtl="0">
              <a:lnSpc>
                <a:spcPct val="100000"/>
              </a:lnSpc>
              <a:spcBef>
                <a:spcPts val="0"/>
              </a:spcBef>
              <a:spcAft>
                <a:spcPts val="0"/>
              </a:spcAft>
              <a:buClr>
                <a:schemeClr val="dk2"/>
              </a:buClr>
              <a:buSzPts val="2100"/>
              <a:buFont typeface="Arial"/>
              <a:buNone/>
              <a:defRPr sz="2100" b="0" i="0" u="none" strike="noStrike" cap="none">
                <a:solidFill>
                  <a:schemeClr val="dk2"/>
                </a:solidFill>
                <a:latin typeface="Arial"/>
                <a:ea typeface="Arial"/>
                <a:cs typeface="Arial"/>
                <a:sym typeface="Arial"/>
              </a:defRPr>
            </a:lvl5pPr>
            <a:lvl6pPr marR="0" lvl="5" algn="ctr" rtl="0">
              <a:lnSpc>
                <a:spcPct val="100000"/>
              </a:lnSpc>
              <a:spcBef>
                <a:spcPts val="0"/>
              </a:spcBef>
              <a:spcAft>
                <a:spcPts val="0"/>
              </a:spcAft>
              <a:buClr>
                <a:schemeClr val="dk2"/>
              </a:buClr>
              <a:buSzPts val="2100"/>
              <a:buFont typeface="Arial"/>
              <a:buNone/>
              <a:defRPr sz="2100" b="0" i="0" u="none" strike="noStrike" cap="none">
                <a:solidFill>
                  <a:schemeClr val="dk2"/>
                </a:solidFill>
                <a:latin typeface="Arial"/>
                <a:ea typeface="Arial"/>
                <a:cs typeface="Arial"/>
                <a:sym typeface="Arial"/>
              </a:defRPr>
            </a:lvl6pPr>
            <a:lvl7pPr marR="0" lvl="6" algn="ctr" rtl="0">
              <a:lnSpc>
                <a:spcPct val="100000"/>
              </a:lnSpc>
              <a:spcBef>
                <a:spcPts val="0"/>
              </a:spcBef>
              <a:spcAft>
                <a:spcPts val="0"/>
              </a:spcAft>
              <a:buClr>
                <a:schemeClr val="dk2"/>
              </a:buClr>
              <a:buSzPts val="2100"/>
              <a:buFont typeface="Arial"/>
              <a:buNone/>
              <a:defRPr sz="2100" b="0" i="0" u="none" strike="noStrike" cap="none">
                <a:solidFill>
                  <a:schemeClr val="dk2"/>
                </a:solidFill>
                <a:latin typeface="Arial"/>
                <a:ea typeface="Arial"/>
                <a:cs typeface="Arial"/>
                <a:sym typeface="Arial"/>
              </a:defRPr>
            </a:lvl7pPr>
            <a:lvl8pPr marR="0" lvl="7" algn="ctr" rtl="0">
              <a:lnSpc>
                <a:spcPct val="100000"/>
              </a:lnSpc>
              <a:spcBef>
                <a:spcPts val="0"/>
              </a:spcBef>
              <a:spcAft>
                <a:spcPts val="0"/>
              </a:spcAft>
              <a:buClr>
                <a:schemeClr val="dk2"/>
              </a:buClr>
              <a:buSzPts val="2100"/>
              <a:buFont typeface="Arial"/>
              <a:buNone/>
              <a:defRPr sz="2100" b="0" i="0" u="none" strike="noStrike" cap="none">
                <a:solidFill>
                  <a:schemeClr val="dk2"/>
                </a:solidFill>
                <a:latin typeface="Arial"/>
                <a:ea typeface="Arial"/>
                <a:cs typeface="Arial"/>
                <a:sym typeface="Arial"/>
              </a:defRPr>
            </a:lvl8pPr>
            <a:lvl9pPr marR="0" lvl="8" algn="ctr" rtl="0">
              <a:lnSpc>
                <a:spcPct val="100000"/>
              </a:lnSpc>
              <a:spcBef>
                <a:spcPts val="0"/>
              </a:spcBef>
              <a:spcAft>
                <a:spcPts val="0"/>
              </a:spcAft>
              <a:buClr>
                <a:schemeClr val="dk2"/>
              </a:buClr>
              <a:buSzPts val="2100"/>
              <a:buFont typeface="Arial"/>
              <a:buNone/>
              <a:defRPr sz="2100" b="0" i="0" u="none" strike="noStrike" cap="none">
                <a:solidFill>
                  <a:schemeClr val="dk2"/>
                </a:solidFill>
                <a:latin typeface="Arial"/>
                <a:ea typeface="Arial"/>
                <a:cs typeface="Arial"/>
                <a:sym typeface="Arial"/>
              </a:defRPr>
            </a:lvl9pPr>
          </a:lstStyle>
          <a:p>
            <a:endParaRPr/>
          </a:p>
        </p:txBody>
      </p:sp>
      <p:sp>
        <p:nvSpPr>
          <p:cNvPr id="86" name="Google Shape;86;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7" name="Google Shape;87;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88"/>
        <p:cNvGrpSpPr/>
        <p:nvPr/>
      </p:nvGrpSpPr>
      <p:grpSpPr>
        <a:xfrm>
          <a:off x="0" y="0"/>
          <a:ext cx="0" cy="0"/>
          <a:chOff x="0" y="0"/>
          <a:chExt cx="0" cy="0"/>
        </a:xfrm>
      </p:grpSpPr>
      <p:sp>
        <p:nvSpPr>
          <p:cNvPr id="89" name="Google Shape;89;p22"/>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Autofit/>
          </a:bodyPr>
          <a:lstStyle>
            <a:lvl1pPr marL="457200" marR="0" lvl="0" indent="-228600" algn="l" rtl="0">
              <a:lnSpc>
                <a:spcPct val="100000"/>
              </a:lnSpc>
              <a:spcBef>
                <a:spcPts val="0"/>
              </a:spcBef>
              <a:spcAft>
                <a:spcPts val="0"/>
              </a:spcAft>
              <a:buClr>
                <a:schemeClr val="dk2"/>
              </a:buClr>
              <a:buSzPts val="1800"/>
              <a:buFont typeface="Arial"/>
              <a:buNone/>
              <a:defRPr sz="1800" b="0" i="0" u="none" strike="noStrike" cap="none">
                <a:solidFill>
                  <a:schemeClr val="dk2"/>
                </a:solidFill>
                <a:latin typeface="Arial"/>
                <a:ea typeface="Arial"/>
                <a:cs typeface="Arial"/>
                <a:sym typeface="Arial"/>
              </a:defRPr>
            </a:lvl1pPr>
          </a:lstStyle>
          <a:p>
            <a:endParaRPr/>
          </a:p>
        </p:txBody>
      </p:sp>
      <p:sp>
        <p:nvSpPr>
          <p:cNvPr id="90" name="Google Shape;90;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1"/>
        <p:cNvGrpSpPr/>
        <p:nvPr/>
      </p:nvGrpSpPr>
      <p:grpSpPr>
        <a:xfrm>
          <a:off x="0" y="0"/>
          <a:ext cx="0" cy="0"/>
          <a:chOff x="0" y="0"/>
          <a:chExt cx="0" cy="0"/>
        </a:xfrm>
      </p:grpSpPr>
      <p:sp>
        <p:nvSpPr>
          <p:cNvPr id="92" name="Google Shape;92;p23"/>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Autofit/>
          </a:bodyPr>
          <a:lstStyle>
            <a:lvl1pPr marR="0" lvl="0" algn="ctr" rtl="0">
              <a:lnSpc>
                <a:spcPct val="100000"/>
              </a:lnSpc>
              <a:spcBef>
                <a:spcPts val="0"/>
              </a:spcBef>
              <a:spcAft>
                <a:spcPts val="0"/>
              </a:spcAft>
              <a:buClr>
                <a:schemeClr val="dk1"/>
              </a:buClr>
              <a:buSzPts val="12000"/>
              <a:buFont typeface="Arial"/>
              <a:buNone/>
              <a:defRPr sz="12000" b="0" i="0" u="none" strike="noStrike" cap="none">
                <a:solidFill>
                  <a:schemeClr val="dk1"/>
                </a:solidFill>
                <a:latin typeface="Arial"/>
                <a:ea typeface="Arial"/>
                <a:cs typeface="Arial"/>
                <a:sym typeface="Arial"/>
              </a:defRPr>
            </a:lvl1pPr>
            <a:lvl2pPr marR="0" lvl="1" algn="ctr" rtl="0">
              <a:lnSpc>
                <a:spcPct val="100000"/>
              </a:lnSpc>
              <a:spcBef>
                <a:spcPts val="0"/>
              </a:spcBef>
              <a:spcAft>
                <a:spcPts val="0"/>
              </a:spcAft>
              <a:buClr>
                <a:schemeClr val="dk1"/>
              </a:buClr>
              <a:buSzPts val="12000"/>
              <a:buFont typeface="Arial"/>
              <a:buNone/>
              <a:defRPr sz="12000" b="0" i="0" u="none" strike="noStrike" cap="none">
                <a:solidFill>
                  <a:schemeClr val="dk1"/>
                </a:solidFill>
                <a:latin typeface="Arial"/>
                <a:ea typeface="Arial"/>
                <a:cs typeface="Arial"/>
                <a:sym typeface="Arial"/>
              </a:defRPr>
            </a:lvl2pPr>
            <a:lvl3pPr marR="0" lvl="2" algn="ctr" rtl="0">
              <a:lnSpc>
                <a:spcPct val="100000"/>
              </a:lnSpc>
              <a:spcBef>
                <a:spcPts val="0"/>
              </a:spcBef>
              <a:spcAft>
                <a:spcPts val="0"/>
              </a:spcAft>
              <a:buClr>
                <a:schemeClr val="dk1"/>
              </a:buClr>
              <a:buSzPts val="12000"/>
              <a:buFont typeface="Arial"/>
              <a:buNone/>
              <a:defRPr sz="12000" b="0" i="0" u="none" strike="noStrike" cap="none">
                <a:solidFill>
                  <a:schemeClr val="dk1"/>
                </a:solidFill>
                <a:latin typeface="Arial"/>
                <a:ea typeface="Arial"/>
                <a:cs typeface="Arial"/>
                <a:sym typeface="Arial"/>
              </a:defRPr>
            </a:lvl3pPr>
            <a:lvl4pPr marR="0" lvl="3" algn="ctr" rtl="0">
              <a:lnSpc>
                <a:spcPct val="100000"/>
              </a:lnSpc>
              <a:spcBef>
                <a:spcPts val="0"/>
              </a:spcBef>
              <a:spcAft>
                <a:spcPts val="0"/>
              </a:spcAft>
              <a:buClr>
                <a:schemeClr val="dk1"/>
              </a:buClr>
              <a:buSzPts val="12000"/>
              <a:buFont typeface="Arial"/>
              <a:buNone/>
              <a:defRPr sz="12000" b="0" i="0" u="none" strike="noStrike" cap="none">
                <a:solidFill>
                  <a:schemeClr val="dk1"/>
                </a:solidFill>
                <a:latin typeface="Arial"/>
                <a:ea typeface="Arial"/>
                <a:cs typeface="Arial"/>
                <a:sym typeface="Arial"/>
              </a:defRPr>
            </a:lvl4pPr>
            <a:lvl5pPr marR="0" lvl="4" algn="ctr" rtl="0">
              <a:lnSpc>
                <a:spcPct val="100000"/>
              </a:lnSpc>
              <a:spcBef>
                <a:spcPts val="0"/>
              </a:spcBef>
              <a:spcAft>
                <a:spcPts val="0"/>
              </a:spcAft>
              <a:buClr>
                <a:schemeClr val="dk1"/>
              </a:buClr>
              <a:buSzPts val="12000"/>
              <a:buFont typeface="Arial"/>
              <a:buNone/>
              <a:defRPr sz="12000" b="0" i="0" u="none" strike="noStrike" cap="none">
                <a:solidFill>
                  <a:schemeClr val="dk1"/>
                </a:solidFill>
                <a:latin typeface="Arial"/>
                <a:ea typeface="Arial"/>
                <a:cs typeface="Arial"/>
                <a:sym typeface="Arial"/>
              </a:defRPr>
            </a:lvl5pPr>
            <a:lvl6pPr marR="0" lvl="5" algn="ctr" rtl="0">
              <a:lnSpc>
                <a:spcPct val="100000"/>
              </a:lnSpc>
              <a:spcBef>
                <a:spcPts val="0"/>
              </a:spcBef>
              <a:spcAft>
                <a:spcPts val="0"/>
              </a:spcAft>
              <a:buClr>
                <a:schemeClr val="dk1"/>
              </a:buClr>
              <a:buSzPts val="12000"/>
              <a:buFont typeface="Arial"/>
              <a:buNone/>
              <a:defRPr sz="12000" b="0" i="0" u="none" strike="noStrike" cap="none">
                <a:solidFill>
                  <a:schemeClr val="dk1"/>
                </a:solidFill>
                <a:latin typeface="Arial"/>
                <a:ea typeface="Arial"/>
                <a:cs typeface="Arial"/>
                <a:sym typeface="Arial"/>
              </a:defRPr>
            </a:lvl6pPr>
            <a:lvl7pPr marR="0" lvl="6" algn="ctr" rtl="0">
              <a:lnSpc>
                <a:spcPct val="100000"/>
              </a:lnSpc>
              <a:spcBef>
                <a:spcPts val="0"/>
              </a:spcBef>
              <a:spcAft>
                <a:spcPts val="0"/>
              </a:spcAft>
              <a:buClr>
                <a:schemeClr val="dk1"/>
              </a:buClr>
              <a:buSzPts val="12000"/>
              <a:buFont typeface="Arial"/>
              <a:buNone/>
              <a:defRPr sz="12000" b="0" i="0" u="none" strike="noStrike" cap="none">
                <a:solidFill>
                  <a:schemeClr val="dk1"/>
                </a:solidFill>
                <a:latin typeface="Arial"/>
                <a:ea typeface="Arial"/>
                <a:cs typeface="Arial"/>
                <a:sym typeface="Arial"/>
              </a:defRPr>
            </a:lvl7pPr>
            <a:lvl8pPr marR="0" lvl="7" algn="ctr" rtl="0">
              <a:lnSpc>
                <a:spcPct val="100000"/>
              </a:lnSpc>
              <a:spcBef>
                <a:spcPts val="0"/>
              </a:spcBef>
              <a:spcAft>
                <a:spcPts val="0"/>
              </a:spcAft>
              <a:buClr>
                <a:schemeClr val="dk1"/>
              </a:buClr>
              <a:buSzPts val="12000"/>
              <a:buFont typeface="Arial"/>
              <a:buNone/>
              <a:defRPr sz="12000" b="0" i="0" u="none" strike="noStrike" cap="none">
                <a:solidFill>
                  <a:schemeClr val="dk1"/>
                </a:solidFill>
                <a:latin typeface="Arial"/>
                <a:ea typeface="Arial"/>
                <a:cs typeface="Arial"/>
                <a:sym typeface="Arial"/>
              </a:defRPr>
            </a:lvl8pPr>
            <a:lvl9pPr marR="0" lvl="8" algn="ctr" rtl="0">
              <a:lnSpc>
                <a:spcPct val="100000"/>
              </a:lnSpc>
              <a:spcBef>
                <a:spcPts val="0"/>
              </a:spcBef>
              <a:spcAft>
                <a:spcPts val="0"/>
              </a:spcAft>
              <a:buClr>
                <a:schemeClr val="dk1"/>
              </a:buClr>
              <a:buSzPts val="12000"/>
              <a:buFont typeface="Arial"/>
              <a:buNone/>
              <a:defRPr sz="12000" b="0" i="0" u="none" strike="noStrike" cap="none">
                <a:solidFill>
                  <a:schemeClr val="dk1"/>
                </a:solidFill>
                <a:latin typeface="Arial"/>
                <a:ea typeface="Arial"/>
                <a:cs typeface="Arial"/>
                <a:sym typeface="Arial"/>
              </a:defRPr>
            </a:lvl9pPr>
          </a:lstStyle>
          <a:p>
            <a:r>
              <a:t>xx%</a:t>
            </a:r>
          </a:p>
        </p:txBody>
      </p:sp>
      <p:sp>
        <p:nvSpPr>
          <p:cNvPr id="93" name="Google Shape;93;p23"/>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Autofit/>
          </a:bodyPr>
          <a:lstStyle>
            <a:lvl1pPr marL="457200" marR="0" lvl="0" indent="-342900" algn="ctr"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ctr"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ctr"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ctr"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ctr"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ctr"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ctr"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ctr"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ctr"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94" name="Google Shape;94;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5"/>
        <p:cNvGrpSpPr/>
        <p:nvPr/>
      </p:nvGrpSpPr>
      <p:grpSpPr>
        <a:xfrm>
          <a:off x="0" y="0"/>
          <a:ext cx="0" cy="0"/>
          <a:chOff x="0" y="0"/>
          <a:chExt cx="0" cy="0"/>
        </a:xfrm>
      </p:grpSpPr>
      <p:sp>
        <p:nvSpPr>
          <p:cNvPr id="96" name="Google Shape;96;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1600"/>
              </a:spcBef>
              <a:spcAft>
                <a:spcPts val="0"/>
              </a:spcAft>
              <a:buClr>
                <a:schemeClr val="dk2"/>
              </a:buClr>
              <a:buSzPts val="1400"/>
              <a:buChar char="○"/>
              <a:defRPr>
                <a:solidFill>
                  <a:schemeClr val="dk2"/>
                </a:solidFill>
              </a:defRPr>
            </a:lvl2pPr>
            <a:lvl3pPr marL="1371600" lvl="2" indent="-317500">
              <a:lnSpc>
                <a:spcPct val="115000"/>
              </a:lnSpc>
              <a:spcBef>
                <a:spcPts val="1600"/>
              </a:spcBef>
              <a:spcAft>
                <a:spcPts val="0"/>
              </a:spcAft>
              <a:buClr>
                <a:schemeClr val="dk2"/>
              </a:buClr>
              <a:buSzPts val="1400"/>
              <a:buChar char="■"/>
              <a:defRPr>
                <a:solidFill>
                  <a:schemeClr val="dk2"/>
                </a:solidFill>
              </a:defRPr>
            </a:lvl3pPr>
            <a:lvl4pPr marL="1828800" lvl="3" indent="-317500">
              <a:lnSpc>
                <a:spcPct val="115000"/>
              </a:lnSpc>
              <a:spcBef>
                <a:spcPts val="1600"/>
              </a:spcBef>
              <a:spcAft>
                <a:spcPts val="0"/>
              </a:spcAft>
              <a:buClr>
                <a:schemeClr val="dk2"/>
              </a:buClr>
              <a:buSzPts val="1400"/>
              <a:buChar char="●"/>
              <a:defRPr>
                <a:solidFill>
                  <a:schemeClr val="dk2"/>
                </a:solidFill>
              </a:defRPr>
            </a:lvl4pPr>
            <a:lvl5pPr marL="2286000" lvl="4" indent="-317500">
              <a:lnSpc>
                <a:spcPct val="115000"/>
              </a:lnSpc>
              <a:spcBef>
                <a:spcPts val="1600"/>
              </a:spcBef>
              <a:spcAft>
                <a:spcPts val="0"/>
              </a:spcAft>
              <a:buClr>
                <a:schemeClr val="dk2"/>
              </a:buClr>
              <a:buSzPts val="1400"/>
              <a:buChar char="○"/>
              <a:defRPr>
                <a:solidFill>
                  <a:schemeClr val="dk2"/>
                </a:solidFill>
              </a:defRPr>
            </a:lvl5pPr>
            <a:lvl6pPr marL="2743200" lvl="5" indent="-317500">
              <a:lnSpc>
                <a:spcPct val="115000"/>
              </a:lnSpc>
              <a:spcBef>
                <a:spcPts val="1600"/>
              </a:spcBef>
              <a:spcAft>
                <a:spcPts val="0"/>
              </a:spcAft>
              <a:buClr>
                <a:schemeClr val="dk2"/>
              </a:buClr>
              <a:buSzPts val="1400"/>
              <a:buChar char="■"/>
              <a:defRPr>
                <a:solidFill>
                  <a:schemeClr val="dk2"/>
                </a:solidFill>
              </a:defRPr>
            </a:lvl6pPr>
            <a:lvl7pPr marL="3200400" lvl="6" indent="-317500">
              <a:lnSpc>
                <a:spcPct val="115000"/>
              </a:lnSpc>
              <a:spcBef>
                <a:spcPts val="1600"/>
              </a:spcBef>
              <a:spcAft>
                <a:spcPts val="0"/>
              </a:spcAft>
              <a:buClr>
                <a:schemeClr val="dk2"/>
              </a:buClr>
              <a:buSzPts val="1400"/>
              <a:buChar char="●"/>
              <a:defRPr>
                <a:solidFill>
                  <a:schemeClr val="dk2"/>
                </a:solidFill>
              </a:defRPr>
            </a:lvl7pPr>
            <a:lvl8pPr marL="3657600" lvl="7" indent="-317500">
              <a:lnSpc>
                <a:spcPct val="115000"/>
              </a:lnSpc>
              <a:spcBef>
                <a:spcPts val="1600"/>
              </a:spcBef>
              <a:spcAft>
                <a:spcPts val="0"/>
              </a:spcAft>
              <a:buClr>
                <a:schemeClr val="dk2"/>
              </a:buClr>
              <a:buSzPts val="1400"/>
              <a:buChar char="○"/>
              <a:defRPr>
                <a:solidFill>
                  <a:schemeClr val="dk2"/>
                </a:solidFill>
              </a:defRPr>
            </a:lvl8pPr>
            <a:lvl9pPr marL="4114800" lvl="8" indent="-317500">
              <a:lnSpc>
                <a:spcPct val="115000"/>
              </a:lnSpc>
              <a:spcBef>
                <a:spcPts val="1600"/>
              </a:spcBef>
              <a:spcAft>
                <a:spcPts val="160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2" name="Google Shape;52;p13"/>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160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1600"/>
              </a:spcBef>
              <a:spcAft>
                <a:spcPts val="160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3" name="Google Shape;53;p1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3.xml"/><Relationship Id="rId4" Type="http://schemas.openxmlformats.org/officeDocument/2006/relationships/hyperlink" Target="https://en.wikipedia.org/wiki/Natural_language_processing" TargetMode="Externa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2.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5.png"/></Relationships>
</file>

<file path=ppt/slides/_rels/slide2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2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6.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3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7.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3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8.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3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0"/>
        <p:cNvGrpSpPr/>
        <p:nvPr/>
      </p:nvGrpSpPr>
      <p:grpSpPr>
        <a:xfrm>
          <a:off x="0" y="0"/>
          <a:ext cx="0" cy="0"/>
          <a:chOff x="0" y="0"/>
          <a:chExt cx="0" cy="0"/>
        </a:xfrm>
      </p:grpSpPr>
      <p:sp>
        <p:nvSpPr>
          <p:cNvPr id="101" name="Google Shape;101;p25"/>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b="1">
                <a:latin typeface="Montserrat"/>
                <a:ea typeface="Montserrat"/>
                <a:cs typeface="Montserrat"/>
                <a:sym typeface="Montserrat"/>
              </a:rPr>
              <a:t>NLP Python Basics</a:t>
            </a:r>
            <a:endParaRPr b="1">
              <a:latin typeface="Montserrat"/>
              <a:ea typeface="Montserrat"/>
              <a:cs typeface="Montserrat"/>
              <a:sym typeface="Montserrat"/>
            </a:endParaRPr>
          </a:p>
        </p:txBody>
      </p:sp>
      <p:sp>
        <p:nvSpPr>
          <p:cNvPr id="102" name="Google Shape;102;p25"/>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a:p>
        </p:txBody>
      </p:sp>
      <p:pic>
        <p:nvPicPr>
          <p:cNvPr id="103" name="Google Shape;103;p25"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26"/>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Montserrat"/>
                <a:ea typeface="Montserrat"/>
                <a:cs typeface="Montserrat"/>
                <a:sym typeface="Montserrat"/>
              </a:rPr>
              <a:t>Natural Language Processing</a:t>
            </a:r>
            <a:endParaRPr dirty="0">
              <a:latin typeface="Montserrat"/>
              <a:ea typeface="Montserrat"/>
              <a:cs typeface="Montserrat"/>
              <a:sym typeface="Montserrat"/>
            </a:endParaRPr>
          </a:p>
        </p:txBody>
      </p:sp>
      <p:sp>
        <p:nvSpPr>
          <p:cNvPr id="110" name="Google Shape;110;p26"/>
          <p:cNvSpPr txBox="1">
            <a:spLocks noGrp="1"/>
          </p:cNvSpPr>
          <p:nvPr>
            <p:ph type="body" idx="1"/>
          </p:nvPr>
        </p:nvSpPr>
        <p:spPr>
          <a:xfrm>
            <a:off x="311700" y="1152475"/>
            <a:ext cx="8684100" cy="3416400"/>
          </a:xfrm>
          <a:prstGeom prst="rect">
            <a:avLst/>
          </a:prstGeom>
        </p:spPr>
        <p:txBody>
          <a:bodyPr spcFirstLastPara="1" wrap="square" lIns="91425" tIns="91425" rIns="91425" bIns="91425" anchor="t" anchorCtr="0">
            <a:noAutofit/>
          </a:bodyPr>
          <a:lstStyle/>
          <a:p>
            <a:pPr marL="457200" marR="0" lvl="0"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Section Goals</a:t>
            </a:r>
            <a:endParaRPr sz="2900">
              <a:solidFill>
                <a:srgbClr val="434343"/>
              </a:solidFill>
              <a:latin typeface="Montserrat"/>
              <a:ea typeface="Montserrat"/>
              <a:cs typeface="Montserrat"/>
              <a:sym typeface="Montserrat"/>
            </a:endParaRPr>
          </a:p>
          <a:p>
            <a:pPr marL="914400" marR="0" lvl="1"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Set up Spacy and Language Library</a:t>
            </a:r>
            <a:endParaRPr sz="2900">
              <a:solidFill>
                <a:srgbClr val="434343"/>
              </a:solidFill>
              <a:latin typeface="Montserrat"/>
              <a:ea typeface="Montserrat"/>
              <a:cs typeface="Montserrat"/>
              <a:sym typeface="Montserrat"/>
            </a:endParaRPr>
          </a:p>
          <a:p>
            <a:pPr marL="914400" marR="0" lvl="1"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Understand Basic NLP Topics</a:t>
            </a:r>
            <a:endParaRPr sz="2900">
              <a:solidFill>
                <a:srgbClr val="434343"/>
              </a:solidFill>
              <a:latin typeface="Montserrat"/>
              <a:ea typeface="Montserrat"/>
              <a:cs typeface="Montserrat"/>
              <a:sym typeface="Montserrat"/>
            </a:endParaRPr>
          </a:p>
          <a:p>
            <a:pPr marL="1371600" marR="0" lvl="2"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Tokenization</a:t>
            </a:r>
            <a:endParaRPr sz="2900">
              <a:solidFill>
                <a:srgbClr val="434343"/>
              </a:solidFill>
              <a:latin typeface="Montserrat"/>
              <a:ea typeface="Montserrat"/>
              <a:cs typeface="Montserrat"/>
              <a:sym typeface="Montserrat"/>
            </a:endParaRPr>
          </a:p>
          <a:p>
            <a:pPr marL="1371600" marR="0" lvl="2"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Stemming</a:t>
            </a:r>
            <a:endParaRPr sz="2900">
              <a:solidFill>
                <a:srgbClr val="434343"/>
              </a:solidFill>
              <a:latin typeface="Montserrat"/>
              <a:ea typeface="Montserrat"/>
              <a:cs typeface="Montserrat"/>
              <a:sym typeface="Montserrat"/>
            </a:endParaRPr>
          </a:p>
          <a:p>
            <a:pPr marL="1371600" marR="0" lvl="2"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Lemmatization</a:t>
            </a:r>
            <a:endParaRPr sz="2900">
              <a:solidFill>
                <a:srgbClr val="434343"/>
              </a:solidFill>
              <a:latin typeface="Montserrat"/>
              <a:ea typeface="Montserrat"/>
              <a:cs typeface="Montserrat"/>
              <a:sym typeface="Montserrat"/>
            </a:endParaRPr>
          </a:p>
          <a:p>
            <a:pPr marL="1371600" marR="0" lvl="2"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Stop Words</a:t>
            </a:r>
            <a:endParaRPr sz="2900">
              <a:solidFill>
                <a:srgbClr val="434343"/>
              </a:solidFill>
              <a:latin typeface="Montserrat"/>
              <a:ea typeface="Montserrat"/>
              <a:cs typeface="Montserrat"/>
              <a:sym typeface="Montserrat"/>
            </a:endParaRPr>
          </a:p>
          <a:p>
            <a:pPr marL="914400" marR="0" lvl="1"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Spacy for Vocabulary Matching</a:t>
            </a:r>
            <a:endParaRPr sz="2900">
              <a:solidFill>
                <a:srgbClr val="434343"/>
              </a:solidFill>
              <a:latin typeface="Montserrat"/>
              <a:ea typeface="Montserrat"/>
              <a:cs typeface="Montserrat"/>
              <a:sym typeface="Montserrat"/>
            </a:endParaRPr>
          </a:p>
        </p:txBody>
      </p:sp>
      <p:pic>
        <p:nvPicPr>
          <p:cNvPr id="111" name="Google Shape;111;p26"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28"/>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b="1">
                <a:latin typeface="Montserrat"/>
                <a:ea typeface="Montserrat"/>
                <a:cs typeface="Montserrat"/>
                <a:sym typeface="Montserrat"/>
              </a:rPr>
              <a:t>Spacy Setup</a:t>
            </a:r>
            <a:endParaRPr b="1">
              <a:latin typeface="Montserrat"/>
              <a:ea typeface="Montserrat"/>
              <a:cs typeface="Montserrat"/>
              <a:sym typeface="Montserrat"/>
            </a:endParaRPr>
          </a:p>
        </p:txBody>
      </p:sp>
      <p:sp>
        <p:nvSpPr>
          <p:cNvPr id="126" name="Google Shape;126;p28"/>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a:p>
        </p:txBody>
      </p:sp>
      <p:pic>
        <p:nvPicPr>
          <p:cNvPr id="127" name="Google Shape;127;p28"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2"/>
        <p:cNvGrpSpPr/>
        <p:nvPr/>
      </p:nvGrpSpPr>
      <p:grpSpPr>
        <a:xfrm>
          <a:off x="0" y="0"/>
          <a:ext cx="0" cy="0"/>
          <a:chOff x="0" y="0"/>
          <a:chExt cx="0" cy="0"/>
        </a:xfrm>
      </p:grpSpPr>
      <p:sp>
        <p:nvSpPr>
          <p:cNvPr id="133" name="Google Shape;133;p29"/>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Montserrat"/>
                <a:ea typeface="Montserrat"/>
                <a:cs typeface="Montserrat"/>
                <a:sym typeface="Montserrat"/>
              </a:rPr>
              <a:t>Natural Language Processing</a:t>
            </a:r>
            <a:endParaRPr dirty="0">
              <a:latin typeface="Montserrat"/>
              <a:ea typeface="Montserrat"/>
              <a:cs typeface="Montserrat"/>
              <a:sym typeface="Montserrat"/>
            </a:endParaRPr>
          </a:p>
        </p:txBody>
      </p:sp>
      <p:sp>
        <p:nvSpPr>
          <p:cNvPr id="134" name="Google Shape;134;p29"/>
          <p:cNvSpPr txBox="1">
            <a:spLocks noGrp="1"/>
          </p:cNvSpPr>
          <p:nvPr>
            <p:ph type="body" idx="1"/>
          </p:nvPr>
        </p:nvSpPr>
        <p:spPr>
          <a:xfrm>
            <a:off x="311700" y="1152475"/>
            <a:ext cx="8684100" cy="3416400"/>
          </a:xfrm>
          <a:prstGeom prst="rect">
            <a:avLst/>
          </a:prstGeom>
        </p:spPr>
        <p:txBody>
          <a:bodyPr spcFirstLastPara="1" wrap="square" lIns="91425" tIns="91425" rIns="91425" bIns="91425" anchor="t" anchorCtr="0">
            <a:noAutofit/>
          </a:bodyPr>
          <a:lstStyle/>
          <a:p>
            <a:pPr marL="457200" marR="0" lvl="0"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What is Spacy?</a:t>
            </a:r>
            <a:endParaRPr sz="2900">
              <a:solidFill>
                <a:srgbClr val="434343"/>
              </a:solidFill>
              <a:latin typeface="Montserrat"/>
              <a:ea typeface="Montserrat"/>
              <a:cs typeface="Montserrat"/>
              <a:sym typeface="Montserrat"/>
            </a:endParaRPr>
          </a:p>
          <a:p>
            <a:pPr marL="914400" marR="0" lvl="1"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Open Source Natural Language Processing Library.</a:t>
            </a:r>
            <a:endParaRPr sz="2900">
              <a:solidFill>
                <a:srgbClr val="434343"/>
              </a:solidFill>
              <a:latin typeface="Montserrat"/>
              <a:ea typeface="Montserrat"/>
              <a:cs typeface="Montserrat"/>
              <a:sym typeface="Montserrat"/>
            </a:endParaRPr>
          </a:p>
          <a:p>
            <a:pPr marL="914400" marR="0" lvl="1"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Designed to effectively handle NLP tasks with the most efficient implementation of common algorithms.</a:t>
            </a:r>
            <a:endParaRPr sz="2900">
              <a:solidFill>
                <a:srgbClr val="434343"/>
              </a:solidFill>
              <a:latin typeface="Montserrat"/>
              <a:ea typeface="Montserrat"/>
              <a:cs typeface="Montserrat"/>
              <a:sym typeface="Montserrat"/>
            </a:endParaRPr>
          </a:p>
        </p:txBody>
      </p:sp>
      <p:pic>
        <p:nvPicPr>
          <p:cNvPr id="135" name="Google Shape;135;p29"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40"/>
        <p:cNvGrpSpPr/>
        <p:nvPr/>
      </p:nvGrpSpPr>
      <p:grpSpPr>
        <a:xfrm>
          <a:off x="0" y="0"/>
          <a:ext cx="0" cy="0"/>
          <a:chOff x="0" y="0"/>
          <a:chExt cx="0" cy="0"/>
        </a:xfrm>
      </p:grpSpPr>
      <p:sp>
        <p:nvSpPr>
          <p:cNvPr id="141" name="Google Shape;141;p30"/>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Montserrat"/>
                <a:ea typeface="Montserrat"/>
                <a:cs typeface="Montserrat"/>
                <a:sym typeface="Montserrat"/>
              </a:rPr>
              <a:t>Natural Language Processing</a:t>
            </a:r>
            <a:endParaRPr dirty="0">
              <a:latin typeface="Montserrat"/>
              <a:ea typeface="Montserrat"/>
              <a:cs typeface="Montserrat"/>
              <a:sym typeface="Montserrat"/>
            </a:endParaRPr>
          </a:p>
        </p:txBody>
      </p:sp>
      <p:sp>
        <p:nvSpPr>
          <p:cNvPr id="142" name="Google Shape;142;p30"/>
          <p:cNvSpPr txBox="1">
            <a:spLocks noGrp="1"/>
          </p:cNvSpPr>
          <p:nvPr>
            <p:ph type="body" idx="1"/>
          </p:nvPr>
        </p:nvSpPr>
        <p:spPr>
          <a:xfrm>
            <a:off x="311700" y="1152475"/>
            <a:ext cx="8684100" cy="3416400"/>
          </a:xfrm>
          <a:prstGeom prst="rect">
            <a:avLst/>
          </a:prstGeom>
        </p:spPr>
        <p:txBody>
          <a:bodyPr spcFirstLastPara="1" wrap="square" lIns="91425" tIns="91425" rIns="91425" bIns="91425" anchor="t" anchorCtr="0">
            <a:noAutofit/>
          </a:bodyPr>
          <a:lstStyle/>
          <a:p>
            <a:pPr marL="457200" marR="0" lvl="0"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What is Spacy?</a:t>
            </a:r>
            <a:endParaRPr sz="2900">
              <a:solidFill>
                <a:srgbClr val="434343"/>
              </a:solidFill>
              <a:latin typeface="Montserrat"/>
              <a:ea typeface="Montserrat"/>
              <a:cs typeface="Montserrat"/>
              <a:sym typeface="Montserrat"/>
            </a:endParaRPr>
          </a:p>
          <a:p>
            <a:pPr marL="914400" marR="0" lvl="1"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For many NLP tasks, Spacy only has one implemented method, choosing the most efficient algorithm currently available.</a:t>
            </a:r>
            <a:endParaRPr sz="2900">
              <a:solidFill>
                <a:srgbClr val="434343"/>
              </a:solidFill>
              <a:latin typeface="Montserrat"/>
              <a:ea typeface="Montserrat"/>
              <a:cs typeface="Montserrat"/>
              <a:sym typeface="Montserrat"/>
            </a:endParaRPr>
          </a:p>
          <a:p>
            <a:pPr marL="914400" marR="0" lvl="1"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means you often don’t have the option to choose other algorithms.</a:t>
            </a:r>
            <a:endParaRPr sz="2900">
              <a:solidFill>
                <a:srgbClr val="434343"/>
              </a:solidFill>
              <a:latin typeface="Montserrat"/>
              <a:ea typeface="Montserrat"/>
              <a:cs typeface="Montserrat"/>
              <a:sym typeface="Montserrat"/>
            </a:endParaRPr>
          </a:p>
        </p:txBody>
      </p:sp>
      <p:pic>
        <p:nvPicPr>
          <p:cNvPr id="143" name="Google Shape;143;p30"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31"/>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Montserrat"/>
                <a:ea typeface="Montserrat"/>
                <a:cs typeface="Montserrat"/>
                <a:sym typeface="Montserrat"/>
              </a:rPr>
              <a:t>Natural Language Processing</a:t>
            </a:r>
            <a:endParaRPr dirty="0">
              <a:latin typeface="Montserrat"/>
              <a:ea typeface="Montserrat"/>
              <a:cs typeface="Montserrat"/>
              <a:sym typeface="Montserrat"/>
            </a:endParaRPr>
          </a:p>
        </p:txBody>
      </p:sp>
      <p:sp>
        <p:nvSpPr>
          <p:cNvPr id="150" name="Google Shape;150;p31"/>
          <p:cNvSpPr txBox="1">
            <a:spLocks noGrp="1"/>
          </p:cNvSpPr>
          <p:nvPr>
            <p:ph type="body" idx="1"/>
          </p:nvPr>
        </p:nvSpPr>
        <p:spPr>
          <a:xfrm>
            <a:off x="311700" y="1152475"/>
            <a:ext cx="8684100" cy="3416400"/>
          </a:xfrm>
          <a:prstGeom prst="rect">
            <a:avLst/>
          </a:prstGeom>
        </p:spPr>
        <p:txBody>
          <a:bodyPr spcFirstLastPara="1" wrap="square" lIns="91425" tIns="91425" rIns="91425" bIns="91425" anchor="t" anchorCtr="0">
            <a:noAutofit/>
          </a:bodyPr>
          <a:lstStyle/>
          <a:p>
            <a:pPr marL="457200" marR="0" lvl="0"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What is NLTK?</a:t>
            </a:r>
            <a:endParaRPr sz="2900">
              <a:solidFill>
                <a:srgbClr val="434343"/>
              </a:solidFill>
              <a:latin typeface="Montserrat"/>
              <a:ea typeface="Montserrat"/>
              <a:cs typeface="Montserrat"/>
              <a:sym typeface="Montserrat"/>
            </a:endParaRPr>
          </a:p>
          <a:p>
            <a:pPr marL="914400" marR="0" lvl="1"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NLTK - Natural Language Toolkit is a very popular open source.</a:t>
            </a:r>
            <a:endParaRPr sz="2900">
              <a:solidFill>
                <a:srgbClr val="434343"/>
              </a:solidFill>
              <a:latin typeface="Montserrat"/>
              <a:ea typeface="Montserrat"/>
              <a:cs typeface="Montserrat"/>
              <a:sym typeface="Montserrat"/>
            </a:endParaRPr>
          </a:p>
          <a:p>
            <a:pPr marL="914400" marR="0" lvl="1"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Initially released in 2001, it is much older than Spacy (released 2015).</a:t>
            </a:r>
            <a:endParaRPr sz="2900">
              <a:solidFill>
                <a:srgbClr val="434343"/>
              </a:solidFill>
              <a:latin typeface="Montserrat"/>
              <a:ea typeface="Montserrat"/>
              <a:cs typeface="Montserrat"/>
              <a:sym typeface="Montserrat"/>
            </a:endParaRPr>
          </a:p>
          <a:p>
            <a:pPr marL="914400" marR="0" lvl="1"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It also provides many functionalities, but includes less efficient implementations.</a:t>
            </a:r>
            <a:endParaRPr sz="2900">
              <a:solidFill>
                <a:srgbClr val="434343"/>
              </a:solidFill>
              <a:latin typeface="Montserrat"/>
              <a:ea typeface="Montserrat"/>
              <a:cs typeface="Montserrat"/>
              <a:sym typeface="Montserrat"/>
            </a:endParaRPr>
          </a:p>
        </p:txBody>
      </p:sp>
      <p:pic>
        <p:nvPicPr>
          <p:cNvPr id="151" name="Google Shape;151;p31"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32"/>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Montserrat"/>
                <a:ea typeface="Montserrat"/>
                <a:cs typeface="Montserrat"/>
                <a:sym typeface="Montserrat"/>
              </a:rPr>
              <a:t>Natural Language Processing</a:t>
            </a:r>
            <a:endParaRPr dirty="0">
              <a:latin typeface="Montserrat"/>
              <a:ea typeface="Montserrat"/>
              <a:cs typeface="Montserrat"/>
              <a:sym typeface="Montserrat"/>
            </a:endParaRPr>
          </a:p>
        </p:txBody>
      </p:sp>
      <p:sp>
        <p:nvSpPr>
          <p:cNvPr id="158" name="Google Shape;158;p32"/>
          <p:cNvSpPr txBox="1">
            <a:spLocks noGrp="1"/>
          </p:cNvSpPr>
          <p:nvPr>
            <p:ph type="body" idx="1"/>
          </p:nvPr>
        </p:nvSpPr>
        <p:spPr>
          <a:xfrm>
            <a:off x="311700" y="1152475"/>
            <a:ext cx="8684100" cy="3416400"/>
          </a:xfrm>
          <a:prstGeom prst="rect">
            <a:avLst/>
          </a:prstGeom>
        </p:spPr>
        <p:txBody>
          <a:bodyPr spcFirstLastPara="1" wrap="square" lIns="91425" tIns="91425" rIns="91425" bIns="91425" anchor="t" anchorCtr="0">
            <a:noAutofit/>
          </a:bodyPr>
          <a:lstStyle/>
          <a:p>
            <a:pPr marL="457200" marR="0" lvl="0"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NLTK vs Spacy</a:t>
            </a:r>
            <a:endParaRPr sz="2900">
              <a:solidFill>
                <a:srgbClr val="434343"/>
              </a:solidFill>
              <a:latin typeface="Montserrat"/>
              <a:ea typeface="Montserrat"/>
              <a:cs typeface="Montserrat"/>
              <a:sym typeface="Montserrat"/>
            </a:endParaRPr>
          </a:p>
          <a:p>
            <a:pPr marL="914400" marR="0" lvl="1"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For many common NLP tasks, Spacy is much faster and more efficient, at the cost of the user not being able to choose algorithmic implementations.</a:t>
            </a:r>
            <a:endParaRPr sz="2900">
              <a:solidFill>
                <a:srgbClr val="434343"/>
              </a:solidFill>
              <a:latin typeface="Montserrat"/>
              <a:ea typeface="Montserrat"/>
              <a:cs typeface="Montserrat"/>
              <a:sym typeface="Montserrat"/>
            </a:endParaRPr>
          </a:p>
          <a:p>
            <a:pPr marL="914400" marR="0" lvl="0" indent="0" algn="l" rtl="0">
              <a:lnSpc>
                <a:spcPct val="100000"/>
              </a:lnSpc>
              <a:spcBef>
                <a:spcPts val="1600"/>
              </a:spcBef>
              <a:spcAft>
                <a:spcPts val="1600"/>
              </a:spcAft>
              <a:buNone/>
            </a:pPr>
            <a:endParaRPr sz="2900">
              <a:solidFill>
                <a:srgbClr val="434343"/>
              </a:solidFill>
              <a:latin typeface="Montserrat"/>
              <a:ea typeface="Montserrat"/>
              <a:cs typeface="Montserrat"/>
              <a:sym typeface="Montserrat"/>
            </a:endParaRPr>
          </a:p>
        </p:txBody>
      </p:sp>
      <p:pic>
        <p:nvPicPr>
          <p:cNvPr id="159" name="Google Shape;159;p32"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4"/>
        <p:cNvGrpSpPr/>
        <p:nvPr/>
      </p:nvGrpSpPr>
      <p:grpSpPr>
        <a:xfrm>
          <a:off x="0" y="0"/>
          <a:ext cx="0" cy="0"/>
          <a:chOff x="0" y="0"/>
          <a:chExt cx="0" cy="0"/>
        </a:xfrm>
      </p:grpSpPr>
      <p:sp>
        <p:nvSpPr>
          <p:cNvPr id="165" name="Google Shape;165;p33"/>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Montserrat"/>
                <a:ea typeface="Montserrat"/>
                <a:cs typeface="Montserrat"/>
                <a:sym typeface="Montserrat"/>
              </a:rPr>
              <a:t>Natural Language Processing</a:t>
            </a:r>
            <a:endParaRPr dirty="0">
              <a:latin typeface="Montserrat"/>
              <a:ea typeface="Montserrat"/>
              <a:cs typeface="Montserrat"/>
              <a:sym typeface="Montserrat"/>
            </a:endParaRPr>
          </a:p>
        </p:txBody>
      </p:sp>
      <p:sp>
        <p:nvSpPr>
          <p:cNvPr id="166" name="Google Shape;166;p33"/>
          <p:cNvSpPr txBox="1">
            <a:spLocks noGrp="1"/>
          </p:cNvSpPr>
          <p:nvPr>
            <p:ph type="body" idx="1"/>
          </p:nvPr>
        </p:nvSpPr>
        <p:spPr>
          <a:xfrm>
            <a:off x="311700" y="1152475"/>
            <a:ext cx="8684100" cy="3416400"/>
          </a:xfrm>
          <a:prstGeom prst="rect">
            <a:avLst/>
          </a:prstGeom>
        </p:spPr>
        <p:txBody>
          <a:bodyPr spcFirstLastPara="1" wrap="square" lIns="91425" tIns="91425" rIns="91425" bIns="91425" anchor="t" anchorCtr="0">
            <a:noAutofit/>
          </a:bodyPr>
          <a:lstStyle/>
          <a:p>
            <a:pPr marL="457200" marR="0" lvl="0"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NLTK vs Spacy</a:t>
            </a:r>
            <a:endParaRPr sz="2900">
              <a:solidFill>
                <a:srgbClr val="434343"/>
              </a:solidFill>
              <a:latin typeface="Montserrat"/>
              <a:ea typeface="Montserrat"/>
              <a:cs typeface="Montserrat"/>
              <a:sym typeface="Montserrat"/>
            </a:endParaRPr>
          </a:p>
          <a:p>
            <a:pPr marL="914400" marR="0" lvl="1"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However, Spacy does not include pre-created models for some applications, such as sentiment analysis, which is typically easier to perform with NLTK.</a:t>
            </a:r>
            <a:endParaRPr sz="2900">
              <a:solidFill>
                <a:srgbClr val="434343"/>
              </a:solidFill>
              <a:latin typeface="Montserrat"/>
              <a:ea typeface="Montserrat"/>
              <a:cs typeface="Montserrat"/>
              <a:sym typeface="Montserrat"/>
            </a:endParaRPr>
          </a:p>
          <a:p>
            <a:pPr marL="914400" marR="0" lvl="0" indent="0" algn="l" rtl="0">
              <a:lnSpc>
                <a:spcPct val="100000"/>
              </a:lnSpc>
              <a:spcBef>
                <a:spcPts val="1600"/>
              </a:spcBef>
              <a:spcAft>
                <a:spcPts val="0"/>
              </a:spcAft>
              <a:buClr>
                <a:srgbClr val="000000"/>
              </a:buClr>
              <a:buSzPts val="1100"/>
              <a:buFont typeface="Arial"/>
              <a:buNone/>
            </a:pPr>
            <a:endParaRPr sz="2900">
              <a:solidFill>
                <a:srgbClr val="434343"/>
              </a:solidFill>
              <a:latin typeface="Montserrat"/>
              <a:ea typeface="Montserrat"/>
              <a:cs typeface="Montserrat"/>
              <a:sym typeface="Montserrat"/>
            </a:endParaRPr>
          </a:p>
          <a:p>
            <a:pPr marL="914400" marR="0" lvl="0" indent="0" algn="l" rtl="0">
              <a:lnSpc>
                <a:spcPct val="100000"/>
              </a:lnSpc>
              <a:spcBef>
                <a:spcPts val="1600"/>
              </a:spcBef>
              <a:spcAft>
                <a:spcPts val="1600"/>
              </a:spcAft>
              <a:buNone/>
            </a:pPr>
            <a:endParaRPr sz="2900">
              <a:solidFill>
                <a:srgbClr val="434343"/>
              </a:solidFill>
              <a:latin typeface="Montserrat"/>
              <a:ea typeface="Montserrat"/>
              <a:cs typeface="Montserrat"/>
              <a:sym typeface="Montserrat"/>
            </a:endParaRPr>
          </a:p>
        </p:txBody>
      </p:sp>
      <p:pic>
        <p:nvPicPr>
          <p:cNvPr id="167" name="Google Shape;167;p33"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2"/>
        <p:cNvGrpSpPr/>
        <p:nvPr/>
      </p:nvGrpSpPr>
      <p:grpSpPr>
        <a:xfrm>
          <a:off x="0" y="0"/>
          <a:ext cx="0" cy="0"/>
          <a:chOff x="0" y="0"/>
          <a:chExt cx="0" cy="0"/>
        </a:xfrm>
      </p:grpSpPr>
      <p:sp>
        <p:nvSpPr>
          <p:cNvPr id="173" name="Google Shape;173;p34"/>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Montserrat"/>
                <a:ea typeface="Montserrat"/>
                <a:cs typeface="Montserrat"/>
                <a:sym typeface="Montserrat"/>
              </a:rPr>
              <a:t>Natural Language Processing</a:t>
            </a:r>
            <a:endParaRPr dirty="0">
              <a:latin typeface="Montserrat"/>
              <a:ea typeface="Montserrat"/>
              <a:cs typeface="Montserrat"/>
              <a:sym typeface="Montserrat"/>
            </a:endParaRPr>
          </a:p>
        </p:txBody>
      </p:sp>
      <p:sp>
        <p:nvSpPr>
          <p:cNvPr id="174" name="Google Shape;174;p34"/>
          <p:cNvSpPr txBox="1">
            <a:spLocks noGrp="1"/>
          </p:cNvSpPr>
          <p:nvPr>
            <p:ph type="body" idx="1"/>
          </p:nvPr>
        </p:nvSpPr>
        <p:spPr>
          <a:xfrm>
            <a:off x="311700" y="1152475"/>
            <a:ext cx="8684100" cy="3416400"/>
          </a:xfrm>
          <a:prstGeom prst="rect">
            <a:avLst/>
          </a:prstGeom>
        </p:spPr>
        <p:txBody>
          <a:bodyPr spcFirstLastPara="1" wrap="square" lIns="91425" tIns="91425" rIns="91425" bIns="91425" anchor="t" anchorCtr="0">
            <a:noAutofit/>
          </a:bodyPr>
          <a:lstStyle/>
          <a:p>
            <a:pPr marL="457200" marR="0" lvl="0" indent="-412750" algn="l" rtl="0">
              <a:lnSpc>
                <a:spcPct val="100000"/>
              </a:lnSpc>
              <a:spcBef>
                <a:spcPts val="0"/>
              </a:spcBef>
              <a:spcAft>
                <a:spcPts val="0"/>
              </a:spcAft>
              <a:buClr>
                <a:srgbClr val="434343"/>
              </a:buClr>
              <a:buSzPts val="2900"/>
              <a:buFont typeface="Montserrat"/>
              <a:buChar char="●"/>
            </a:pPr>
            <a:r>
              <a:rPr lang="en" sz="2900" dirty="0">
                <a:solidFill>
                  <a:srgbClr val="434343"/>
                </a:solidFill>
                <a:latin typeface="Montserrat"/>
                <a:ea typeface="Montserrat"/>
                <a:cs typeface="Montserrat"/>
                <a:sym typeface="Montserrat"/>
              </a:rPr>
              <a:t>NLTK vs Spacy</a:t>
            </a:r>
            <a:endParaRPr sz="2900" dirty="0">
              <a:solidFill>
                <a:srgbClr val="434343"/>
              </a:solidFill>
              <a:latin typeface="Montserrat"/>
              <a:ea typeface="Montserrat"/>
              <a:cs typeface="Montserrat"/>
              <a:sym typeface="Montserrat"/>
            </a:endParaRPr>
          </a:p>
          <a:p>
            <a:pPr marL="914400" marR="0" lvl="1" indent="-412750" algn="l" rtl="0">
              <a:lnSpc>
                <a:spcPct val="100000"/>
              </a:lnSpc>
              <a:spcBef>
                <a:spcPts val="0"/>
              </a:spcBef>
              <a:spcAft>
                <a:spcPts val="0"/>
              </a:spcAft>
              <a:buClr>
                <a:srgbClr val="434343"/>
              </a:buClr>
              <a:buSzPts val="2900"/>
              <a:buFont typeface="Montserrat"/>
              <a:buChar char="○"/>
            </a:pPr>
            <a:r>
              <a:rPr lang="en" sz="2900" dirty="0">
                <a:solidFill>
                  <a:srgbClr val="434343"/>
                </a:solidFill>
                <a:latin typeface="Montserrat"/>
                <a:ea typeface="Montserrat"/>
                <a:cs typeface="Montserrat"/>
                <a:sym typeface="Montserrat"/>
              </a:rPr>
              <a:t>Due to Spacy’s state of the art approach and efficiency, we will focus on Spacy, but use NLTK when it is easier to use.</a:t>
            </a:r>
            <a:endParaRPr sz="2900" dirty="0">
              <a:solidFill>
                <a:srgbClr val="434343"/>
              </a:solidFill>
              <a:latin typeface="Montserrat"/>
              <a:ea typeface="Montserrat"/>
              <a:cs typeface="Montserrat"/>
              <a:sym typeface="Montserrat"/>
            </a:endParaRPr>
          </a:p>
          <a:p>
            <a:pPr marL="914400" marR="0" lvl="0" indent="0" algn="l" rtl="0">
              <a:lnSpc>
                <a:spcPct val="100000"/>
              </a:lnSpc>
              <a:spcBef>
                <a:spcPts val="1600"/>
              </a:spcBef>
              <a:spcAft>
                <a:spcPts val="0"/>
              </a:spcAft>
              <a:buNone/>
            </a:pPr>
            <a:endParaRPr sz="2900" dirty="0">
              <a:solidFill>
                <a:srgbClr val="434343"/>
              </a:solidFill>
              <a:latin typeface="Montserrat"/>
              <a:ea typeface="Montserrat"/>
              <a:cs typeface="Montserrat"/>
              <a:sym typeface="Montserrat"/>
            </a:endParaRPr>
          </a:p>
          <a:p>
            <a:pPr marL="914400" marR="0" lvl="0" indent="0" algn="l" rtl="0">
              <a:lnSpc>
                <a:spcPct val="100000"/>
              </a:lnSpc>
              <a:spcBef>
                <a:spcPts val="1600"/>
              </a:spcBef>
              <a:spcAft>
                <a:spcPts val="1600"/>
              </a:spcAft>
              <a:buNone/>
            </a:pPr>
            <a:endParaRPr sz="2900" dirty="0">
              <a:solidFill>
                <a:srgbClr val="434343"/>
              </a:solidFill>
              <a:latin typeface="Montserrat"/>
              <a:ea typeface="Montserrat"/>
              <a:cs typeface="Montserrat"/>
              <a:sym typeface="Montserrat"/>
            </a:endParaRPr>
          </a:p>
        </p:txBody>
      </p:sp>
      <p:pic>
        <p:nvPicPr>
          <p:cNvPr id="175" name="Google Shape;175;p34"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sp>
        <p:nvSpPr>
          <p:cNvPr id="181" name="Google Shape;181;p35"/>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Montserrat"/>
                <a:ea typeface="Montserrat"/>
                <a:cs typeface="Montserrat"/>
                <a:sym typeface="Montserrat"/>
              </a:rPr>
              <a:t>Natural Language Processing</a:t>
            </a:r>
            <a:endParaRPr dirty="0">
              <a:latin typeface="Montserrat"/>
              <a:ea typeface="Montserrat"/>
              <a:cs typeface="Montserrat"/>
              <a:sym typeface="Montserrat"/>
            </a:endParaRPr>
          </a:p>
        </p:txBody>
      </p:sp>
      <p:sp>
        <p:nvSpPr>
          <p:cNvPr id="182" name="Google Shape;182;p35"/>
          <p:cNvSpPr txBox="1">
            <a:spLocks noGrp="1"/>
          </p:cNvSpPr>
          <p:nvPr>
            <p:ph type="body" idx="1"/>
          </p:nvPr>
        </p:nvSpPr>
        <p:spPr>
          <a:xfrm>
            <a:off x="311700" y="1152475"/>
            <a:ext cx="8684100" cy="3416400"/>
          </a:xfrm>
          <a:prstGeom prst="rect">
            <a:avLst/>
          </a:prstGeom>
        </p:spPr>
        <p:txBody>
          <a:bodyPr spcFirstLastPara="1" wrap="square" lIns="91425" tIns="91425" rIns="91425" bIns="91425" anchor="t" anchorCtr="0">
            <a:noAutofit/>
          </a:bodyPr>
          <a:lstStyle/>
          <a:p>
            <a:pPr marL="457200" marR="0" lvl="0"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NLTK vs Spacy Processing Tests</a:t>
            </a:r>
            <a:endParaRPr sz="2900">
              <a:solidFill>
                <a:srgbClr val="434343"/>
              </a:solidFill>
              <a:latin typeface="Montserrat"/>
              <a:ea typeface="Montserrat"/>
              <a:cs typeface="Montserrat"/>
              <a:sym typeface="Montserrat"/>
            </a:endParaRPr>
          </a:p>
          <a:p>
            <a:pPr marL="457200" marR="0" lvl="0" indent="0" algn="l" rtl="0">
              <a:lnSpc>
                <a:spcPct val="100000"/>
              </a:lnSpc>
              <a:spcBef>
                <a:spcPts val="1600"/>
              </a:spcBef>
              <a:spcAft>
                <a:spcPts val="0"/>
              </a:spcAft>
              <a:buNone/>
            </a:pPr>
            <a:endParaRPr sz="2900">
              <a:solidFill>
                <a:srgbClr val="434343"/>
              </a:solidFill>
              <a:latin typeface="Montserrat"/>
              <a:ea typeface="Montserrat"/>
              <a:cs typeface="Montserrat"/>
              <a:sym typeface="Montserrat"/>
            </a:endParaRPr>
          </a:p>
          <a:p>
            <a:pPr marL="914400" marR="0" lvl="0" indent="0" algn="l" rtl="0">
              <a:lnSpc>
                <a:spcPct val="100000"/>
              </a:lnSpc>
              <a:spcBef>
                <a:spcPts val="1600"/>
              </a:spcBef>
              <a:spcAft>
                <a:spcPts val="1600"/>
              </a:spcAft>
              <a:buNone/>
            </a:pPr>
            <a:endParaRPr sz="2900">
              <a:solidFill>
                <a:srgbClr val="434343"/>
              </a:solidFill>
              <a:latin typeface="Montserrat"/>
              <a:ea typeface="Montserrat"/>
              <a:cs typeface="Montserrat"/>
              <a:sym typeface="Montserrat"/>
            </a:endParaRPr>
          </a:p>
        </p:txBody>
      </p:sp>
      <p:pic>
        <p:nvPicPr>
          <p:cNvPr id="183" name="Google Shape;183;p35"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pic>
        <p:nvPicPr>
          <p:cNvPr id="185" name="Google Shape;185;p35"/>
          <p:cNvPicPr preferRelativeResize="0"/>
          <p:nvPr/>
        </p:nvPicPr>
        <p:blipFill>
          <a:blip r:embed="rId4">
            <a:alphaModFix/>
          </a:blip>
          <a:stretch>
            <a:fillRect/>
          </a:stretch>
        </p:blipFill>
        <p:spPr>
          <a:xfrm>
            <a:off x="2149288" y="2018575"/>
            <a:ext cx="5008925" cy="2709325"/>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sp>
        <p:nvSpPr>
          <p:cNvPr id="190" name="Google Shape;190;p36"/>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Montserrat"/>
                <a:ea typeface="Montserrat"/>
                <a:cs typeface="Montserrat"/>
                <a:sym typeface="Montserrat"/>
              </a:rPr>
              <a:t>Natural Language Processing</a:t>
            </a:r>
            <a:endParaRPr dirty="0">
              <a:latin typeface="Montserrat"/>
              <a:ea typeface="Montserrat"/>
              <a:cs typeface="Montserrat"/>
              <a:sym typeface="Montserrat"/>
            </a:endParaRPr>
          </a:p>
        </p:txBody>
      </p:sp>
      <p:sp>
        <p:nvSpPr>
          <p:cNvPr id="191" name="Google Shape;191;p36"/>
          <p:cNvSpPr txBox="1">
            <a:spLocks noGrp="1"/>
          </p:cNvSpPr>
          <p:nvPr>
            <p:ph type="body" idx="1"/>
          </p:nvPr>
        </p:nvSpPr>
        <p:spPr>
          <a:xfrm>
            <a:off x="311700" y="1152475"/>
            <a:ext cx="8684100" cy="3416400"/>
          </a:xfrm>
          <a:prstGeom prst="rect">
            <a:avLst/>
          </a:prstGeom>
        </p:spPr>
        <p:txBody>
          <a:bodyPr spcFirstLastPara="1" wrap="square" lIns="91425" tIns="91425" rIns="91425" bIns="91425" anchor="t" anchorCtr="0">
            <a:noAutofit/>
          </a:bodyPr>
          <a:lstStyle/>
          <a:p>
            <a:pPr marL="914400" marR="0" lvl="0" indent="0" algn="l" rtl="0">
              <a:lnSpc>
                <a:spcPct val="100000"/>
              </a:lnSpc>
              <a:spcBef>
                <a:spcPts val="0"/>
              </a:spcBef>
              <a:spcAft>
                <a:spcPts val="1600"/>
              </a:spcAft>
              <a:buNone/>
            </a:pPr>
            <a:r>
              <a:rPr lang="en" sz="2900">
                <a:solidFill>
                  <a:srgbClr val="434343"/>
                </a:solidFill>
                <a:latin typeface="Montserrat"/>
                <a:ea typeface="Montserrat"/>
                <a:cs typeface="Montserrat"/>
                <a:sym typeface="Montserrat"/>
              </a:rPr>
              <a:t>https://spacy.io/usage/facts-figures</a:t>
            </a:r>
            <a:endParaRPr sz="2900">
              <a:solidFill>
                <a:srgbClr val="434343"/>
              </a:solidFill>
              <a:latin typeface="Montserrat"/>
              <a:ea typeface="Montserrat"/>
              <a:cs typeface="Montserrat"/>
              <a:sym typeface="Montserrat"/>
            </a:endParaRPr>
          </a:p>
        </p:txBody>
      </p:sp>
      <p:pic>
        <p:nvPicPr>
          <p:cNvPr id="192" name="Google Shape;192;p36"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pic>
        <p:nvPicPr>
          <p:cNvPr id="194" name="Google Shape;194;p36"/>
          <p:cNvPicPr preferRelativeResize="0"/>
          <p:nvPr/>
        </p:nvPicPr>
        <p:blipFill>
          <a:blip r:embed="rId4">
            <a:alphaModFix/>
          </a:blip>
          <a:stretch>
            <a:fillRect/>
          </a:stretch>
        </p:blipFill>
        <p:spPr>
          <a:xfrm>
            <a:off x="2847328" y="1727100"/>
            <a:ext cx="3449346" cy="34164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7"/>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Montserrat"/>
                <a:ea typeface="Montserrat"/>
                <a:cs typeface="Montserrat"/>
                <a:sym typeface="Montserrat"/>
              </a:rPr>
              <a:t>Natural Language Processing</a:t>
            </a:r>
            <a:endParaRPr dirty="0">
              <a:latin typeface="Montserrat"/>
              <a:ea typeface="Montserrat"/>
              <a:cs typeface="Montserrat"/>
              <a:sym typeface="Montserrat"/>
            </a:endParaRPr>
          </a:p>
        </p:txBody>
      </p:sp>
      <p:sp>
        <p:nvSpPr>
          <p:cNvPr id="200" name="Google Shape;200;p37"/>
          <p:cNvSpPr txBox="1">
            <a:spLocks noGrp="1"/>
          </p:cNvSpPr>
          <p:nvPr>
            <p:ph type="body" idx="1"/>
          </p:nvPr>
        </p:nvSpPr>
        <p:spPr>
          <a:xfrm>
            <a:off x="311700" y="1152475"/>
            <a:ext cx="8684100" cy="3416400"/>
          </a:xfrm>
          <a:prstGeom prst="rect">
            <a:avLst/>
          </a:prstGeom>
        </p:spPr>
        <p:txBody>
          <a:bodyPr spcFirstLastPara="1" wrap="square" lIns="91425" tIns="91425" rIns="91425" bIns="91425" anchor="t" anchorCtr="0">
            <a:noAutofit/>
          </a:bodyPr>
          <a:lstStyle/>
          <a:p>
            <a:pPr marL="914400" marR="0" lvl="0" indent="0" algn="l" rtl="0">
              <a:lnSpc>
                <a:spcPct val="100000"/>
              </a:lnSpc>
              <a:spcBef>
                <a:spcPts val="0"/>
              </a:spcBef>
              <a:spcAft>
                <a:spcPts val="1600"/>
              </a:spcAft>
              <a:buNone/>
            </a:pPr>
            <a:r>
              <a:rPr lang="en" sz="2900">
                <a:solidFill>
                  <a:srgbClr val="434343"/>
                </a:solidFill>
                <a:latin typeface="Montserrat"/>
                <a:ea typeface="Montserrat"/>
                <a:cs typeface="Montserrat"/>
                <a:sym typeface="Montserrat"/>
              </a:rPr>
              <a:t>https://spacy.io/usage/facts-figures</a:t>
            </a:r>
            <a:endParaRPr sz="2900">
              <a:solidFill>
                <a:srgbClr val="434343"/>
              </a:solidFill>
              <a:latin typeface="Montserrat"/>
              <a:ea typeface="Montserrat"/>
              <a:cs typeface="Montserrat"/>
              <a:sym typeface="Montserrat"/>
            </a:endParaRPr>
          </a:p>
        </p:txBody>
      </p:sp>
      <p:pic>
        <p:nvPicPr>
          <p:cNvPr id="201" name="Google Shape;201;p37"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pic>
        <p:nvPicPr>
          <p:cNvPr id="203" name="Google Shape;203;p37"/>
          <p:cNvPicPr preferRelativeResize="0"/>
          <p:nvPr/>
        </p:nvPicPr>
        <p:blipFill>
          <a:blip r:embed="rId4">
            <a:alphaModFix/>
          </a:blip>
          <a:stretch>
            <a:fillRect/>
          </a:stretch>
        </p:blipFill>
        <p:spPr>
          <a:xfrm>
            <a:off x="2847328" y="1727100"/>
            <a:ext cx="3449346" cy="3416400"/>
          </a:xfrm>
          <a:prstGeom prst="rect">
            <a:avLst/>
          </a:prstGeom>
          <a:noFill/>
          <a:ln>
            <a:noFill/>
          </a:ln>
        </p:spPr>
      </p:pic>
      <p:sp>
        <p:nvSpPr>
          <p:cNvPr id="204" name="Google Shape;204;p37"/>
          <p:cNvSpPr/>
          <p:nvPr/>
        </p:nvSpPr>
        <p:spPr>
          <a:xfrm>
            <a:off x="4116650" y="1803925"/>
            <a:ext cx="490200" cy="3339600"/>
          </a:xfrm>
          <a:prstGeom prst="roundRect">
            <a:avLst>
              <a:gd name="adj" fmla="val 16667"/>
            </a:avLst>
          </a:prstGeom>
          <a:noFill/>
          <a:ln w="38100" cap="flat" cmpd="sng">
            <a:solidFill>
              <a:srgbClr val="99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05" name="Google Shape;205;p37"/>
          <p:cNvSpPr/>
          <p:nvPr/>
        </p:nvSpPr>
        <p:spPr>
          <a:xfrm>
            <a:off x="5258875" y="1803925"/>
            <a:ext cx="490200" cy="3339600"/>
          </a:xfrm>
          <a:prstGeom prst="roundRect">
            <a:avLst>
              <a:gd name="adj" fmla="val 16667"/>
            </a:avLst>
          </a:prstGeom>
          <a:noFill/>
          <a:ln w="38100" cap="flat" cmpd="sng">
            <a:solidFill>
              <a:srgbClr val="99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16"/>
        <p:cNvGrpSpPr/>
        <p:nvPr/>
      </p:nvGrpSpPr>
      <p:grpSpPr>
        <a:xfrm>
          <a:off x="0" y="0"/>
          <a:ext cx="0" cy="0"/>
          <a:chOff x="0" y="0"/>
          <a:chExt cx="0" cy="0"/>
        </a:xfrm>
      </p:grpSpPr>
      <p:sp>
        <p:nvSpPr>
          <p:cNvPr id="217" name="Google Shape;217;p39"/>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b="1">
                <a:latin typeface="Montserrat"/>
                <a:ea typeface="Montserrat"/>
                <a:cs typeface="Montserrat"/>
                <a:sym typeface="Montserrat"/>
              </a:rPr>
              <a:t>What is NLP?</a:t>
            </a:r>
            <a:endParaRPr b="1">
              <a:latin typeface="Montserrat"/>
              <a:ea typeface="Montserrat"/>
              <a:cs typeface="Montserrat"/>
              <a:sym typeface="Montserrat"/>
            </a:endParaRPr>
          </a:p>
        </p:txBody>
      </p:sp>
      <p:sp>
        <p:nvSpPr>
          <p:cNvPr id="218" name="Google Shape;218;p39"/>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p>
            <a:pPr marL="0" lvl="0" indent="0" algn="ctr" rtl="0">
              <a:spcBef>
                <a:spcPts val="0"/>
              </a:spcBef>
              <a:spcAft>
                <a:spcPts val="0"/>
              </a:spcAft>
              <a:buNone/>
            </a:pPr>
            <a:endParaRPr/>
          </a:p>
        </p:txBody>
      </p:sp>
      <p:pic>
        <p:nvPicPr>
          <p:cNvPr id="219" name="Google Shape;219;p39"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24"/>
        <p:cNvGrpSpPr/>
        <p:nvPr/>
      </p:nvGrpSpPr>
      <p:grpSpPr>
        <a:xfrm>
          <a:off x="0" y="0"/>
          <a:ext cx="0" cy="0"/>
          <a:chOff x="0" y="0"/>
          <a:chExt cx="0" cy="0"/>
        </a:xfrm>
      </p:grpSpPr>
      <p:sp>
        <p:nvSpPr>
          <p:cNvPr id="225" name="Google Shape;225;p40"/>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Montserrat"/>
                <a:ea typeface="Montserrat"/>
                <a:cs typeface="Montserrat"/>
                <a:sym typeface="Montserrat"/>
              </a:rPr>
              <a:t>What is NLP?</a:t>
            </a:r>
            <a:endParaRPr>
              <a:latin typeface="Montserrat"/>
              <a:ea typeface="Montserrat"/>
              <a:cs typeface="Montserrat"/>
              <a:sym typeface="Montserrat"/>
            </a:endParaRPr>
          </a:p>
        </p:txBody>
      </p:sp>
      <p:sp>
        <p:nvSpPr>
          <p:cNvPr id="226" name="Google Shape;226;p40"/>
          <p:cNvSpPr txBox="1">
            <a:spLocks noGrp="1"/>
          </p:cNvSpPr>
          <p:nvPr>
            <p:ph type="body" idx="1"/>
          </p:nvPr>
        </p:nvSpPr>
        <p:spPr>
          <a:xfrm>
            <a:off x="311700" y="1152475"/>
            <a:ext cx="8832300" cy="3648900"/>
          </a:xfrm>
          <a:prstGeom prst="rect">
            <a:avLst/>
          </a:prstGeom>
        </p:spPr>
        <p:txBody>
          <a:bodyPr spcFirstLastPara="1" wrap="square" lIns="91425" tIns="91425" rIns="91425" bIns="91425" anchor="t" anchorCtr="0">
            <a:noAutofit/>
          </a:bodyPr>
          <a:lstStyle/>
          <a:p>
            <a:pPr marL="457200" marR="0" lvl="0"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According to wikipedia, </a:t>
            </a:r>
            <a:br>
              <a:rPr lang="en" sz="2900">
                <a:solidFill>
                  <a:srgbClr val="434343"/>
                </a:solidFill>
                <a:latin typeface="Montserrat"/>
                <a:ea typeface="Montserrat"/>
                <a:cs typeface="Montserrat"/>
                <a:sym typeface="Montserrat"/>
              </a:rPr>
            </a:br>
            <a:r>
              <a:rPr lang="en" sz="2900">
                <a:solidFill>
                  <a:srgbClr val="434343"/>
                </a:solidFill>
                <a:latin typeface="Montserrat"/>
                <a:ea typeface="Montserrat"/>
                <a:cs typeface="Montserrat"/>
                <a:sym typeface="Montserrat"/>
              </a:rPr>
              <a:t>"</a:t>
            </a:r>
            <a:r>
              <a:rPr lang="en" sz="2900" b="1">
                <a:solidFill>
                  <a:srgbClr val="434343"/>
                </a:solidFill>
                <a:latin typeface="Montserrat"/>
                <a:ea typeface="Montserrat"/>
                <a:cs typeface="Montserrat"/>
                <a:sym typeface="Montserrat"/>
              </a:rPr>
              <a:t>Natural language processing (NLP)</a:t>
            </a:r>
            <a:r>
              <a:rPr lang="en" sz="2900">
                <a:solidFill>
                  <a:srgbClr val="434343"/>
                </a:solidFill>
                <a:latin typeface="Montserrat"/>
                <a:ea typeface="Montserrat"/>
                <a:cs typeface="Montserrat"/>
                <a:sym typeface="Montserrat"/>
              </a:rPr>
              <a:t> is </a:t>
            </a:r>
            <a:br>
              <a:rPr lang="en" sz="2900">
                <a:solidFill>
                  <a:srgbClr val="434343"/>
                </a:solidFill>
                <a:latin typeface="Montserrat"/>
                <a:ea typeface="Montserrat"/>
                <a:cs typeface="Montserrat"/>
                <a:sym typeface="Montserrat"/>
              </a:rPr>
            </a:br>
            <a:r>
              <a:rPr lang="en" sz="2900">
                <a:solidFill>
                  <a:srgbClr val="434343"/>
                </a:solidFill>
                <a:latin typeface="Montserrat"/>
                <a:ea typeface="Montserrat"/>
                <a:cs typeface="Montserrat"/>
                <a:sym typeface="Montserrat"/>
              </a:rPr>
              <a:t>an area of computer science and artificial intelligence concerned with the interactions between computers and human (natural) languages, in particular how to program computers to process and analyze large amounts of natural language data.</a:t>
            </a:r>
            <a:endParaRPr sz="2900">
              <a:solidFill>
                <a:srgbClr val="434343"/>
              </a:solidFill>
              <a:latin typeface="Montserrat"/>
              <a:ea typeface="Montserrat"/>
              <a:cs typeface="Montserrat"/>
              <a:sym typeface="Montserrat"/>
            </a:endParaRPr>
          </a:p>
        </p:txBody>
      </p:sp>
      <p:pic>
        <p:nvPicPr>
          <p:cNvPr id="227" name="Google Shape;227;p40"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
        <p:nvSpPr>
          <p:cNvPr id="229" name="Google Shape;229;p40"/>
          <p:cNvSpPr txBox="1"/>
          <p:nvPr/>
        </p:nvSpPr>
        <p:spPr>
          <a:xfrm>
            <a:off x="3391200" y="4801438"/>
            <a:ext cx="5752800" cy="3420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a:t>Source: </a:t>
            </a:r>
            <a:r>
              <a:rPr lang="en" u="sng">
                <a:solidFill>
                  <a:schemeClr val="hlink"/>
                </a:solidFill>
                <a:hlinkClick r:id="rId4"/>
              </a:rPr>
              <a:t>https://en.wikipedia.org/wiki/Natural_language_processing</a:t>
            </a:r>
            <a:r>
              <a:rPr lang="en"/>
              <a:t>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3"/>
        <p:cNvGrpSpPr/>
        <p:nvPr/>
      </p:nvGrpSpPr>
      <p:grpSpPr>
        <a:xfrm>
          <a:off x="0" y="0"/>
          <a:ext cx="0" cy="0"/>
          <a:chOff x="0" y="0"/>
          <a:chExt cx="0" cy="0"/>
        </a:xfrm>
      </p:grpSpPr>
      <p:sp>
        <p:nvSpPr>
          <p:cNvPr id="234" name="Google Shape;234;p41"/>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Montserrat"/>
                <a:ea typeface="Montserrat"/>
                <a:cs typeface="Montserrat"/>
                <a:sym typeface="Montserrat"/>
              </a:rPr>
              <a:t>Natural Language Processing</a:t>
            </a:r>
            <a:endParaRPr dirty="0">
              <a:latin typeface="Montserrat"/>
              <a:ea typeface="Montserrat"/>
              <a:cs typeface="Montserrat"/>
              <a:sym typeface="Montserrat"/>
            </a:endParaRPr>
          </a:p>
        </p:txBody>
      </p:sp>
      <p:sp>
        <p:nvSpPr>
          <p:cNvPr id="235" name="Google Shape;235;p41"/>
          <p:cNvSpPr txBox="1">
            <a:spLocks noGrp="1"/>
          </p:cNvSpPr>
          <p:nvPr>
            <p:ph type="body" idx="1"/>
          </p:nvPr>
        </p:nvSpPr>
        <p:spPr>
          <a:xfrm>
            <a:off x="311700" y="1152475"/>
            <a:ext cx="8684100" cy="3416400"/>
          </a:xfrm>
          <a:prstGeom prst="rect">
            <a:avLst/>
          </a:prstGeom>
        </p:spPr>
        <p:txBody>
          <a:bodyPr spcFirstLastPara="1" wrap="square" lIns="91425" tIns="91425" rIns="91425" bIns="91425" anchor="t" anchorCtr="0">
            <a:noAutofit/>
          </a:bodyPr>
          <a:lstStyle/>
          <a:p>
            <a:pPr marL="457200" marR="0" lvl="0"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Often when performing analysis, lots of data is numerical, such as sales numbers, physical measurements, quantifiable categories.</a:t>
            </a:r>
            <a:endParaRPr sz="2900">
              <a:solidFill>
                <a:srgbClr val="434343"/>
              </a:solidFill>
              <a:latin typeface="Montserrat"/>
              <a:ea typeface="Montserrat"/>
              <a:cs typeface="Montserrat"/>
              <a:sym typeface="Montserrat"/>
            </a:endParaRPr>
          </a:p>
          <a:p>
            <a:pPr marL="457200" marR="0" lvl="0"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Computers are very good at handling direct numerical information.</a:t>
            </a:r>
            <a:endParaRPr sz="2900">
              <a:solidFill>
                <a:srgbClr val="434343"/>
              </a:solidFill>
              <a:latin typeface="Montserrat"/>
              <a:ea typeface="Montserrat"/>
              <a:cs typeface="Montserrat"/>
              <a:sym typeface="Montserrat"/>
            </a:endParaRPr>
          </a:p>
          <a:p>
            <a:pPr marL="457200" marR="0" lvl="0"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But what do we do about </a:t>
            </a:r>
            <a:r>
              <a:rPr lang="en" sz="2900" b="1">
                <a:solidFill>
                  <a:srgbClr val="434343"/>
                </a:solidFill>
                <a:latin typeface="Montserrat"/>
                <a:ea typeface="Montserrat"/>
                <a:cs typeface="Montserrat"/>
                <a:sym typeface="Montserrat"/>
              </a:rPr>
              <a:t>text data?</a:t>
            </a:r>
            <a:endParaRPr sz="2900">
              <a:solidFill>
                <a:srgbClr val="434343"/>
              </a:solidFill>
              <a:latin typeface="Montserrat"/>
              <a:ea typeface="Montserrat"/>
              <a:cs typeface="Montserrat"/>
              <a:sym typeface="Montserrat"/>
            </a:endParaRPr>
          </a:p>
        </p:txBody>
      </p:sp>
      <p:pic>
        <p:nvPicPr>
          <p:cNvPr id="236" name="Google Shape;236;p41"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42"/>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Montserrat"/>
                <a:ea typeface="Montserrat"/>
                <a:cs typeface="Montserrat"/>
                <a:sym typeface="Montserrat"/>
              </a:rPr>
              <a:t>Natural Language Processing</a:t>
            </a:r>
            <a:endParaRPr dirty="0">
              <a:latin typeface="Montserrat"/>
              <a:ea typeface="Montserrat"/>
              <a:cs typeface="Montserrat"/>
              <a:sym typeface="Montserrat"/>
            </a:endParaRPr>
          </a:p>
        </p:txBody>
      </p:sp>
      <p:sp>
        <p:nvSpPr>
          <p:cNvPr id="243" name="Google Shape;243;p42"/>
          <p:cNvSpPr txBox="1">
            <a:spLocks noGrp="1"/>
          </p:cNvSpPr>
          <p:nvPr>
            <p:ph type="body" idx="1"/>
          </p:nvPr>
        </p:nvSpPr>
        <p:spPr>
          <a:xfrm>
            <a:off x="311700" y="1152475"/>
            <a:ext cx="8684100" cy="3416400"/>
          </a:xfrm>
          <a:prstGeom prst="rect">
            <a:avLst/>
          </a:prstGeom>
        </p:spPr>
        <p:txBody>
          <a:bodyPr spcFirstLastPara="1" wrap="square" lIns="91425" tIns="91425" rIns="91425" bIns="91425" anchor="t" anchorCtr="0">
            <a:noAutofit/>
          </a:bodyPr>
          <a:lstStyle/>
          <a:p>
            <a:pPr marL="457200" marR="0" lvl="0"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As humans we can tell there is a plethora of information inside of text documents.</a:t>
            </a:r>
            <a:endParaRPr sz="2900">
              <a:solidFill>
                <a:srgbClr val="434343"/>
              </a:solidFill>
              <a:latin typeface="Montserrat"/>
              <a:ea typeface="Montserrat"/>
              <a:cs typeface="Montserrat"/>
              <a:sym typeface="Montserrat"/>
            </a:endParaRPr>
          </a:p>
          <a:p>
            <a:pPr marL="457200" marR="0" lvl="0"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But a computer needs specialized processing techniques in order to “understand” raw text data.</a:t>
            </a:r>
            <a:endParaRPr sz="2900">
              <a:solidFill>
                <a:srgbClr val="434343"/>
              </a:solidFill>
              <a:latin typeface="Montserrat"/>
              <a:ea typeface="Montserrat"/>
              <a:cs typeface="Montserrat"/>
              <a:sym typeface="Montserrat"/>
            </a:endParaRPr>
          </a:p>
          <a:p>
            <a:pPr marL="457200" marR="0" lvl="0"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Text data is highly unstructured and can be in multiple languages! </a:t>
            </a:r>
            <a:endParaRPr sz="2900">
              <a:solidFill>
                <a:srgbClr val="434343"/>
              </a:solidFill>
              <a:latin typeface="Montserrat"/>
              <a:ea typeface="Montserrat"/>
              <a:cs typeface="Montserrat"/>
              <a:sym typeface="Montserrat"/>
            </a:endParaRPr>
          </a:p>
        </p:txBody>
      </p:sp>
      <p:pic>
        <p:nvPicPr>
          <p:cNvPr id="244" name="Google Shape;244;p42"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49"/>
        <p:cNvGrpSpPr/>
        <p:nvPr/>
      </p:nvGrpSpPr>
      <p:grpSpPr>
        <a:xfrm>
          <a:off x="0" y="0"/>
          <a:ext cx="0" cy="0"/>
          <a:chOff x="0" y="0"/>
          <a:chExt cx="0" cy="0"/>
        </a:xfrm>
      </p:grpSpPr>
      <p:sp>
        <p:nvSpPr>
          <p:cNvPr id="250" name="Google Shape;250;p43"/>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Montserrat"/>
                <a:ea typeface="Montserrat"/>
                <a:cs typeface="Montserrat"/>
                <a:sym typeface="Montserrat"/>
              </a:rPr>
              <a:t>Natural Language Processing</a:t>
            </a:r>
            <a:endParaRPr dirty="0">
              <a:latin typeface="Montserrat"/>
              <a:ea typeface="Montserrat"/>
              <a:cs typeface="Montserrat"/>
              <a:sym typeface="Montserrat"/>
            </a:endParaRPr>
          </a:p>
        </p:txBody>
      </p:sp>
      <p:sp>
        <p:nvSpPr>
          <p:cNvPr id="251" name="Google Shape;251;p43"/>
          <p:cNvSpPr txBox="1">
            <a:spLocks noGrp="1"/>
          </p:cNvSpPr>
          <p:nvPr>
            <p:ph type="body" idx="1"/>
          </p:nvPr>
        </p:nvSpPr>
        <p:spPr>
          <a:xfrm>
            <a:off x="311700" y="1152475"/>
            <a:ext cx="8684100" cy="3416400"/>
          </a:xfrm>
          <a:prstGeom prst="rect">
            <a:avLst/>
          </a:prstGeom>
        </p:spPr>
        <p:txBody>
          <a:bodyPr spcFirstLastPara="1" wrap="square" lIns="91425" tIns="91425" rIns="91425" bIns="91425" anchor="t" anchorCtr="0">
            <a:noAutofit/>
          </a:bodyPr>
          <a:lstStyle/>
          <a:p>
            <a:pPr marL="457200" marR="0" lvl="0"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Natural Language Processing attempts to use a variety of techniques in order to create structure out of text data.</a:t>
            </a:r>
            <a:endParaRPr sz="2900">
              <a:solidFill>
                <a:srgbClr val="434343"/>
              </a:solidFill>
              <a:latin typeface="Montserrat"/>
              <a:ea typeface="Montserrat"/>
              <a:cs typeface="Montserrat"/>
              <a:sym typeface="Montserrat"/>
            </a:endParaRPr>
          </a:p>
          <a:p>
            <a:pPr marL="457200" marR="0" lvl="0"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In this section we will be discussing some of these basic techniques, which are built into libraries such as Spacy and NLTK.</a:t>
            </a:r>
            <a:endParaRPr sz="2900">
              <a:solidFill>
                <a:srgbClr val="434343"/>
              </a:solidFill>
              <a:latin typeface="Montserrat"/>
              <a:ea typeface="Montserrat"/>
              <a:cs typeface="Montserrat"/>
              <a:sym typeface="Montserrat"/>
            </a:endParaRPr>
          </a:p>
        </p:txBody>
      </p:sp>
      <p:pic>
        <p:nvPicPr>
          <p:cNvPr id="252" name="Google Shape;252;p43"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44"/>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Montserrat"/>
                <a:ea typeface="Montserrat"/>
                <a:cs typeface="Montserrat"/>
                <a:sym typeface="Montserrat"/>
              </a:rPr>
              <a:t>Natural Language Processing</a:t>
            </a:r>
            <a:endParaRPr dirty="0">
              <a:latin typeface="Montserrat"/>
              <a:ea typeface="Montserrat"/>
              <a:cs typeface="Montserrat"/>
              <a:sym typeface="Montserrat"/>
            </a:endParaRPr>
          </a:p>
        </p:txBody>
      </p:sp>
      <p:sp>
        <p:nvSpPr>
          <p:cNvPr id="259" name="Google Shape;259;p44"/>
          <p:cNvSpPr txBox="1">
            <a:spLocks noGrp="1"/>
          </p:cNvSpPr>
          <p:nvPr>
            <p:ph type="body" idx="1"/>
          </p:nvPr>
        </p:nvSpPr>
        <p:spPr>
          <a:xfrm>
            <a:off x="311700" y="1152475"/>
            <a:ext cx="8684100" cy="3416400"/>
          </a:xfrm>
          <a:prstGeom prst="rect">
            <a:avLst/>
          </a:prstGeom>
        </p:spPr>
        <p:txBody>
          <a:bodyPr spcFirstLastPara="1" wrap="square" lIns="91425" tIns="91425" rIns="91425" bIns="91425" anchor="t" anchorCtr="0">
            <a:noAutofit/>
          </a:bodyPr>
          <a:lstStyle/>
          <a:p>
            <a:pPr marL="457200" marR="0" lvl="0"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Example Use Cases:</a:t>
            </a:r>
            <a:endParaRPr sz="2900">
              <a:solidFill>
                <a:srgbClr val="434343"/>
              </a:solidFill>
              <a:latin typeface="Montserrat"/>
              <a:ea typeface="Montserrat"/>
              <a:cs typeface="Montserrat"/>
              <a:sym typeface="Montserrat"/>
            </a:endParaRPr>
          </a:p>
          <a:p>
            <a:pPr marL="914400" marR="0" lvl="1"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Classifying Emails as Spam vs Legitimate</a:t>
            </a:r>
            <a:endParaRPr sz="2900">
              <a:solidFill>
                <a:srgbClr val="434343"/>
              </a:solidFill>
              <a:latin typeface="Montserrat"/>
              <a:ea typeface="Montserrat"/>
              <a:cs typeface="Montserrat"/>
              <a:sym typeface="Montserrat"/>
            </a:endParaRPr>
          </a:p>
          <a:p>
            <a:pPr marL="914400" marR="0" lvl="1"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Sentiment Analysis of Text Movie Reviews</a:t>
            </a:r>
            <a:endParaRPr sz="2900">
              <a:solidFill>
                <a:srgbClr val="434343"/>
              </a:solidFill>
              <a:latin typeface="Montserrat"/>
              <a:ea typeface="Montserrat"/>
              <a:cs typeface="Montserrat"/>
              <a:sym typeface="Montserrat"/>
            </a:endParaRPr>
          </a:p>
          <a:p>
            <a:pPr marL="914400" marR="0" lvl="1"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Analyzing Trends from written customer feedback forms.</a:t>
            </a:r>
            <a:endParaRPr sz="2900">
              <a:solidFill>
                <a:srgbClr val="434343"/>
              </a:solidFill>
              <a:latin typeface="Montserrat"/>
              <a:ea typeface="Montserrat"/>
              <a:cs typeface="Montserrat"/>
              <a:sym typeface="Montserrat"/>
            </a:endParaRPr>
          </a:p>
          <a:p>
            <a:pPr marL="914400" marR="0" lvl="1"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Understanding text commands, “Hey Google, play this song”.</a:t>
            </a:r>
            <a:endParaRPr sz="2900">
              <a:solidFill>
                <a:srgbClr val="434343"/>
              </a:solidFill>
              <a:latin typeface="Montserrat"/>
              <a:ea typeface="Montserrat"/>
              <a:cs typeface="Montserrat"/>
              <a:sym typeface="Montserrat"/>
            </a:endParaRPr>
          </a:p>
        </p:txBody>
      </p:sp>
      <p:pic>
        <p:nvPicPr>
          <p:cNvPr id="260" name="Google Shape;260;p44"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65"/>
        <p:cNvGrpSpPr/>
        <p:nvPr/>
      </p:nvGrpSpPr>
      <p:grpSpPr>
        <a:xfrm>
          <a:off x="0" y="0"/>
          <a:ext cx="0" cy="0"/>
          <a:chOff x="0" y="0"/>
          <a:chExt cx="0" cy="0"/>
        </a:xfrm>
      </p:grpSpPr>
      <p:sp>
        <p:nvSpPr>
          <p:cNvPr id="266" name="Google Shape;266;p45"/>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Montserrat"/>
                <a:ea typeface="Montserrat"/>
                <a:cs typeface="Montserrat"/>
                <a:sym typeface="Montserrat"/>
              </a:rPr>
              <a:t>Natural Language Processing</a:t>
            </a:r>
            <a:endParaRPr dirty="0">
              <a:latin typeface="Montserrat"/>
              <a:ea typeface="Montserrat"/>
              <a:cs typeface="Montserrat"/>
              <a:sym typeface="Montserrat"/>
            </a:endParaRPr>
          </a:p>
        </p:txBody>
      </p:sp>
      <p:sp>
        <p:nvSpPr>
          <p:cNvPr id="267" name="Google Shape;267;p45"/>
          <p:cNvSpPr txBox="1">
            <a:spLocks noGrp="1"/>
          </p:cNvSpPr>
          <p:nvPr>
            <p:ph type="body" idx="1"/>
          </p:nvPr>
        </p:nvSpPr>
        <p:spPr>
          <a:xfrm>
            <a:off x="311700" y="1152475"/>
            <a:ext cx="8684100" cy="3416400"/>
          </a:xfrm>
          <a:prstGeom prst="rect">
            <a:avLst/>
          </a:prstGeom>
        </p:spPr>
        <p:txBody>
          <a:bodyPr spcFirstLastPara="1" wrap="square" lIns="91425" tIns="91425" rIns="91425" bIns="91425" anchor="t" anchorCtr="0">
            <a:noAutofit/>
          </a:bodyPr>
          <a:lstStyle/>
          <a:p>
            <a:pPr marL="457200" marR="0" lvl="0"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Natural Language Processing is constantly evolving and great strides are made every month!</a:t>
            </a:r>
            <a:endParaRPr sz="2900">
              <a:solidFill>
                <a:srgbClr val="434343"/>
              </a:solidFill>
              <a:latin typeface="Montserrat"/>
              <a:ea typeface="Montserrat"/>
              <a:cs typeface="Montserrat"/>
              <a:sym typeface="Montserrat"/>
            </a:endParaRPr>
          </a:p>
          <a:p>
            <a:pPr marL="457200" marR="0" lvl="0"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will focus on fundamental ideas that all state of the art techniques are based off.</a:t>
            </a:r>
            <a:endParaRPr sz="2900">
              <a:solidFill>
                <a:srgbClr val="434343"/>
              </a:solidFill>
              <a:latin typeface="Montserrat"/>
              <a:ea typeface="Montserrat"/>
              <a:cs typeface="Montserrat"/>
              <a:sym typeface="Montserrat"/>
            </a:endParaRPr>
          </a:p>
          <a:p>
            <a:pPr marL="457200" marR="0" lvl="0"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Let’s begin by learning about the basics of using the Spacy library.</a:t>
            </a:r>
            <a:endParaRPr sz="2900">
              <a:solidFill>
                <a:srgbClr val="434343"/>
              </a:solidFill>
              <a:latin typeface="Montserrat"/>
              <a:ea typeface="Montserrat"/>
              <a:cs typeface="Montserrat"/>
              <a:sym typeface="Montserrat"/>
            </a:endParaRPr>
          </a:p>
        </p:txBody>
      </p:sp>
      <p:pic>
        <p:nvPicPr>
          <p:cNvPr id="268" name="Google Shape;268;p45"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46"/>
          <p:cNvSpPr txBox="1">
            <a:spLocks noGrp="1"/>
          </p:cNvSpPr>
          <p:nvPr>
            <p:ph type="ctrTitle"/>
          </p:nvPr>
        </p:nvSpPr>
        <p:spPr>
          <a:xfrm>
            <a:off x="311700" y="1545450"/>
            <a:ext cx="8520600" cy="1404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b="1">
                <a:latin typeface="Montserrat"/>
                <a:ea typeface="Montserrat"/>
                <a:cs typeface="Montserrat"/>
                <a:sym typeface="Montserrat"/>
              </a:rPr>
              <a:t>Spacy Basics</a:t>
            </a:r>
            <a:endParaRPr b="1">
              <a:latin typeface="Montserrat"/>
              <a:ea typeface="Montserrat"/>
              <a:cs typeface="Montserrat"/>
              <a:sym typeface="Montserrat"/>
            </a:endParaRPr>
          </a:p>
        </p:txBody>
      </p:sp>
      <p:pic>
        <p:nvPicPr>
          <p:cNvPr id="275" name="Google Shape;275;p46"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0"/>
        <p:cNvGrpSpPr/>
        <p:nvPr/>
      </p:nvGrpSpPr>
      <p:grpSpPr>
        <a:xfrm>
          <a:off x="0" y="0"/>
          <a:ext cx="0" cy="0"/>
          <a:chOff x="0" y="0"/>
          <a:chExt cx="0" cy="0"/>
        </a:xfrm>
      </p:grpSpPr>
      <p:sp>
        <p:nvSpPr>
          <p:cNvPr id="281" name="Google Shape;281;p47"/>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Montserrat"/>
                <a:ea typeface="Montserrat"/>
                <a:cs typeface="Montserrat"/>
                <a:sym typeface="Montserrat"/>
              </a:rPr>
              <a:t>Natural Language Processing</a:t>
            </a:r>
            <a:endParaRPr dirty="0">
              <a:latin typeface="Montserrat"/>
              <a:ea typeface="Montserrat"/>
              <a:cs typeface="Montserrat"/>
              <a:sym typeface="Montserrat"/>
            </a:endParaRPr>
          </a:p>
        </p:txBody>
      </p:sp>
      <p:sp>
        <p:nvSpPr>
          <p:cNvPr id="282" name="Google Shape;282;p47"/>
          <p:cNvSpPr txBox="1">
            <a:spLocks noGrp="1"/>
          </p:cNvSpPr>
          <p:nvPr>
            <p:ph type="body" idx="1"/>
          </p:nvPr>
        </p:nvSpPr>
        <p:spPr>
          <a:xfrm>
            <a:off x="311700" y="1152475"/>
            <a:ext cx="8684100" cy="3416400"/>
          </a:xfrm>
          <a:prstGeom prst="rect">
            <a:avLst/>
          </a:prstGeom>
        </p:spPr>
        <p:txBody>
          <a:bodyPr spcFirstLastPara="1" wrap="square" lIns="91425" tIns="91425" rIns="91425" bIns="91425" anchor="t" anchorCtr="0">
            <a:noAutofit/>
          </a:bodyPr>
          <a:lstStyle/>
          <a:p>
            <a:pPr marL="457200" marR="0" lvl="0" indent="-412750" algn="l" rtl="0">
              <a:lnSpc>
                <a:spcPct val="100000"/>
              </a:lnSpc>
              <a:spcBef>
                <a:spcPts val="0"/>
              </a:spcBef>
              <a:spcAft>
                <a:spcPts val="0"/>
              </a:spcAft>
              <a:buClr>
                <a:srgbClr val="434343"/>
              </a:buClr>
              <a:buSzPts val="2900"/>
              <a:buFont typeface="Montserrat"/>
              <a:buChar char="●"/>
            </a:pPr>
            <a:r>
              <a:rPr lang="en" sz="2900" dirty="0">
                <a:solidFill>
                  <a:srgbClr val="434343"/>
                </a:solidFill>
                <a:latin typeface="Montserrat"/>
                <a:ea typeface="Montserrat"/>
                <a:cs typeface="Montserrat"/>
                <a:sym typeface="Montserrat"/>
              </a:rPr>
              <a:t>There are a few keys steps for working with Spacy :</a:t>
            </a:r>
            <a:endParaRPr sz="2900" dirty="0">
              <a:solidFill>
                <a:srgbClr val="434343"/>
              </a:solidFill>
              <a:latin typeface="Montserrat"/>
              <a:ea typeface="Montserrat"/>
              <a:cs typeface="Montserrat"/>
              <a:sym typeface="Montserrat"/>
            </a:endParaRPr>
          </a:p>
          <a:p>
            <a:pPr marL="914400" marR="0" lvl="1" indent="-412750" algn="l" rtl="0">
              <a:lnSpc>
                <a:spcPct val="100000"/>
              </a:lnSpc>
              <a:spcBef>
                <a:spcPts val="0"/>
              </a:spcBef>
              <a:spcAft>
                <a:spcPts val="0"/>
              </a:spcAft>
              <a:buClr>
                <a:srgbClr val="434343"/>
              </a:buClr>
              <a:buSzPts val="2900"/>
              <a:buFont typeface="Montserrat"/>
              <a:buChar char="○"/>
            </a:pPr>
            <a:r>
              <a:rPr lang="en" sz="2900" dirty="0">
                <a:solidFill>
                  <a:srgbClr val="434343"/>
                </a:solidFill>
                <a:latin typeface="Montserrat"/>
                <a:ea typeface="Montserrat"/>
                <a:cs typeface="Montserrat"/>
                <a:sym typeface="Montserrat"/>
              </a:rPr>
              <a:t>Loading the Language Library </a:t>
            </a:r>
            <a:endParaRPr sz="2900" dirty="0">
              <a:solidFill>
                <a:srgbClr val="434343"/>
              </a:solidFill>
              <a:latin typeface="Montserrat"/>
              <a:ea typeface="Montserrat"/>
              <a:cs typeface="Montserrat"/>
              <a:sym typeface="Montserrat"/>
            </a:endParaRPr>
          </a:p>
          <a:p>
            <a:pPr marL="914400" marR="0" lvl="1" indent="-412750" algn="l" rtl="0">
              <a:lnSpc>
                <a:spcPct val="100000"/>
              </a:lnSpc>
              <a:spcBef>
                <a:spcPts val="0"/>
              </a:spcBef>
              <a:spcAft>
                <a:spcPts val="0"/>
              </a:spcAft>
              <a:buClr>
                <a:srgbClr val="434343"/>
              </a:buClr>
              <a:buSzPts val="2900"/>
              <a:buFont typeface="Montserrat"/>
              <a:buChar char="○"/>
            </a:pPr>
            <a:r>
              <a:rPr lang="en" sz="2900" dirty="0">
                <a:solidFill>
                  <a:srgbClr val="434343"/>
                </a:solidFill>
                <a:latin typeface="Montserrat"/>
                <a:ea typeface="Montserrat"/>
                <a:cs typeface="Montserrat"/>
                <a:sym typeface="Montserrat"/>
              </a:rPr>
              <a:t>Building a Pipeline Object</a:t>
            </a:r>
            <a:endParaRPr sz="2900" dirty="0">
              <a:solidFill>
                <a:srgbClr val="434343"/>
              </a:solidFill>
              <a:latin typeface="Montserrat"/>
              <a:ea typeface="Montserrat"/>
              <a:cs typeface="Montserrat"/>
              <a:sym typeface="Montserrat"/>
            </a:endParaRPr>
          </a:p>
          <a:p>
            <a:pPr marL="914400" marR="0" lvl="1" indent="-412750" algn="l" rtl="0">
              <a:lnSpc>
                <a:spcPct val="100000"/>
              </a:lnSpc>
              <a:spcBef>
                <a:spcPts val="0"/>
              </a:spcBef>
              <a:spcAft>
                <a:spcPts val="0"/>
              </a:spcAft>
              <a:buClr>
                <a:srgbClr val="434343"/>
              </a:buClr>
              <a:buSzPts val="2900"/>
              <a:buFont typeface="Montserrat"/>
              <a:buChar char="○"/>
            </a:pPr>
            <a:r>
              <a:rPr lang="en" sz="2900" dirty="0">
                <a:solidFill>
                  <a:srgbClr val="434343"/>
                </a:solidFill>
                <a:latin typeface="Montserrat"/>
                <a:ea typeface="Montserrat"/>
                <a:cs typeface="Montserrat"/>
                <a:sym typeface="Montserrat"/>
              </a:rPr>
              <a:t>Using Tokens</a:t>
            </a:r>
            <a:endParaRPr sz="2900" dirty="0">
              <a:solidFill>
                <a:srgbClr val="434343"/>
              </a:solidFill>
              <a:latin typeface="Montserrat"/>
              <a:ea typeface="Montserrat"/>
              <a:cs typeface="Montserrat"/>
              <a:sym typeface="Montserrat"/>
            </a:endParaRPr>
          </a:p>
          <a:p>
            <a:pPr marL="914400" marR="0" lvl="1" indent="-412750" algn="l" rtl="0">
              <a:lnSpc>
                <a:spcPct val="100000"/>
              </a:lnSpc>
              <a:spcBef>
                <a:spcPts val="0"/>
              </a:spcBef>
              <a:spcAft>
                <a:spcPts val="0"/>
              </a:spcAft>
              <a:buClr>
                <a:srgbClr val="434343"/>
              </a:buClr>
              <a:buSzPts val="2900"/>
              <a:buFont typeface="Montserrat"/>
              <a:buChar char="○"/>
            </a:pPr>
            <a:r>
              <a:rPr lang="en" sz="2900" dirty="0">
                <a:solidFill>
                  <a:srgbClr val="434343"/>
                </a:solidFill>
                <a:latin typeface="Montserrat"/>
                <a:ea typeface="Montserrat"/>
                <a:cs typeface="Montserrat"/>
                <a:sym typeface="Montserrat"/>
              </a:rPr>
              <a:t>Parts-of-Speech Tagging</a:t>
            </a:r>
            <a:endParaRPr sz="2900" dirty="0">
              <a:solidFill>
                <a:srgbClr val="434343"/>
              </a:solidFill>
              <a:latin typeface="Montserrat"/>
              <a:ea typeface="Montserrat"/>
              <a:cs typeface="Montserrat"/>
              <a:sym typeface="Montserrat"/>
            </a:endParaRPr>
          </a:p>
          <a:p>
            <a:pPr marL="914400" marR="0" lvl="1" indent="-412750" algn="l" rtl="0">
              <a:lnSpc>
                <a:spcPct val="100000"/>
              </a:lnSpc>
              <a:spcBef>
                <a:spcPts val="0"/>
              </a:spcBef>
              <a:spcAft>
                <a:spcPts val="0"/>
              </a:spcAft>
              <a:buClr>
                <a:srgbClr val="434343"/>
              </a:buClr>
              <a:buSzPts val="2900"/>
              <a:buFont typeface="Montserrat"/>
              <a:buChar char="○"/>
            </a:pPr>
            <a:r>
              <a:rPr lang="en" sz="2900" dirty="0">
                <a:solidFill>
                  <a:srgbClr val="434343"/>
                </a:solidFill>
                <a:latin typeface="Montserrat"/>
                <a:ea typeface="Montserrat"/>
                <a:cs typeface="Montserrat"/>
                <a:sym typeface="Montserrat"/>
              </a:rPr>
              <a:t>Understanding Token Attributes</a:t>
            </a:r>
            <a:endParaRPr sz="2900" dirty="0">
              <a:solidFill>
                <a:srgbClr val="434343"/>
              </a:solidFill>
              <a:latin typeface="Montserrat"/>
              <a:ea typeface="Montserrat"/>
              <a:cs typeface="Montserrat"/>
              <a:sym typeface="Montserrat"/>
            </a:endParaRPr>
          </a:p>
        </p:txBody>
      </p:sp>
      <p:pic>
        <p:nvPicPr>
          <p:cNvPr id="283" name="Google Shape;283;p47"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48"/>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dirty="0">
                <a:latin typeface="Montserrat"/>
                <a:ea typeface="Montserrat"/>
                <a:cs typeface="Montserrat"/>
                <a:sym typeface="Montserrat"/>
              </a:rPr>
              <a:t>Natural Language Processing</a:t>
            </a:r>
            <a:endParaRPr dirty="0">
              <a:latin typeface="Montserrat"/>
              <a:ea typeface="Montserrat"/>
              <a:cs typeface="Montserrat"/>
              <a:sym typeface="Montserrat"/>
            </a:endParaRPr>
          </a:p>
        </p:txBody>
      </p:sp>
      <p:sp>
        <p:nvSpPr>
          <p:cNvPr id="290" name="Google Shape;290;p48"/>
          <p:cNvSpPr txBox="1">
            <a:spLocks noGrp="1"/>
          </p:cNvSpPr>
          <p:nvPr>
            <p:ph type="body" idx="1"/>
          </p:nvPr>
        </p:nvSpPr>
        <p:spPr>
          <a:xfrm>
            <a:off x="311700" y="1152475"/>
            <a:ext cx="8684100" cy="3416400"/>
          </a:xfrm>
          <a:prstGeom prst="rect">
            <a:avLst/>
          </a:prstGeom>
        </p:spPr>
        <p:txBody>
          <a:bodyPr spcFirstLastPara="1" wrap="square" lIns="91425" tIns="91425" rIns="91425" bIns="91425" anchor="t" anchorCtr="0">
            <a:noAutofit/>
          </a:bodyPr>
          <a:lstStyle/>
          <a:p>
            <a:pPr marL="457200" marR="0" lvl="0" indent="-412750" algn="l" rtl="0">
              <a:lnSpc>
                <a:spcPct val="100000"/>
              </a:lnSpc>
              <a:spcBef>
                <a:spcPts val="0"/>
              </a:spcBef>
              <a:spcAft>
                <a:spcPts val="0"/>
              </a:spcAft>
              <a:buClr>
                <a:srgbClr val="434343"/>
              </a:buClr>
              <a:buSzPts val="2900"/>
              <a:buFont typeface="Montserrat"/>
              <a:buChar char="●"/>
            </a:pPr>
            <a:r>
              <a:rPr lang="en" sz="2900" dirty="0">
                <a:solidFill>
                  <a:srgbClr val="434343"/>
                </a:solidFill>
                <a:latin typeface="Montserrat"/>
                <a:ea typeface="Montserrat"/>
                <a:cs typeface="Montserrat"/>
                <a:sym typeface="Montserrat"/>
              </a:rPr>
              <a:t>Spacy works with a Pipeline object</a:t>
            </a:r>
            <a:endParaRPr sz="2900" dirty="0">
              <a:solidFill>
                <a:srgbClr val="434343"/>
              </a:solidFill>
              <a:latin typeface="Montserrat"/>
              <a:ea typeface="Montserrat"/>
              <a:cs typeface="Montserrat"/>
              <a:sym typeface="Montserrat"/>
            </a:endParaRPr>
          </a:p>
        </p:txBody>
      </p:sp>
      <p:pic>
        <p:nvPicPr>
          <p:cNvPr id="291" name="Google Shape;291;p48"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pic>
        <p:nvPicPr>
          <p:cNvPr id="293" name="Google Shape;293;p48"/>
          <p:cNvPicPr preferRelativeResize="0"/>
          <p:nvPr/>
        </p:nvPicPr>
        <p:blipFill>
          <a:blip r:embed="rId4">
            <a:alphaModFix/>
          </a:blip>
          <a:stretch>
            <a:fillRect/>
          </a:stretch>
        </p:blipFill>
        <p:spPr>
          <a:xfrm>
            <a:off x="229950" y="3142050"/>
            <a:ext cx="8684099" cy="1494644"/>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49"/>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Montserrat"/>
                <a:ea typeface="Montserrat"/>
                <a:cs typeface="Montserrat"/>
                <a:sym typeface="Montserrat"/>
              </a:rPr>
              <a:t>Natural Language Processing Bootcamp</a:t>
            </a:r>
            <a:endParaRPr>
              <a:latin typeface="Montserrat"/>
              <a:ea typeface="Montserrat"/>
              <a:cs typeface="Montserrat"/>
              <a:sym typeface="Montserrat"/>
            </a:endParaRPr>
          </a:p>
        </p:txBody>
      </p:sp>
      <p:sp>
        <p:nvSpPr>
          <p:cNvPr id="299" name="Google Shape;299;p49"/>
          <p:cNvSpPr txBox="1">
            <a:spLocks noGrp="1"/>
          </p:cNvSpPr>
          <p:nvPr>
            <p:ph type="body" idx="1"/>
          </p:nvPr>
        </p:nvSpPr>
        <p:spPr>
          <a:xfrm>
            <a:off x="311700" y="1152475"/>
            <a:ext cx="8684100" cy="3416400"/>
          </a:xfrm>
          <a:prstGeom prst="rect">
            <a:avLst/>
          </a:prstGeom>
        </p:spPr>
        <p:txBody>
          <a:bodyPr spcFirstLastPara="1" wrap="square" lIns="91425" tIns="91425" rIns="91425" bIns="91425" anchor="t" anchorCtr="0">
            <a:noAutofit/>
          </a:bodyPr>
          <a:lstStyle/>
          <a:p>
            <a:pPr marL="457200" marR="0" lvl="0" indent="-412750" algn="l" rtl="0">
              <a:lnSpc>
                <a:spcPct val="100000"/>
              </a:lnSpc>
              <a:spcBef>
                <a:spcPts val="0"/>
              </a:spcBef>
              <a:spcAft>
                <a:spcPts val="0"/>
              </a:spcAft>
              <a:buClr>
                <a:srgbClr val="434343"/>
              </a:buClr>
              <a:buSzPts val="2900"/>
              <a:buFont typeface="Montserrat"/>
              <a:buChar char="●"/>
            </a:pPr>
            <a:r>
              <a:rPr lang="en" sz="2900" dirty="0">
                <a:solidFill>
                  <a:srgbClr val="434343"/>
                </a:solidFill>
                <a:latin typeface="Montserrat"/>
                <a:ea typeface="Montserrat"/>
                <a:cs typeface="Montserrat"/>
                <a:sym typeface="Montserrat"/>
              </a:rPr>
              <a:t>The </a:t>
            </a:r>
            <a:r>
              <a:rPr lang="en" sz="2900" b="1" dirty="0">
                <a:solidFill>
                  <a:srgbClr val="434343"/>
                </a:solidFill>
                <a:latin typeface="Montserrat"/>
                <a:ea typeface="Montserrat"/>
                <a:cs typeface="Montserrat"/>
                <a:sym typeface="Montserrat"/>
              </a:rPr>
              <a:t>nlp()</a:t>
            </a:r>
            <a:r>
              <a:rPr lang="en" sz="2900" dirty="0">
                <a:solidFill>
                  <a:srgbClr val="434343"/>
                </a:solidFill>
                <a:latin typeface="Montserrat"/>
                <a:ea typeface="Montserrat"/>
                <a:cs typeface="Montserrat"/>
                <a:sym typeface="Montserrat"/>
              </a:rPr>
              <a:t> function from Spacy automatically takes raw text and performs a series of operations to tag, parse, and describe the text data.</a:t>
            </a:r>
            <a:endParaRPr sz="2900" dirty="0">
              <a:solidFill>
                <a:srgbClr val="434343"/>
              </a:solidFill>
              <a:latin typeface="Montserrat"/>
              <a:ea typeface="Montserrat"/>
              <a:cs typeface="Montserrat"/>
              <a:sym typeface="Montserrat"/>
            </a:endParaRPr>
          </a:p>
        </p:txBody>
      </p:sp>
      <p:pic>
        <p:nvPicPr>
          <p:cNvPr id="300" name="Google Shape;300;p49"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pic>
        <p:nvPicPr>
          <p:cNvPr id="302" name="Google Shape;302;p49"/>
          <p:cNvPicPr preferRelativeResize="0"/>
          <p:nvPr/>
        </p:nvPicPr>
        <p:blipFill>
          <a:blip r:embed="rId4">
            <a:alphaModFix/>
          </a:blip>
          <a:stretch>
            <a:fillRect/>
          </a:stretch>
        </p:blipFill>
        <p:spPr>
          <a:xfrm>
            <a:off x="229950" y="3074225"/>
            <a:ext cx="8684099" cy="1494644"/>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314"/>
        <p:cNvGrpSpPr/>
        <p:nvPr/>
      </p:nvGrpSpPr>
      <p:grpSpPr>
        <a:xfrm>
          <a:off x="0" y="0"/>
          <a:ext cx="0" cy="0"/>
          <a:chOff x="0" y="0"/>
          <a:chExt cx="0" cy="0"/>
        </a:xfrm>
      </p:grpSpPr>
      <p:sp>
        <p:nvSpPr>
          <p:cNvPr id="315" name="Google Shape;315;p51"/>
          <p:cNvSpPr txBox="1">
            <a:spLocks noGrp="1"/>
          </p:cNvSpPr>
          <p:nvPr>
            <p:ph type="ctrTitle"/>
          </p:nvPr>
        </p:nvSpPr>
        <p:spPr>
          <a:xfrm>
            <a:off x="311700" y="1545450"/>
            <a:ext cx="8520600" cy="1404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b="1">
                <a:latin typeface="Montserrat"/>
                <a:ea typeface="Montserrat"/>
                <a:cs typeface="Montserrat"/>
                <a:sym typeface="Montserrat"/>
              </a:rPr>
              <a:t>Tokenization</a:t>
            </a:r>
            <a:endParaRPr b="1">
              <a:latin typeface="Montserrat"/>
              <a:ea typeface="Montserrat"/>
              <a:cs typeface="Montserrat"/>
              <a:sym typeface="Montserrat"/>
            </a:endParaRPr>
          </a:p>
        </p:txBody>
      </p:sp>
      <p:pic>
        <p:nvPicPr>
          <p:cNvPr id="316" name="Google Shape;316;p51"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1"/>
        <p:cNvGrpSpPr/>
        <p:nvPr/>
      </p:nvGrpSpPr>
      <p:grpSpPr>
        <a:xfrm>
          <a:off x="0" y="0"/>
          <a:ext cx="0" cy="0"/>
          <a:chOff x="0" y="0"/>
          <a:chExt cx="0" cy="0"/>
        </a:xfrm>
      </p:grpSpPr>
      <p:sp>
        <p:nvSpPr>
          <p:cNvPr id="322" name="Google Shape;322;p52"/>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Montserrat"/>
                <a:ea typeface="Montserrat"/>
                <a:cs typeface="Montserrat"/>
                <a:sym typeface="Montserrat"/>
              </a:rPr>
              <a:t>Natural Language Processing Bootcamp</a:t>
            </a:r>
            <a:endParaRPr>
              <a:latin typeface="Montserrat"/>
              <a:ea typeface="Montserrat"/>
              <a:cs typeface="Montserrat"/>
              <a:sym typeface="Montserrat"/>
            </a:endParaRPr>
          </a:p>
        </p:txBody>
      </p:sp>
      <p:sp>
        <p:nvSpPr>
          <p:cNvPr id="323" name="Google Shape;323;p52"/>
          <p:cNvSpPr txBox="1">
            <a:spLocks noGrp="1"/>
          </p:cNvSpPr>
          <p:nvPr>
            <p:ph type="body" idx="1"/>
          </p:nvPr>
        </p:nvSpPr>
        <p:spPr>
          <a:xfrm>
            <a:off x="311700" y="1152475"/>
            <a:ext cx="8684100" cy="3416400"/>
          </a:xfrm>
          <a:prstGeom prst="rect">
            <a:avLst/>
          </a:prstGeom>
        </p:spPr>
        <p:txBody>
          <a:bodyPr spcFirstLastPara="1" wrap="square" lIns="91425" tIns="91425" rIns="91425" bIns="91425" anchor="t" anchorCtr="0">
            <a:noAutofit/>
          </a:bodyPr>
          <a:lstStyle/>
          <a:p>
            <a:pPr marL="457200" marR="0" lvl="0" indent="-412750" algn="l" rtl="0">
              <a:lnSpc>
                <a:spcPct val="100000"/>
              </a:lnSpc>
              <a:spcBef>
                <a:spcPts val="0"/>
              </a:spcBef>
              <a:spcAft>
                <a:spcPts val="0"/>
              </a:spcAft>
              <a:buClr>
                <a:srgbClr val="434343"/>
              </a:buClr>
              <a:buSzPts val="2900"/>
              <a:buFont typeface="Montserrat"/>
              <a:buChar char="●"/>
            </a:pPr>
            <a:r>
              <a:rPr lang="en" sz="2900" dirty="0">
                <a:solidFill>
                  <a:srgbClr val="434343"/>
                </a:solidFill>
                <a:latin typeface="Montserrat"/>
                <a:ea typeface="Montserrat"/>
                <a:cs typeface="Montserrat"/>
                <a:sym typeface="Montserrat"/>
              </a:rPr>
              <a:t>Tokenization is the process of breaking up the original text into component pieces (tokens).</a:t>
            </a:r>
            <a:endParaRPr sz="2900" dirty="0">
              <a:solidFill>
                <a:srgbClr val="434343"/>
              </a:solidFill>
              <a:latin typeface="Montserrat"/>
              <a:ea typeface="Montserrat"/>
              <a:cs typeface="Montserrat"/>
              <a:sym typeface="Montserrat"/>
            </a:endParaRPr>
          </a:p>
          <a:p>
            <a:pPr marL="457200" marR="0" lvl="0" indent="0" algn="l" rtl="0">
              <a:lnSpc>
                <a:spcPct val="100000"/>
              </a:lnSpc>
              <a:spcBef>
                <a:spcPts val="1600"/>
              </a:spcBef>
              <a:spcAft>
                <a:spcPts val="1600"/>
              </a:spcAft>
              <a:buNone/>
            </a:pPr>
            <a:endParaRPr sz="2900" dirty="0">
              <a:solidFill>
                <a:srgbClr val="434343"/>
              </a:solidFill>
              <a:latin typeface="Montserrat"/>
              <a:ea typeface="Montserrat"/>
              <a:cs typeface="Montserrat"/>
              <a:sym typeface="Montserrat"/>
            </a:endParaRPr>
          </a:p>
        </p:txBody>
      </p:sp>
      <p:pic>
        <p:nvPicPr>
          <p:cNvPr id="324" name="Google Shape;324;p52"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9"/>
        <p:cNvGrpSpPr/>
        <p:nvPr/>
      </p:nvGrpSpPr>
      <p:grpSpPr>
        <a:xfrm>
          <a:off x="0" y="0"/>
          <a:ext cx="0" cy="0"/>
          <a:chOff x="0" y="0"/>
          <a:chExt cx="0" cy="0"/>
        </a:xfrm>
      </p:grpSpPr>
      <p:sp>
        <p:nvSpPr>
          <p:cNvPr id="330" name="Google Shape;330;p53"/>
          <p:cNvSpPr txBox="1">
            <a:spLocks noGrp="1"/>
          </p:cNvSpPr>
          <p:nvPr>
            <p:ph type="title"/>
          </p:nvPr>
        </p:nvSpPr>
        <p:spPr>
          <a:xfrm>
            <a:off x="1042425" y="295788"/>
            <a:ext cx="7789875"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 sz="3200" b="0" i="0" u="none" strike="noStrike" cap="none">
                <a:solidFill>
                  <a:schemeClr val="dk1"/>
                </a:solidFill>
                <a:latin typeface="Montserrat"/>
                <a:ea typeface="Montserrat"/>
                <a:cs typeface="Montserrat"/>
                <a:sym typeface="Montserrat"/>
              </a:rPr>
              <a:t>Tokenization</a:t>
            </a:r>
            <a:endParaRPr/>
          </a:p>
        </p:txBody>
      </p:sp>
      <p:grpSp>
        <p:nvGrpSpPr>
          <p:cNvPr id="331" name="Google Shape;331;p53"/>
          <p:cNvGrpSpPr/>
          <p:nvPr/>
        </p:nvGrpSpPr>
        <p:grpSpPr>
          <a:xfrm>
            <a:off x="1559789" y="946472"/>
            <a:ext cx="6507500" cy="3711445"/>
            <a:chOff x="1076710" y="346"/>
            <a:chExt cx="6507500" cy="3711445"/>
          </a:xfrm>
        </p:grpSpPr>
        <p:sp>
          <p:nvSpPr>
            <p:cNvPr id="332" name="Google Shape;332;p53"/>
            <p:cNvSpPr/>
            <p:nvPr/>
          </p:nvSpPr>
          <p:spPr>
            <a:xfrm>
              <a:off x="6658363" y="3158193"/>
              <a:ext cx="91440" cy="163740"/>
            </a:xfrm>
            <a:custGeom>
              <a:avLst/>
              <a:gdLst/>
              <a:ahLst/>
              <a:cxnLst/>
              <a:rect l="l" t="t" r="r" b="b"/>
              <a:pathLst>
                <a:path w="120000" h="120000" extrusionOk="0">
                  <a:moveTo>
                    <a:pt x="60000" y="0"/>
                  </a:moveTo>
                  <a:lnTo>
                    <a:pt x="60000" y="120000"/>
                  </a:lnTo>
                </a:path>
              </a:pathLst>
            </a:custGeom>
            <a:noFill/>
            <a:ln>
              <a:noFill/>
            </a:ln>
          </p:spPr>
        </p:sp>
        <p:sp>
          <p:nvSpPr>
            <p:cNvPr id="333" name="Google Shape;333;p53"/>
            <p:cNvSpPr/>
            <p:nvPr/>
          </p:nvSpPr>
          <p:spPr>
            <a:xfrm>
              <a:off x="6658363" y="2604595"/>
              <a:ext cx="91440" cy="163740"/>
            </a:xfrm>
            <a:custGeom>
              <a:avLst/>
              <a:gdLst/>
              <a:ahLst/>
              <a:cxnLst/>
              <a:rect l="l" t="t" r="r" b="b"/>
              <a:pathLst>
                <a:path w="120000" h="120000" extrusionOk="0">
                  <a:moveTo>
                    <a:pt x="60000" y="0"/>
                  </a:moveTo>
                  <a:lnTo>
                    <a:pt x="60000" y="120000"/>
                  </a:lnTo>
                </a:path>
              </a:pathLst>
            </a:custGeom>
            <a:noFill/>
            <a:ln>
              <a:noFill/>
            </a:ln>
          </p:spPr>
        </p:sp>
        <p:sp>
          <p:nvSpPr>
            <p:cNvPr id="334" name="Google Shape;334;p53"/>
            <p:cNvSpPr/>
            <p:nvPr/>
          </p:nvSpPr>
          <p:spPr>
            <a:xfrm>
              <a:off x="6658363" y="2050997"/>
              <a:ext cx="91440" cy="163740"/>
            </a:xfrm>
            <a:custGeom>
              <a:avLst/>
              <a:gdLst/>
              <a:ahLst/>
              <a:cxnLst/>
              <a:rect l="l" t="t" r="r" b="b"/>
              <a:pathLst>
                <a:path w="120000" h="120000" extrusionOk="0">
                  <a:moveTo>
                    <a:pt x="60000" y="0"/>
                  </a:moveTo>
                  <a:lnTo>
                    <a:pt x="60000" y="120000"/>
                  </a:lnTo>
                </a:path>
              </a:pathLst>
            </a:custGeom>
            <a:noFill/>
            <a:ln>
              <a:noFill/>
            </a:ln>
          </p:spPr>
        </p:sp>
        <p:sp>
          <p:nvSpPr>
            <p:cNvPr id="335" name="Google Shape;335;p53"/>
            <p:cNvSpPr/>
            <p:nvPr/>
          </p:nvSpPr>
          <p:spPr>
            <a:xfrm>
              <a:off x="6658363" y="1497399"/>
              <a:ext cx="91440" cy="163740"/>
            </a:xfrm>
            <a:custGeom>
              <a:avLst/>
              <a:gdLst/>
              <a:ahLst/>
              <a:cxnLst/>
              <a:rect l="l" t="t" r="r" b="b"/>
              <a:pathLst>
                <a:path w="120000" h="120000" extrusionOk="0">
                  <a:moveTo>
                    <a:pt x="60000" y="0"/>
                  </a:moveTo>
                  <a:lnTo>
                    <a:pt x="60000" y="120000"/>
                  </a:lnTo>
                </a:path>
              </a:pathLst>
            </a:custGeom>
            <a:noFill/>
            <a:ln>
              <a:noFill/>
            </a:ln>
          </p:spPr>
        </p:sp>
        <p:sp>
          <p:nvSpPr>
            <p:cNvPr id="336" name="Google Shape;336;p53"/>
            <p:cNvSpPr/>
            <p:nvPr/>
          </p:nvSpPr>
          <p:spPr>
            <a:xfrm>
              <a:off x="6658363" y="943801"/>
              <a:ext cx="91440" cy="163740"/>
            </a:xfrm>
            <a:custGeom>
              <a:avLst/>
              <a:gdLst/>
              <a:ahLst/>
              <a:cxnLst/>
              <a:rect l="l" t="t" r="r" b="b"/>
              <a:pathLst>
                <a:path w="120000" h="120000" extrusionOk="0">
                  <a:moveTo>
                    <a:pt x="60000" y="0"/>
                  </a:moveTo>
                  <a:lnTo>
                    <a:pt x="60000" y="120000"/>
                  </a:lnTo>
                </a:path>
              </a:pathLst>
            </a:custGeom>
            <a:noFill/>
            <a:ln>
              <a:noFill/>
            </a:ln>
          </p:spPr>
        </p:sp>
        <p:sp>
          <p:nvSpPr>
            <p:cNvPr id="337" name="Google Shape;337;p53"/>
            <p:cNvSpPr/>
            <p:nvPr/>
          </p:nvSpPr>
          <p:spPr>
            <a:xfrm>
              <a:off x="6658363" y="390203"/>
              <a:ext cx="91440" cy="163740"/>
            </a:xfrm>
            <a:custGeom>
              <a:avLst/>
              <a:gdLst/>
              <a:ahLst/>
              <a:cxnLst/>
              <a:rect l="l" t="t" r="r" b="b"/>
              <a:pathLst>
                <a:path w="120000" h="120000" extrusionOk="0">
                  <a:moveTo>
                    <a:pt x="60000" y="0"/>
                  </a:moveTo>
                  <a:lnTo>
                    <a:pt x="60000" y="120000"/>
                  </a:lnTo>
                </a:path>
              </a:pathLst>
            </a:custGeom>
            <a:noFill/>
            <a:ln>
              <a:noFill/>
            </a:ln>
          </p:spPr>
        </p:sp>
        <p:sp>
          <p:nvSpPr>
            <p:cNvPr id="338" name="Google Shape;338;p53"/>
            <p:cNvSpPr/>
            <p:nvPr/>
          </p:nvSpPr>
          <p:spPr>
            <a:xfrm>
              <a:off x="5515465" y="3158193"/>
              <a:ext cx="91440" cy="163740"/>
            </a:xfrm>
            <a:custGeom>
              <a:avLst/>
              <a:gdLst/>
              <a:ahLst/>
              <a:cxnLst/>
              <a:rect l="l" t="t" r="r" b="b"/>
              <a:pathLst>
                <a:path w="120000" h="120000" extrusionOk="0">
                  <a:moveTo>
                    <a:pt x="60000" y="0"/>
                  </a:moveTo>
                  <a:lnTo>
                    <a:pt x="60000" y="120000"/>
                  </a:lnTo>
                </a:path>
              </a:pathLst>
            </a:custGeom>
            <a:noFill/>
            <a:ln w="25400" cap="flat" cmpd="sng">
              <a:solidFill>
                <a:srgbClr val="6C828C"/>
              </a:solidFill>
              <a:prstDash val="solid"/>
              <a:round/>
              <a:headEnd type="none" w="sm" len="sm"/>
              <a:tailEnd type="none" w="sm" len="sm"/>
            </a:ln>
          </p:spPr>
        </p:sp>
        <p:sp>
          <p:nvSpPr>
            <p:cNvPr id="339" name="Google Shape;339;p53"/>
            <p:cNvSpPr/>
            <p:nvPr/>
          </p:nvSpPr>
          <p:spPr>
            <a:xfrm>
              <a:off x="5515465" y="2604595"/>
              <a:ext cx="91440" cy="163740"/>
            </a:xfrm>
            <a:custGeom>
              <a:avLst/>
              <a:gdLst/>
              <a:ahLst/>
              <a:cxnLst/>
              <a:rect l="l" t="t" r="r" b="b"/>
              <a:pathLst>
                <a:path w="120000" h="120000" extrusionOk="0">
                  <a:moveTo>
                    <a:pt x="60000" y="0"/>
                  </a:moveTo>
                  <a:lnTo>
                    <a:pt x="60000" y="120000"/>
                  </a:lnTo>
                </a:path>
              </a:pathLst>
            </a:custGeom>
            <a:noFill/>
            <a:ln w="25400" cap="flat" cmpd="sng">
              <a:solidFill>
                <a:srgbClr val="6C828C"/>
              </a:solidFill>
              <a:prstDash val="solid"/>
              <a:round/>
              <a:headEnd type="none" w="sm" len="sm"/>
              <a:tailEnd type="none" w="sm" len="sm"/>
            </a:ln>
          </p:spPr>
        </p:sp>
        <p:sp>
          <p:nvSpPr>
            <p:cNvPr id="340" name="Google Shape;340;p53"/>
            <p:cNvSpPr/>
            <p:nvPr/>
          </p:nvSpPr>
          <p:spPr>
            <a:xfrm>
              <a:off x="5009528" y="2050997"/>
              <a:ext cx="551656" cy="163740"/>
            </a:xfrm>
            <a:custGeom>
              <a:avLst/>
              <a:gdLst/>
              <a:ahLst/>
              <a:cxnLst/>
              <a:rect l="l" t="t" r="r" b="b"/>
              <a:pathLst>
                <a:path w="120000" h="120000" extrusionOk="0">
                  <a:moveTo>
                    <a:pt x="0" y="0"/>
                  </a:moveTo>
                  <a:lnTo>
                    <a:pt x="0" y="60000"/>
                  </a:lnTo>
                  <a:lnTo>
                    <a:pt x="120000" y="60000"/>
                  </a:lnTo>
                  <a:lnTo>
                    <a:pt x="120000" y="120000"/>
                  </a:lnTo>
                </a:path>
              </a:pathLst>
            </a:custGeom>
            <a:noFill/>
            <a:ln w="25400" cap="flat" cmpd="sng">
              <a:solidFill>
                <a:srgbClr val="6C828C"/>
              </a:solidFill>
              <a:prstDash val="solid"/>
              <a:round/>
              <a:headEnd type="none" w="sm" len="sm"/>
              <a:tailEnd type="none" w="sm" len="sm"/>
            </a:ln>
          </p:spPr>
        </p:sp>
        <p:sp>
          <p:nvSpPr>
            <p:cNvPr id="341" name="Google Shape;341;p53"/>
            <p:cNvSpPr/>
            <p:nvPr/>
          </p:nvSpPr>
          <p:spPr>
            <a:xfrm>
              <a:off x="5175657" y="3158193"/>
              <a:ext cx="91440" cy="163740"/>
            </a:xfrm>
            <a:custGeom>
              <a:avLst/>
              <a:gdLst/>
              <a:ahLst/>
              <a:cxnLst/>
              <a:rect l="l" t="t" r="r" b="b"/>
              <a:pathLst>
                <a:path w="120000" h="120000" extrusionOk="0">
                  <a:moveTo>
                    <a:pt x="60000" y="0"/>
                  </a:moveTo>
                  <a:lnTo>
                    <a:pt x="60000" y="120000"/>
                  </a:lnTo>
                </a:path>
              </a:pathLst>
            </a:custGeom>
            <a:noFill/>
            <a:ln w="25400" cap="flat" cmpd="sng">
              <a:solidFill>
                <a:srgbClr val="6C828C"/>
              </a:solidFill>
              <a:prstDash val="solid"/>
              <a:round/>
              <a:headEnd type="none" w="sm" len="sm"/>
              <a:tailEnd type="none" w="sm" len="sm"/>
            </a:ln>
          </p:spPr>
        </p:sp>
        <p:sp>
          <p:nvSpPr>
            <p:cNvPr id="342" name="Google Shape;342;p53"/>
            <p:cNvSpPr/>
            <p:nvPr/>
          </p:nvSpPr>
          <p:spPr>
            <a:xfrm>
              <a:off x="4832482" y="2604595"/>
              <a:ext cx="388894" cy="163740"/>
            </a:xfrm>
            <a:custGeom>
              <a:avLst/>
              <a:gdLst/>
              <a:ahLst/>
              <a:cxnLst/>
              <a:rect l="l" t="t" r="r" b="b"/>
              <a:pathLst>
                <a:path w="120000" h="120000" extrusionOk="0">
                  <a:moveTo>
                    <a:pt x="0" y="0"/>
                  </a:moveTo>
                  <a:lnTo>
                    <a:pt x="0" y="60000"/>
                  </a:lnTo>
                  <a:lnTo>
                    <a:pt x="120000" y="60000"/>
                  </a:lnTo>
                  <a:lnTo>
                    <a:pt x="120000" y="120000"/>
                  </a:lnTo>
                </a:path>
              </a:pathLst>
            </a:custGeom>
            <a:noFill/>
            <a:ln w="25400" cap="flat" cmpd="sng">
              <a:solidFill>
                <a:srgbClr val="6C828C"/>
              </a:solidFill>
              <a:prstDash val="solid"/>
              <a:round/>
              <a:headEnd type="none" w="sm" len="sm"/>
              <a:tailEnd type="none" w="sm" len="sm"/>
            </a:ln>
          </p:spPr>
        </p:sp>
        <p:sp>
          <p:nvSpPr>
            <p:cNvPr id="343" name="Google Shape;343;p53"/>
            <p:cNvSpPr/>
            <p:nvPr/>
          </p:nvSpPr>
          <p:spPr>
            <a:xfrm>
              <a:off x="4616858" y="3158193"/>
              <a:ext cx="91440" cy="163740"/>
            </a:xfrm>
            <a:custGeom>
              <a:avLst/>
              <a:gdLst/>
              <a:ahLst/>
              <a:cxnLst/>
              <a:rect l="l" t="t" r="r" b="b"/>
              <a:pathLst>
                <a:path w="120000" h="120000" extrusionOk="0">
                  <a:moveTo>
                    <a:pt x="60000" y="0"/>
                  </a:moveTo>
                  <a:lnTo>
                    <a:pt x="60000" y="120000"/>
                  </a:lnTo>
                </a:path>
              </a:pathLst>
            </a:custGeom>
            <a:noFill/>
            <a:ln w="25400" cap="flat" cmpd="sng">
              <a:solidFill>
                <a:srgbClr val="6C828C"/>
              </a:solidFill>
              <a:prstDash val="solid"/>
              <a:round/>
              <a:headEnd type="none" w="sm" len="sm"/>
              <a:tailEnd type="none" w="sm" len="sm"/>
            </a:ln>
          </p:spPr>
        </p:sp>
        <p:sp>
          <p:nvSpPr>
            <p:cNvPr id="344" name="Google Shape;344;p53"/>
            <p:cNvSpPr/>
            <p:nvPr/>
          </p:nvSpPr>
          <p:spPr>
            <a:xfrm>
              <a:off x="4662578" y="2604595"/>
              <a:ext cx="169903" cy="163740"/>
            </a:xfrm>
            <a:custGeom>
              <a:avLst/>
              <a:gdLst/>
              <a:ahLst/>
              <a:cxnLst/>
              <a:rect l="l" t="t" r="r" b="b"/>
              <a:pathLst>
                <a:path w="120000" h="120000" extrusionOk="0">
                  <a:moveTo>
                    <a:pt x="120000" y="0"/>
                  </a:moveTo>
                  <a:lnTo>
                    <a:pt x="120000" y="60000"/>
                  </a:lnTo>
                  <a:lnTo>
                    <a:pt x="0" y="60000"/>
                  </a:lnTo>
                  <a:lnTo>
                    <a:pt x="0" y="120000"/>
                  </a:lnTo>
                </a:path>
              </a:pathLst>
            </a:custGeom>
            <a:noFill/>
            <a:ln w="25400" cap="flat" cmpd="sng">
              <a:solidFill>
                <a:srgbClr val="6C828C"/>
              </a:solidFill>
              <a:prstDash val="solid"/>
              <a:round/>
              <a:headEnd type="none" w="sm" len="sm"/>
              <a:tailEnd type="none" w="sm" len="sm"/>
            </a:ln>
          </p:spPr>
        </p:sp>
        <p:sp>
          <p:nvSpPr>
            <p:cNvPr id="345" name="Google Shape;345;p53"/>
            <p:cNvSpPr/>
            <p:nvPr/>
          </p:nvSpPr>
          <p:spPr>
            <a:xfrm>
              <a:off x="4832482" y="2050997"/>
              <a:ext cx="177046" cy="163740"/>
            </a:xfrm>
            <a:custGeom>
              <a:avLst/>
              <a:gdLst/>
              <a:ahLst/>
              <a:cxnLst/>
              <a:rect l="l" t="t" r="r" b="b"/>
              <a:pathLst>
                <a:path w="120000" h="120000" extrusionOk="0">
                  <a:moveTo>
                    <a:pt x="120000" y="0"/>
                  </a:moveTo>
                  <a:lnTo>
                    <a:pt x="120000" y="60000"/>
                  </a:lnTo>
                  <a:lnTo>
                    <a:pt x="0" y="60000"/>
                  </a:lnTo>
                  <a:lnTo>
                    <a:pt x="0" y="120000"/>
                  </a:lnTo>
                </a:path>
              </a:pathLst>
            </a:custGeom>
            <a:noFill/>
            <a:ln w="25400" cap="flat" cmpd="sng">
              <a:solidFill>
                <a:srgbClr val="6C828C"/>
              </a:solidFill>
              <a:prstDash val="solid"/>
              <a:round/>
              <a:headEnd type="none" w="sm" len="sm"/>
              <a:tailEnd type="none" w="sm" len="sm"/>
            </a:ln>
          </p:spPr>
        </p:sp>
        <p:sp>
          <p:nvSpPr>
            <p:cNvPr id="346" name="Google Shape;346;p53"/>
            <p:cNvSpPr/>
            <p:nvPr/>
          </p:nvSpPr>
          <p:spPr>
            <a:xfrm>
              <a:off x="4963808" y="1497399"/>
              <a:ext cx="91440" cy="163740"/>
            </a:xfrm>
            <a:custGeom>
              <a:avLst/>
              <a:gdLst/>
              <a:ahLst/>
              <a:cxnLst/>
              <a:rect l="l" t="t" r="r" b="b"/>
              <a:pathLst>
                <a:path w="120000" h="120000" extrusionOk="0">
                  <a:moveTo>
                    <a:pt x="60000" y="0"/>
                  </a:moveTo>
                  <a:lnTo>
                    <a:pt x="60000" y="120000"/>
                  </a:lnTo>
                </a:path>
              </a:pathLst>
            </a:custGeom>
            <a:noFill/>
            <a:ln w="25400" cap="flat" cmpd="sng">
              <a:solidFill>
                <a:srgbClr val="6C828C"/>
              </a:solidFill>
              <a:prstDash val="solid"/>
              <a:round/>
              <a:headEnd type="none" w="sm" len="sm"/>
              <a:tailEnd type="none" w="sm" len="sm"/>
            </a:ln>
          </p:spPr>
        </p:sp>
        <p:sp>
          <p:nvSpPr>
            <p:cNvPr id="347" name="Google Shape;347;p53"/>
            <p:cNvSpPr/>
            <p:nvPr/>
          </p:nvSpPr>
          <p:spPr>
            <a:xfrm>
              <a:off x="4963808" y="943801"/>
              <a:ext cx="91440" cy="163740"/>
            </a:xfrm>
            <a:custGeom>
              <a:avLst/>
              <a:gdLst/>
              <a:ahLst/>
              <a:cxnLst/>
              <a:rect l="l" t="t" r="r" b="b"/>
              <a:pathLst>
                <a:path w="120000" h="120000" extrusionOk="0">
                  <a:moveTo>
                    <a:pt x="60000" y="0"/>
                  </a:moveTo>
                  <a:lnTo>
                    <a:pt x="60000" y="120000"/>
                  </a:lnTo>
                </a:path>
              </a:pathLst>
            </a:custGeom>
            <a:noFill/>
            <a:ln w="25400" cap="flat" cmpd="sng">
              <a:solidFill>
                <a:srgbClr val="6C828C"/>
              </a:solidFill>
              <a:prstDash val="solid"/>
              <a:round/>
              <a:headEnd type="none" w="sm" len="sm"/>
              <a:tailEnd type="none" w="sm" len="sm"/>
            </a:ln>
          </p:spPr>
        </p:sp>
        <p:sp>
          <p:nvSpPr>
            <p:cNvPr id="348" name="Google Shape;348;p53"/>
            <p:cNvSpPr/>
            <p:nvPr/>
          </p:nvSpPr>
          <p:spPr>
            <a:xfrm>
              <a:off x="3370055" y="390203"/>
              <a:ext cx="1639473" cy="163740"/>
            </a:xfrm>
            <a:custGeom>
              <a:avLst/>
              <a:gdLst/>
              <a:ahLst/>
              <a:cxnLst/>
              <a:rect l="l" t="t" r="r" b="b"/>
              <a:pathLst>
                <a:path w="120000" h="120000" extrusionOk="0">
                  <a:moveTo>
                    <a:pt x="0" y="0"/>
                  </a:moveTo>
                  <a:lnTo>
                    <a:pt x="0" y="60000"/>
                  </a:lnTo>
                  <a:lnTo>
                    <a:pt x="120000" y="60000"/>
                  </a:lnTo>
                  <a:lnTo>
                    <a:pt x="120000" y="120000"/>
                  </a:lnTo>
                </a:path>
              </a:pathLst>
            </a:custGeom>
            <a:noFill/>
            <a:ln w="25400" cap="flat" cmpd="sng">
              <a:solidFill>
                <a:srgbClr val="5F727B"/>
              </a:solidFill>
              <a:prstDash val="solid"/>
              <a:round/>
              <a:headEnd type="none" w="sm" len="sm"/>
              <a:tailEnd type="none" w="sm" len="sm"/>
            </a:ln>
          </p:spPr>
        </p:sp>
        <p:sp>
          <p:nvSpPr>
            <p:cNvPr id="349" name="Google Shape;349;p53"/>
            <p:cNvSpPr/>
            <p:nvPr/>
          </p:nvSpPr>
          <p:spPr>
            <a:xfrm>
              <a:off x="3917493" y="3158193"/>
              <a:ext cx="91440" cy="163740"/>
            </a:xfrm>
            <a:custGeom>
              <a:avLst/>
              <a:gdLst/>
              <a:ahLst/>
              <a:cxnLst/>
              <a:rect l="l" t="t" r="r" b="b"/>
              <a:pathLst>
                <a:path w="120000" h="120000" extrusionOk="0">
                  <a:moveTo>
                    <a:pt x="60000" y="0"/>
                  </a:moveTo>
                  <a:lnTo>
                    <a:pt x="60000" y="120000"/>
                  </a:lnTo>
                </a:path>
              </a:pathLst>
            </a:custGeom>
            <a:noFill/>
            <a:ln w="25400" cap="flat" cmpd="sng">
              <a:solidFill>
                <a:srgbClr val="6C828C"/>
              </a:solidFill>
              <a:prstDash val="solid"/>
              <a:round/>
              <a:headEnd type="none" w="sm" len="sm"/>
              <a:tailEnd type="none" w="sm" len="sm"/>
            </a:ln>
          </p:spPr>
        </p:sp>
        <p:sp>
          <p:nvSpPr>
            <p:cNvPr id="350" name="Google Shape;350;p53"/>
            <p:cNvSpPr/>
            <p:nvPr/>
          </p:nvSpPr>
          <p:spPr>
            <a:xfrm>
              <a:off x="3917493" y="2604595"/>
              <a:ext cx="91440" cy="163740"/>
            </a:xfrm>
            <a:custGeom>
              <a:avLst/>
              <a:gdLst/>
              <a:ahLst/>
              <a:cxnLst/>
              <a:rect l="l" t="t" r="r" b="b"/>
              <a:pathLst>
                <a:path w="120000" h="120000" extrusionOk="0">
                  <a:moveTo>
                    <a:pt x="60000" y="0"/>
                  </a:moveTo>
                  <a:lnTo>
                    <a:pt x="60000" y="120000"/>
                  </a:lnTo>
                </a:path>
              </a:pathLst>
            </a:custGeom>
            <a:noFill/>
            <a:ln w="25400" cap="flat" cmpd="sng">
              <a:solidFill>
                <a:srgbClr val="6C828C"/>
              </a:solidFill>
              <a:prstDash val="solid"/>
              <a:round/>
              <a:headEnd type="none" w="sm" len="sm"/>
              <a:tailEnd type="none" w="sm" len="sm"/>
            </a:ln>
          </p:spPr>
        </p:sp>
        <p:sp>
          <p:nvSpPr>
            <p:cNvPr id="351" name="Google Shape;351;p53"/>
            <p:cNvSpPr/>
            <p:nvPr/>
          </p:nvSpPr>
          <p:spPr>
            <a:xfrm>
              <a:off x="3917493" y="2050997"/>
              <a:ext cx="91440" cy="163740"/>
            </a:xfrm>
            <a:custGeom>
              <a:avLst/>
              <a:gdLst/>
              <a:ahLst/>
              <a:cxnLst/>
              <a:rect l="l" t="t" r="r" b="b"/>
              <a:pathLst>
                <a:path w="120000" h="120000" extrusionOk="0">
                  <a:moveTo>
                    <a:pt x="60000" y="0"/>
                  </a:moveTo>
                  <a:lnTo>
                    <a:pt x="60000" y="120000"/>
                  </a:lnTo>
                </a:path>
              </a:pathLst>
            </a:custGeom>
            <a:noFill/>
            <a:ln w="25400" cap="flat" cmpd="sng">
              <a:solidFill>
                <a:srgbClr val="6C828C"/>
              </a:solidFill>
              <a:prstDash val="solid"/>
              <a:round/>
              <a:headEnd type="none" w="sm" len="sm"/>
              <a:tailEnd type="none" w="sm" len="sm"/>
            </a:ln>
          </p:spPr>
        </p:sp>
        <p:sp>
          <p:nvSpPr>
            <p:cNvPr id="352" name="Google Shape;352;p53"/>
            <p:cNvSpPr/>
            <p:nvPr/>
          </p:nvSpPr>
          <p:spPr>
            <a:xfrm>
              <a:off x="3917493" y="1497399"/>
              <a:ext cx="91440" cy="163740"/>
            </a:xfrm>
            <a:custGeom>
              <a:avLst/>
              <a:gdLst/>
              <a:ahLst/>
              <a:cxnLst/>
              <a:rect l="l" t="t" r="r" b="b"/>
              <a:pathLst>
                <a:path w="120000" h="120000" extrusionOk="0">
                  <a:moveTo>
                    <a:pt x="60000" y="0"/>
                  </a:moveTo>
                  <a:lnTo>
                    <a:pt x="60000" y="120000"/>
                  </a:lnTo>
                </a:path>
              </a:pathLst>
            </a:custGeom>
            <a:noFill/>
            <a:ln w="25400" cap="flat" cmpd="sng">
              <a:solidFill>
                <a:srgbClr val="6C828C"/>
              </a:solidFill>
              <a:prstDash val="solid"/>
              <a:round/>
              <a:headEnd type="none" w="sm" len="sm"/>
              <a:tailEnd type="none" w="sm" len="sm"/>
            </a:ln>
          </p:spPr>
        </p:sp>
        <p:sp>
          <p:nvSpPr>
            <p:cNvPr id="353" name="Google Shape;353;p53"/>
            <p:cNvSpPr/>
            <p:nvPr/>
          </p:nvSpPr>
          <p:spPr>
            <a:xfrm>
              <a:off x="3917493" y="943801"/>
              <a:ext cx="91440" cy="163740"/>
            </a:xfrm>
            <a:custGeom>
              <a:avLst/>
              <a:gdLst/>
              <a:ahLst/>
              <a:cxnLst/>
              <a:rect l="l" t="t" r="r" b="b"/>
              <a:pathLst>
                <a:path w="120000" h="120000" extrusionOk="0">
                  <a:moveTo>
                    <a:pt x="60000" y="0"/>
                  </a:moveTo>
                  <a:lnTo>
                    <a:pt x="60000" y="120000"/>
                  </a:lnTo>
                </a:path>
              </a:pathLst>
            </a:custGeom>
            <a:noFill/>
            <a:ln w="25400" cap="flat" cmpd="sng">
              <a:solidFill>
                <a:srgbClr val="6C828C"/>
              </a:solidFill>
              <a:prstDash val="solid"/>
              <a:round/>
              <a:headEnd type="none" w="sm" len="sm"/>
              <a:tailEnd type="none" w="sm" len="sm"/>
            </a:ln>
          </p:spPr>
        </p:sp>
        <p:sp>
          <p:nvSpPr>
            <p:cNvPr id="354" name="Google Shape;354;p53"/>
            <p:cNvSpPr/>
            <p:nvPr/>
          </p:nvSpPr>
          <p:spPr>
            <a:xfrm>
              <a:off x="3370055" y="390203"/>
              <a:ext cx="593157" cy="163740"/>
            </a:xfrm>
            <a:custGeom>
              <a:avLst/>
              <a:gdLst/>
              <a:ahLst/>
              <a:cxnLst/>
              <a:rect l="l" t="t" r="r" b="b"/>
              <a:pathLst>
                <a:path w="120000" h="120000" extrusionOk="0">
                  <a:moveTo>
                    <a:pt x="0" y="0"/>
                  </a:moveTo>
                  <a:lnTo>
                    <a:pt x="0" y="60000"/>
                  </a:lnTo>
                  <a:lnTo>
                    <a:pt x="120000" y="60000"/>
                  </a:lnTo>
                  <a:lnTo>
                    <a:pt x="120000" y="120000"/>
                  </a:lnTo>
                </a:path>
              </a:pathLst>
            </a:custGeom>
            <a:noFill/>
            <a:ln w="25400" cap="flat" cmpd="sng">
              <a:solidFill>
                <a:srgbClr val="5F727B"/>
              </a:solidFill>
              <a:prstDash val="solid"/>
              <a:round/>
              <a:headEnd type="none" w="sm" len="sm"/>
              <a:tailEnd type="none" w="sm" len="sm"/>
            </a:ln>
          </p:spPr>
        </p:sp>
        <p:sp>
          <p:nvSpPr>
            <p:cNvPr id="355" name="Google Shape;355;p53"/>
            <p:cNvSpPr/>
            <p:nvPr/>
          </p:nvSpPr>
          <p:spPr>
            <a:xfrm>
              <a:off x="3067950" y="3158193"/>
              <a:ext cx="91440" cy="163740"/>
            </a:xfrm>
            <a:custGeom>
              <a:avLst/>
              <a:gdLst/>
              <a:ahLst/>
              <a:cxnLst/>
              <a:rect l="l" t="t" r="r" b="b"/>
              <a:pathLst>
                <a:path w="120000" h="120000" extrusionOk="0">
                  <a:moveTo>
                    <a:pt x="60000" y="0"/>
                  </a:moveTo>
                  <a:lnTo>
                    <a:pt x="60000" y="120000"/>
                  </a:lnTo>
                </a:path>
              </a:pathLst>
            </a:custGeom>
            <a:noFill/>
            <a:ln w="25400" cap="flat" cmpd="sng">
              <a:solidFill>
                <a:srgbClr val="6C828C"/>
              </a:solidFill>
              <a:prstDash val="solid"/>
              <a:round/>
              <a:headEnd type="none" w="sm" len="sm"/>
              <a:tailEnd type="none" w="sm" len="sm"/>
            </a:ln>
          </p:spPr>
        </p:sp>
        <p:sp>
          <p:nvSpPr>
            <p:cNvPr id="356" name="Google Shape;356;p53"/>
            <p:cNvSpPr/>
            <p:nvPr/>
          </p:nvSpPr>
          <p:spPr>
            <a:xfrm>
              <a:off x="3067950" y="2604595"/>
              <a:ext cx="91440" cy="163740"/>
            </a:xfrm>
            <a:custGeom>
              <a:avLst/>
              <a:gdLst/>
              <a:ahLst/>
              <a:cxnLst/>
              <a:rect l="l" t="t" r="r" b="b"/>
              <a:pathLst>
                <a:path w="120000" h="120000" extrusionOk="0">
                  <a:moveTo>
                    <a:pt x="60000" y="0"/>
                  </a:moveTo>
                  <a:lnTo>
                    <a:pt x="60000" y="120000"/>
                  </a:lnTo>
                </a:path>
              </a:pathLst>
            </a:custGeom>
            <a:noFill/>
            <a:ln w="25400" cap="flat" cmpd="sng">
              <a:solidFill>
                <a:srgbClr val="6C828C"/>
              </a:solidFill>
              <a:prstDash val="solid"/>
              <a:round/>
              <a:headEnd type="none" w="sm" len="sm"/>
              <a:tailEnd type="none" w="sm" len="sm"/>
            </a:ln>
          </p:spPr>
        </p:sp>
        <p:sp>
          <p:nvSpPr>
            <p:cNvPr id="357" name="Google Shape;357;p53"/>
            <p:cNvSpPr/>
            <p:nvPr/>
          </p:nvSpPr>
          <p:spPr>
            <a:xfrm>
              <a:off x="3067950" y="2050997"/>
              <a:ext cx="91440" cy="163740"/>
            </a:xfrm>
            <a:custGeom>
              <a:avLst/>
              <a:gdLst/>
              <a:ahLst/>
              <a:cxnLst/>
              <a:rect l="l" t="t" r="r" b="b"/>
              <a:pathLst>
                <a:path w="120000" h="120000" extrusionOk="0">
                  <a:moveTo>
                    <a:pt x="60000" y="0"/>
                  </a:moveTo>
                  <a:lnTo>
                    <a:pt x="60000" y="120000"/>
                  </a:lnTo>
                </a:path>
              </a:pathLst>
            </a:custGeom>
            <a:noFill/>
            <a:ln w="25400" cap="flat" cmpd="sng">
              <a:solidFill>
                <a:srgbClr val="6C828C"/>
              </a:solidFill>
              <a:prstDash val="solid"/>
              <a:round/>
              <a:headEnd type="none" w="sm" len="sm"/>
              <a:tailEnd type="none" w="sm" len="sm"/>
            </a:ln>
          </p:spPr>
        </p:sp>
        <p:sp>
          <p:nvSpPr>
            <p:cNvPr id="358" name="Google Shape;358;p53"/>
            <p:cNvSpPr/>
            <p:nvPr/>
          </p:nvSpPr>
          <p:spPr>
            <a:xfrm>
              <a:off x="3067950" y="1497399"/>
              <a:ext cx="91440" cy="163740"/>
            </a:xfrm>
            <a:custGeom>
              <a:avLst/>
              <a:gdLst/>
              <a:ahLst/>
              <a:cxnLst/>
              <a:rect l="l" t="t" r="r" b="b"/>
              <a:pathLst>
                <a:path w="120000" h="120000" extrusionOk="0">
                  <a:moveTo>
                    <a:pt x="60000" y="0"/>
                  </a:moveTo>
                  <a:lnTo>
                    <a:pt x="60000" y="120000"/>
                  </a:lnTo>
                </a:path>
              </a:pathLst>
            </a:custGeom>
            <a:noFill/>
            <a:ln w="25400" cap="flat" cmpd="sng">
              <a:solidFill>
                <a:srgbClr val="6C828C"/>
              </a:solidFill>
              <a:prstDash val="solid"/>
              <a:round/>
              <a:headEnd type="none" w="sm" len="sm"/>
              <a:tailEnd type="none" w="sm" len="sm"/>
            </a:ln>
          </p:spPr>
        </p:sp>
        <p:sp>
          <p:nvSpPr>
            <p:cNvPr id="359" name="Google Shape;359;p53"/>
            <p:cNvSpPr/>
            <p:nvPr/>
          </p:nvSpPr>
          <p:spPr>
            <a:xfrm>
              <a:off x="3067950" y="943801"/>
              <a:ext cx="91440" cy="163740"/>
            </a:xfrm>
            <a:custGeom>
              <a:avLst/>
              <a:gdLst/>
              <a:ahLst/>
              <a:cxnLst/>
              <a:rect l="l" t="t" r="r" b="b"/>
              <a:pathLst>
                <a:path w="120000" h="120000" extrusionOk="0">
                  <a:moveTo>
                    <a:pt x="60000" y="0"/>
                  </a:moveTo>
                  <a:lnTo>
                    <a:pt x="60000" y="120000"/>
                  </a:lnTo>
                </a:path>
              </a:pathLst>
            </a:custGeom>
            <a:noFill/>
            <a:ln w="25400" cap="flat" cmpd="sng">
              <a:solidFill>
                <a:srgbClr val="6C828C"/>
              </a:solidFill>
              <a:prstDash val="solid"/>
              <a:round/>
              <a:headEnd type="none" w="sm" len="sm"/>
              <a:tailEnd type="none" w="sm" len="sm"/>
            </a:ln>
          </p:spPr>
        </p:sp>
        <p:sp>
          <p:nvSpPr>
            <p:cNvPr id="360" name="Google Shape;360;p53"/>
            <p:cNvSpPr/>
            <p:nvPr/>
          </p:nvSpPr>
          <p:spPr>
            <a:xfrm>
              <a:off x="3113670" y="390203"/>
              <a:ext cx="256385" cy="163740"/>
            </a:xfrm>
            <a:custGeom>
              <a:avLst/>
              <a:gdLst/>
              <a:ahLst/>
              <a:cxnLst/>
              <a:rect l="l" t="t" r="r" b="b"/>
              <a:pathLst>
                <a:path w="120000" h="120000" extrusionOk="0">
                  <a:moveTo>
                    <a:pt x="120000" y="0"/>
                  </a:moveTo>
                  <a:lnTo>
                    <a:pt x="120000" y="60000"/>
                  </a:lnTo>
                  <a:lnTo>
                    <a:pt x="0" y="60000"/>
                  </a:lnTo>
                  <a:lnTo>
                    <a:pt x="0" y="120000"/>
                  </a:lnTo>
                </a:path>
              </a:pathLst>
            </a:custGeom>
            <a:noFill/>
            <a:ln w="25400" cap="flat" cmpd="sng">
              <a:solidFill>
                <a:srgbClr val="5F727B"/>
              </a:solidFill>
              <a:prstDash val="solid"/>
              <a:round/>
              <a:headEnd type="none" w="sm" len="sm"/>
              <a:tailEnd type="none" w="sm" len="sm"/>
            </a:ln>
          </p:spPr>
        </p:sp>
        <p:sp>
          <p:nvSpPr>
            <p:cNvPr id="361" name="Google Shape;361;p53"/>
            <p:cNvSpPr/>
            <p:nvPr/>
          </p:nvSpPr>
          <p:spPr>
            <a:xfrm>
              <a:off x="2218407" y="3158193"/>
              <a:ext cx="91440" cy="163740"/>
            </a:xfrm>
            <a:custGeom>
              <a:avLst/>
              <a:gdLst/>
              <a:ahLst/>
              <a:cxnLst/>
              <a:rect l="l" t="t" r="r" b="b"/>
              <a:pathLst>
                <a:path w="120000" h="120000" extrusionOk="0">
                  <a:moveTo>
                    <a:pt x="60000" y="0"/>
                  </a:moveTo>
                  <a:lnTo>
                    <a:pt x="60000" y="120000"/>
                  </a:lnTo>
                </a:path>
              </a:pathLst>
            </a:custGeom>
            <a:noFill/>
            <a:ln w="25400" cap="flat" cmpd="sng">
              <a:solidFill>
                <a:srgbClr val="6C828C"/>
              </a:solidFill>
              <a:prstDash val="solid"/>
              <a:round/>
              <a:headEnd type="none" w="sm" len="sm"/>
              <a:tailEnd type="none" w="sm" len="sm"/>
            </a:ln>
          </p:spPr>
        </p:sp>
        <p:sp>
          <p:nvSpPr>
            <p:cNvPr id="362" name="Google Shape;362;p53"/>
            <p:cNvSpPr/>
            <p:nvPr/>
          </p:nvSpPr>
          <p:spPr>
            <a:xfrm>
              <a:off x="2218407" y="2604595"/>
              <a:ext cx="91440" cy="163740"/>
            </a:xfrm>
            <a:custGeom>
              <a:avLst/>
              <a:gdLst/>
              <a:ahLst/>
              <a:cxnLst/>
              <a:rect l="l" t="t" r="r" b="b"/>
              <a:pathLst>
                <a:path w="120000" h="120000" extrusionOk="0">
                  <a:moveTo>
                    <a:pt x="60000" y="0"/>
                  </a:moveTo>
                  <a:lnTo>
                    <a:pt x="60000" y="120000"/>
                  </a:lnTo>
                </a:path>
              </a:pathLst>
            </a:custGeom>
            <a:noFill/>
            <a:ln w="25400" cap="flat" cmpd="sng">
              <a:solidFill>
                <a:srgbClr val="6C828C"/>
              </a:solidFill>
              <a:prstDash val="solid"/>
              <a:round/>
              <a:headEnd type="none" w="sm" len="sm"/>
              <a:tailEnd type="none" w="sm" len="sm"/>
            </a:ln>
          </p:spPr>
        </p:sp>
        <p:sp>
          <p:nvSpPr>
            <p:cNvPr id="363" name="Google Shape;363;p53"/>
            <p:cNvSpPr/>
            <p:nvPr/>
          </p:nvSpPr>
          <p:spPr>
            <a:xfrm>
              <a:off x="2218407" y="2050997"/>
              <a:ext cx="91440" cy="163740"/>
            </a:xfrm>
            <a:custGeom>
              <a:avLst/>
              <a:gdLst/>
              <a:ahLst/>
              <a:cxnLst/>
              <a:rect l="l" t="t" r="r" b="b"/>
              <a:pathLst>
                <a:path w="120000" h="120000" extrusionOk="0">
                  <a:moveTo>
                    <a:pt x="60000" y="0"/>
                  </a:moveTo>
                  <a:lnTo>
                    <a:pt x="60000" y="120000"/>
                  </a:lnTo>
                </a:path>
              </a:pathLst>
            </a:custGeom>
            <a:noFill/>
            <a:ln w="25400" cap="flat" cmpd="sng">
              <a:solidFill>
                <a:srgbClr val="6C828C"/>
              </a:solidFill>
              <a:prstDash val="solid"/>
              <a:round/>
              <a:headEnd type="none" w="sm" len="sm"/>
              <a:tailEnd type="none" w="sm" len="sm"/>
            </a:ln>
          </p:spPr>
        </p:sp>
        <p:sp>
          <p:nvSpPr>
            <p:cNvPr id="364" name="Google Shape;364;p53"/>
            <p:cNvSpPr/>
            <p:nvPr/>
          </p:nvSpPr>
          <p:spPr>
            <a:xfrm>
              <a:off x="1953656" y="1497399"/>
              <a:ext cx="310471" cy="163740"/>
            </a:xfrm>
            <a:custGeom>
              <a:avLst/>
              <a:gdLst/>
              <a:ahLst/>
              <a:cxnLst/>
              <a:rect l="l" t="t" r="r" b="b"/>
              <a:pathLst>
                <a:path w="120000" h="120000" extrusionOk="0">
                  <a:moveTo>
                    <a:pt x="0" y="0"/>
                  </a:moveTo>
                  <a:lnTo>
                    <a:pt x="0" y="60000"/>
                  </a:lnTo>
                  <a:lnTo>
                    <a:pt x="120000" y="60000"/>
                  </a:lnTo>
                  <a:lnTo>
                    <a:pt x="120000" y="120000"/>
                  </a:lnTo>
                </a:path>
              </a:pathLst>
            </a:custGeom>
            <a:noFill/>
            <a:ln w="25400" cap="flat" cmpd="sng">
              <a:solidFill>
                <a:srgbClr val="6C828C"/>
              </a:solidFill>
              <a:prstDash val="solid"/>
              <a:round/>
              <a:headEnd type="none" w="sm" len="sm"/>
              <a:tailEnd type="none" w="sm" len="sm"/>
            </a:ln>
          </p:spPr>
        </p:sp>
        <p:sp>
          <p:nvSpPr>
            <p:cNvPr id="365" name="Google Shape;365;p53"/>
            <p:cNvSpPr/>
            <p:nvPr/>
          </p:nvSpPr>
          <p:spPr>
            <a:xfrm>
              <a:off x="1597465" y="3158193"/>
              <a:ext cx="91440" cy="163740"/>
            </a:xfrm>
            <a:custGeom>
              <a:avLst/>
              <a:gdLst/>
              <a:ahLst/>
              <a:cxnLst/>
              <a:rect l="l" t="t" r="r" b="b"/>
              <a:pathLst>
                <a:path w="120000" h="120000" extrusionOk="0">
                  <a:moveTo>
                    <a:pt x="60000" y="0"/>
                  </a:moveTo>
                  <a:lnTo>
                    <a:pt x="60000" y="120000"/>
                  </a:lnTo>
                </a:path>
              </a:pathLst>
            </a:custGeom>
            <a:noFill/>
            <a:ln w="25400" cap="flat" cmpd="sng">
              <a:solidFill>
                <a:srgbClr val="6C828C"/>
              </a:solidFill>
              <a:prstDash val="solid"/>
              <a:round/>
              <a:headEnd type="none" w="sm" len="sm"/>
              <a:tailEnd type="none" w="sm" len="sm"/>
            </a:ln>
          </p:spPr>
        </p:sp>
        <p:sp>
          <p:nvSpPr>
            <p:cNvPr id="366" name="Google Shape;366;p53"/>
            <p:cNvSpPr/>
            <p:nvPr/>
          </p:nvSpPr>
          <p:spPr>
            <a:xfrm>
              <a:off x="1597465" y="2604595"/>
              <a:ext cx="91440" cy="163740"/>
            </a:xfrm>
            <a:custGeom>
              <a:avLst/>
              <a:gdLst/>
              <a:ahLst/>
              <a:cxnLst/>
              <a:rect l="l" t="t" r="r" b="b"/>
              <a:pathLst>
                <a:path w="120000" h="120000" extrusionOk="0">
                  <a:moveTo>
                    <a:pt x="60000" y="0"/>
                  </a:moveTo>
                  <a:lnTo>
                    <a:pt x="60000" y="120000"/>
                  </a:lnTo>
                </a:path>
              </a:pathLst>
            </a:custGeom>
            <a:noFill/>
            <a:ln w="25400" cap="flat" cmpd="sng">
              <a:solidFill>
                <a:srgbClr val="6C828C"/>
              </a:solidFill>
              <a:prstDash val="solid"/>
              <a:round/>
              <a:headEnd type="none" w="sm" len="sm"/>
              <a:tailEnd type="none" w="sm" len="sm"/>
            </a:ln>
          </p:spPr>
        </p:sp>
        <p:sp>
          <p:nvSpPr>
            <p:cNvPr id="367" name="Google Shape;367;p53"/>
            <p:cNvSpPr/>
            <p:nvPr/>
          </p:nvSpPr>
          <p:spPr>
            <a:xfrm>
              <a:off x="1597465" y="2050997"/>
              <a:ext cx="91440" cy="163740"/>
            </a:xfrm>
            <a:custGeom>
              <a:avLst/>
              <a:gdLst/>
              <a:ahLst/>
              <a:cxnLst/>
              <a:rect l="l" t="t" r="r" b="b"/>
              <a:pathLst>
                <a:path w="120000" h="120000" extrusionOk="0">
                  <a:moveTo>
                    <a:pt x="60000" y="0"/>
                  </a:moveTo>
                  <a:lnTo>
                    <a:pt x="60000" y="120000"/>
                  </a:lnTo>
                </a:path>
              </a:pathLst>
            </a:custGeom>
            <a:noFill/>
            <a:ln w="25400" cap="flat" cmpd="sng">
              <a:solidFill>
                <a:srgbClr val="6C828C"/>
              </a:solidFill>
              <a:prstDash val="solid"/>
              <a:round/>
              <a:headEnd type="none" w="sm" len="sm"/>
              <a:tailEnd type="none" w="sm" len="sm"/>
            </a:ln>
          </p:spPr>
        </p:sp>
        <p:sp>
          <p:nvSpPr>
            <p:cNvPr id="368" name="Google Shape;368;p53"/>
            <p:cNvSpPr/>
            <p:nvPr/>
          </p:nvSpPr>
          <p:spPr>
            <a:xfrm>
              <a:off x="1643185" y="1497399"/>
              <a:ext cx="310471" cy="163740"/>
            </a:xfrm>
            <a:custGeom>
              <a:avLst/>
              <a:gdLst/>
              <a:ahLst/>
              <a:cxnLst/>
              <a:rect l="l" t="t" r="r" b="b"/>
              <a:pathLst>
                <a:path w="120000" h="120000" extrusionOk="0">
                  <a:moveTo>
                    <a:pt x="120000" y="0"/>
                  </a:moveTo>
                  <a:lnTo>
                    <a:pt x="120000" y="60000"/>
                  </a:lnTo>
                  <a:lnTo>
                    <a:pt x="0" y="60000"/>
                  </a:lnTo>
                  <a:lnTo>
                    <a:pt x="0" y="120000"/>
                  </a:lnTo>
                </a:path>
              </a:pathLst>
            </a:custGeom>
            <a:noFill/>
            <a:ln w="25400" cap="flat" cmpd="sng">
              <a:solidFill>
                <a:srgbClr val="6C828C"/>
              </a:solidFill>
              <a:prstDash val="solid"/>
              <a:round/>
              <a:headEnd type="none" w="sm" len="sm"/>
              <a:tailEnd type="none" w="sm" len="sm"/>
            </a:ln>
          </p:spPr>
        </p:sp>
        <p:sp>
          <p:nvSpPr>
            <p:cNvPr id="369" name="Google Shape;369;p53"/>
            <p:cNvSpPr/>
            <p:nvPr/>
          </p:nvSpPr>
          <p:spPr>
            <a:xfrm>
              <a:off x="1781473" y="943801"/>
              <a:ext cx="172182" cy="163740"/>
            </a:xfrm>
            <a:custGeom>
              <a:avLst/>
              <a:gdLst/>
              <a:ahLst/>
              <a:cxnLst/>
              <a:rect l="l" t="t" r="r" b="b"/>
              <a:pathLst>
                <a:path w="120000" h="120000" extrusionOk="0">
                  <a:moveTo>
                    <a:pt x="0" y="0"/>
                  </a:moveTo>
                  <a:lnTo>
                    <a:pt x="0" y="60000"/>
                  </a:lnTo>
                  <a:lnTo>
                    <a:pt x="120000" y="60000"/>
                  </a:lnTo>
                  <a:lnTo>
                    <a:pt x="120000" y="120000"/>
                  </a:lnTo>
                </a:path>
              </a:pathLst>
            </a:custGeom>
            <a:noFill/>
            <a:ln w="25400" cap="flat" cmpd="sng">
              <a:solidFill>
                <a:srgbClr val="6C828C"/>
              </a:solidFill>
              <a:prstDash val="solid"/>
              <a:round/>
              <a:headEnd type="none" w="sm" len="sm"/>
              <a:tailEnd type="none" w="sm" len="sm"/>
            </a:ln>
          </p:spPr>
        </p:sp>
        <p:sp>
          <p:nvSpPr>
            <p:cNvPr id="370" name="Google Shape;370;p53"/>
            <p:cNvSpPr/>
            <p:nvPr/>
          </p:nvSpPr>
          <p:spPr>
            <a:xfrm>
              <a:off x="1118057" y="3158193"/>
              <a:ext cx="91440" cy="163740"/>
            </a:xfrm>
            <a:custGeom>
              <a:avLst/>
              <a:gdLst/>
              <a:ahLst/>
              <a:cxnLst/>
              <a:rect l="l" t="t" r="r" b="b"/>
              <a:pathLst>
                <a:path w="120000" h="120000" extrusionOk="0">
                  <a:moveTo>
                    <a:pt x="60000" y="0"/>
                  </a:moveTo>
                  <a:lnTo>
                    <a:pt x="60000" y="120000"/>
                  </a:lnTo>
                </a:path>
              </a:pathLst>
            </a:custGeom>
            <a:noFill/>
            <a:ln w="25400" cap="flat" cmpd="sng">
              <a:solidFill>
                <a:srgbClr val="6C828C"/>
              </a:solidFill>
              <a:prstDash val="solid"/>
              <a:round/>
              <a:headEnd type="none" w="sm" len="sm"/>
              <a:tailEnd type="none" w="sm" len="sm"/>
            </a:ln>
          </p:spPr>
        </p:sp>
        <p:sp>
          <p:nvSpPr>
            <p:cNvPr id="371" name="Google Shape;371;p53"/>
            <p:cNvSpPr/>
            <p:nvPr/>
          </p:nvSpPr>
          <p:spPr>
            <a:xfrm>
              <a:off x="1118057" y="2604595"/>
              <a:ext cx="91440" cy="163740"/>
            </a:xfrm>
            <a:custGeom>
              <a:avLst/>
              <a:gdLst/>
              <a:ahLst/>
              <a:cxnLst/>
              <a:rect l="l" t="t" r="r" b="b"/>
              <a:pathLst>
                <a:path w="120000" h="120000" extrusionOk="0">
                  <a:moveTo>
                    <a:pt x="60000" y="0"/>
                  </a:moveTo>
                  <a:lnTo>
                    <a:pt x="60000" y="120000"/>
                  </a:lnTo>
                </a:path>
              </a:pathLst>
            </a:custGeom>
            <a:noFill/>
            <a:ln w="25400" cap="flat" cmpd="sng">
              <a:solidFill>
                <a:srgbClr val="6C828C"/>
              </a:solidFill>
              <a:prstDash val="solid"/>
              <a:round/>
              <a:headEnd type="none" w="sm" len="sm"/>
              <a:tailEnd type="none" w="sm" len="sm"/>
            </a:ln>
          </p:spPr>
        </p:sp>
        <p:sp>
          <p:nvSpPr>
            <p:cNvPr id="372" name="Google Shape;372;p53"/>
            <p:cNvSpPr/>
            <p:nvPr/>
          </p:nvSpPr>
          <p:spPr>
            <a:xfrm>
              <a:off x="1118057" y="2050997"/>
              <a:ext cx="91440" cy="163740"/>
            </a:xfrm>
            <a:custGeom>
              <a:avLst/>
              <a:gdLst/>
              <a:ahLst/>
              <a:cxnLst/>
              <a:rect l="l" t="t" r="r" b="b"/>
              <a:pathLst>
                <a:path w="120000" h="120000" extrusionOk="0">
                  <a:moveTo>
                    <a:pt x="60000" y="0"/>
                  </a:moveTo>
                  <a:lnTo>
                    <a:pt x="60000" y="120000"/>
                  </a:lnTo>
                </a:path>
              </a:pathLst>
            </a:custGeom>
            <a:noFill/>
            <a:ln w="25400" cap="flat" cmpd="sng">
              <a:solidFill>
                <a:srgbClr val="6C828C"/>
              </a:solidFill>
              <a:prstDash val="solid"/>
              <a:round/>
              <a:headEnd type="none" w="sm" len="sm"/>
              <a:tailEnd type="none" w="sm" len="sm"/>
            </a:ln>
          </p:spPr>
        </p:sp>
        <p:sp>
          <p:nvSpPr>
            <p:cNvPr id="373" name="Google Shape;373;p53"/>
            <p:cNvSpPr/>
            <p:nvPr/>
          </p:nvSpPr>
          <p:spPr>
            <a:xfrm>
              <a:off x="1118057" y="1497399"/>
              <a:ext cx="91440" cy="163740"/>
            </a:xfrm>
            <a:custGeom>
              <a:avLst/>
              <a:gdLst/>
              <a:ahLst/>
              <a:cxnLst/>
              <a:rect l="l" t="t" r="r" b="b"/>
              <a:pathLst>
                <a:path w="120000" h="120000" extrusionOk="0">
                  <a:moveTo>
                    <a:pt x="60000" y="0"/>
                  </a:moveTo>
                  <a:lnTo>
                    <a:pt x="60000" y="120000"/>
                  </a:lnTo>
                </a:path>
              </a:pathLst>
            </a:custGeom>
            <a:noFill/>
            <a:ln w="25400" cap="flat" cmpd="sng">
              <a:solidFill>
                <a:srgbClr val="6C828C"/>
              </a:solidFill>
              <a:prstDash val="solid"/>
              <a:round/>
              <a:headEnd type="none" w="sm" len="sm"/>
              <a:tailEnd type="none" w="sm" len="sm"/>
            </a:ln>
          </p:spPr>
        </p:sp>
        <p:sp>
          <p:nvSpPr>
            <p:cNvPr id="374" name="Google Shape;374;p53"/>
            <p:cNvSpPr/>
            <p:nvPr/>
          </p:nvSpPr>
          <p:spPr>
            <a:xfrm>
              <a:off x="1163777" y="943801"/>
              <a:ext cx="617696" cy="163740"/>
            </a:xfrm>
            <a:custGeom>
              <a:avLst/>
              <a:gdLst/>
              <a:ahLst/>
              <a:cxnLst/>
              <a:rect l="l" t="t" r="r" b="b"/>
              <a:pathLst>
                <a:path w="120000" h="120000" extrusionOk="0">
                  <a:moveTo>
                    <a:pt x="120000" y="0"/>
                  </a:moveTo>
                  <a:lnTo>
                    <a:pt x="120000" y="60000"/>
                  </a:lnTo>
                  <a:lnTo>
                    <a:pt x="0" y="60000"/>
                  </a:lnTo>
                  <a:lnTo>
                    <a:pt x="0" y="120000"/>
                  </a:lnTo>
                </a:path>
              </a:pathLst>
            </a:custGeom>
            <a:noFill/>
            <a:ln w="25400" cap="flat" cmpd="sng">
              <a:solidFill>
                <a:srgbClr val="6C828C"/>
              </a:solidFill>
              <a:prstDash val="solid"/>
              <a:round/>
              <a:headEnd type="none" w="sm" len="sm"/>
              <a:tailEnd type="none" w="sm" len="sm"/>
            </a:ln>
          </p:spPr>
        </p:sp>
        <p:sp>
          <p:nvSpPr>
            <p:cNvPr id="375" name="Google Shape;375;p53"/>
            <p:cNvSpPr/>
            <p:nvPr/>
          </p:nvSpPr>
          <p:spPr>
            <a:xfrm>
              <a:off x="1781473" y="390203"/>
              <a:ext cx="1588581" cy="163740"/>
            </a:xfrm>
            <a:custGeom>
              <a:avLst/>
              <a:gdLst/>
              <a:ahLst/>
              <a:cxnLst/>
              <a:rect l="l" t="t" r="r" b="b"/>
              <a:pathLst>
                <a:path w="120000" h="120000" extrusionOk="0">
                  <a:moveTo>
                    <a:pt x="120000" y="0"/>
                  </a:moveTo>
                  <a:lnTo>
                    <a:pt x="120000" y="60000"/>
                  </a:lnTo>
                  <a:lnTo>
                    <a:pt x="0" y="60000"/>
                  </a:lnTo>
                  <a:lnTo>
                    <a:pt x="0" y="120000"/>
                  </a:lnTo>
                </a:path>
              </a:pathLst>
            </a:custGeom>
            <a:noFill/>
            <a:ln w="25400" cap="flat" cmpd="sng">
              <a:solidFill>
                <a:srgbClr val="5F727B"/>
              </a:solidFill>
              <a:prstDash val="solid"/>
              <a:round/>
              <a:headEnd type="none" w="sm" len="sm"/>
              <a:tailEnd type="none" w="sm" len="sm"/>
            </a:ln>
          </p:spPr>
        </p:sp>
        <p:sp>
          <p:nvSpPr>
            <p:cNvPr id="376" name="Google Shape;376;p53"/>
            <p:cNvSpPr/>
            <p:nvPr/>
          </p:nvSpPr>
          <p:spPr>
            <a:xfrm>
              <a:off x="1079894" y="346"/>
              <a:ext cx="4580321" cy="389857"/>
            </a:xfrm>
            <a:prstGeom prst="rect">
              <a:avLst/>
            </a:prstGeom>
            <a:solidFill>
              <a:schemeClr val="lt1"/>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53"/>
            <p:cNvSpPr txBox="1"/>
            <p:nvPr/>
          </p:nvSpPr>
          <p:spPr>
            <a:xfrm>
              <a:off x="1079894" y="346"/>
              <a:ext cx="4580321" cy="389857"/>
            </a:xfrm>
            <a:prstGeom prst="rect">
              <a:avLst/>
            </a:prstGeom>
            <a:noFill/>
            <a:ln>
              <a:noFill/>
            </a:ln>
          </p:spPr>
          <p:txBody>
            <a:bodyPr spcFirstLastPara="1" wrap="square" lIns="11425" tIns="11425" rIns="11425" bIns="11425" anchor="ctr" anchorCtr="0">
              <a:noAutofit/>
            </a:bodyPr>
            <a:lstStyle/>
            <a:p>
              <a:pPr marL="0" marR="0" lvl="0" indent="0" algn="ctr" rtl="0">
                <a:lnSpc>
                  <a:spcPct val="90000"/>
                </a:lnSpc>
                <a:spcBef>
                  <a:spcPts val="0"/>
                </a:spcBef>
                <a:spcAft>
                  <a:spcPts val="0"/>
                </a:spcAft>
                <a:buClr>
                  <a:srgbClr val="000000"/>
                </a:buClr>
                <a:buSzPts val="1800"/>
                <a:buFont typeface="Arial"/>
                <a:buNone/>
              </a:pPr>
              <a:r>
                <a:rPr lang="en" sz="1800" b="0" i="0" u="none" strike="noStrike" cap="none">
                  <a:latin typeface="Arial"/>
                  <a:ea typeface="Arial"/>
                  <a:cs typeface="Arial"/>
                  <a:sym typeface="Arial"/>
                </a:rPr>
                <a:t>“We’re moving to L.A.!”</a:t>
              </a:r>
              <a:endParaRPr/>
            </a:p>
          </p:txBody>
        </p:sp>
        <p:sp>
          <p:nvSpPr>
            <p:cNvPr id="378" name="Google Shape;378;p53"/>
            <p:cNvSpPr/>
            <p:nvPr/>
          </p:nvSpPr>
          <p:spPr>
            <a:xfrm>
              <a:off x="1086528" y="553944"/>
              <a:ext cx="1389889" cy="389857"/>
            </a:xfrm>
            <a:prstGeom prst="rect">
              <a:avLst/>
            </a:prstGeom>
            <a:no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53"/>
            <p:cNvSpPr txBox="1"/>
            <p:nvPr/>
          </p:nvSpPr>
          <p:spPr>
            <a:xfrm>
              <a:off x="1086528" y="553944"/>
              <a:ext cx="1389889"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“We’re</a:t>
              </a:r>
              <a:endParaRPr/>
            </a:p>
          </p:txBody>
        </p:sp>
        <p:sp>
          <p:nvSpPr>
            <p:cNvPr id="380" name="Google Shape;380;p53"/>
            <p:cNvSpPr/>
            <p:nvPr/>
          </p:nvSpPr>
          <p:spPr>
            <a:xfrm>
              <a:off x="1076710" y="1107542"/>
              <a:ext cx="174133" cy="389857"/>
            </a:xfrm>
            <a:prstGeom prst="rect">
              <a:avLst/>
            </a:prstGeom>
            <a:solidFill>
              <a:srgbClr val="CCECFF"/>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 name="Google Shape;381;p53"/>
            <p:cNvSpPr txBox="1"/>
            <p:nvPr/>
          </p:nvSpPr>
          <p:spPr>
            <a:xfrm>
              <a:off x="1076710" y="1107542"/>
              <a:ext cx="174133"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a:t>
              </a:r>
              <a:endParaRPr/>
            </a:p>
          </p:txBody>
        </p:sp>
        <p:sp>
          <p:nvSpPr>
            <p:cNvPr id="382" name="Google Shape;382;p53"/>
            <p:cNvSpPr/>
            <p:nvPr/>
          </p:nvSpPr>
          <p:spPr>
            <a:xfrm>
              <a:off x="1076710" y="1661140"/>
              <a:ext cx="174133" cy="389857"/>
            </a:xfrm>
            <a:prstGeom prst="rect">
              <a:avLst/>
            </a:prstGeom>
            <a:solidFill>
              <a:srgbClr val="99FFCC"/>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53"/>
            <p:cNvSpPr txBox="1"/>
            <p:nvPr/>
          </p:nvSpPr>
          <p:spPr>
            <a:xfrm>
              <a:off x="1076710" y="1661140"/>
              <a:ext cx="174133"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a:t>
              </a:r>
              <a:endParaRPr/>
            </a:p>
          </p:txBody>
        </p:sp>
        <p:sp>
          <p:nvSpPr>
            <p:cNvPr id="384" name="Google Shape;384;p53"/>
            <p:cNvSpPr/>
            <p:nvPr/>
          </p:nvSpPr>
          <p:spPr>
            <a:xfrm>
              <a:off x="1076710" y="2214738"/>
              <a:ext cx="174133" cy="389857"/>
            </a:xfrm>
            <a:prstGeom prst="rect">
              <a:avLst/>
            </a:prstGeom>
            <a:solidFill>
              <a:srgbClr val="99FFCC"/>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53"/>
            <p:cNvSpPr txBox="1"/>
            <p:nvPr/>
          </p:nvSpPr>
          <p:spPr>
            <a:xfrm>
              <a:off x="1076710" y="2214738"/>
              <a:ext cx="174133"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a:t>
              </a:r>
              <a:endParaRPr/>
            </a:p>
          </p:txBody>
        </p:sp>
        <p:sp>
          <p:nvSpPr>
            <p:cNvPr id="386" name="Google Shape;386;p53"/>
            <p:cNvSpPr/>
            <p:nvPr/>
          </p:nvSpPr>
          <p:spPr>
            <a:xfrm>
              <a:off x="1076710" y="2768336"/>
              <a:ext cx="174133" cy="389857"/>
            </a:xfrm>
            <a:prstGeom prst="rect">
              <a:avLst/>
            </a:prstGeom>
            <a:solidFill>
              <a:srgbClr val="99FFCC"/>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53"/>
            <p:cNvSpPr txBox="1"/>
            <p:nvPr/>
          </p:nvSpPr>
          <p:spPr>
            <a:xfrm>
              <a:off x="1076710" y="2768336"/>
              <a:ext cx="174133"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a:t>
              </a:r>
              <a:endParaRPr/>
            </a:p>
          </p:txBody>
        </p:sp>
        <p:sp>
          <p:nvSpPr>
            <p:cNvPr id="388" name="Google Shape;388;p53"/>
            <p:cNvSpPr/>
            <p:nvPr/>
          </p:nvSpPr>
          <p:spPr>
            <a:xfrm>
              <a:off x="1076710" y="3321934"/>
              <a:ext cx="174133" cy="389857"/>
            </a:xfrm>
            <a:prstGeom prst="rect">
              <a:avLst/>
            </a:prstGeom>
            <a:solidFill>
              <a:srgbClr val="99FFCC"/>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53"/>
            <p:cNvSpPr txBox="1"/>
            <p:nvPr/>
          </p:nvSpPr>
          <p:spPr>
            <a:xfrm>
              <a:off x="1076710" y="3321934"/>
              <a:ext cx="174133"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solidFill>
                    <a:schemeClr val="dk1"/>
                  </a:solidFill>
                  <a:latin typeface="Arial"/>
                  <a:ea typeface="Arial"/>
                  <a:cs typeface="Arial"/>
                  <a:sym typeface="Arial"/>
                </a:rPr>
                <a:t>“</a:t>
              </a:r>
              <a:endParaRPr/>
            </a:p>
          </p:txBody>
        </p:sp>
        <p:sp>
          <p:nvSpPr>
            <p:cNvPr id="390" name="Google Shape;390;p53"/>
            <p:cNvSpPr/>
            <p:nvPr/>
          </p:nvSpPr>
          <p:spPr>
            <a:xfrm>
              <a:off x="1421075" y="1107542"/>
              <a:ext cx="1065161" cy="389857"/>
            </a:xfrm>
            <a:prstGeom prst="rect">
              <a:avLst/>
            </a:prstGeom>
            <a:solidFill>
              <a:srgbClr val="CCECFF"/>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53"/>
            <p:cNvSpPr txBox="1"/>
            <p:nvPr/>
          </p:nvSpPr>
          <p:spPr>
            <a:xfrm>
              <a:off x="1421075" y="1107542"/>
              <a:ext cx="1065161"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We’re</a:t>
              </a:r>
              <a:endParaRPr/>
            </a:p>
          </p:txBody>
        </p:sp>
        <p:sp>
          <p:nvSpPr>
            <p:cNvPr id="392" name="Google Shape;392;p53"/>
            <p:cNvSpPr/>
            <p:nvPr/>
          </p:nvSpPr>
          <p:spPr>
            <a:xfrm>
              <a:off x="1414584" y="1661140"/>
              <a:ext cx="457201" cy="389857"/>
            </a:xfrm>
            <a:prstGeom prst="rect">
              <a:avLst/>
            </a:prstGeom>
            <a:solidFill>
              <a:srgbClr val="CCECFF"/>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53"/>
            <p:cNvSpPr txBox="1"/>
            <p:nvPr/>
          </p:nvSpPr>
          <p:spPr>
            <a:xfrm>
              <a:off x="1414584" y="1661140"/>
              <a:ext cx="457201"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We</a:t>
              </a:r>
              <a:endParaRPr/>
            </a:p>
          </p:txBody>
        </p:sp>
        <p:sp>
          <p:nvSpPr>
            <p:cNvPr id="394" name="Google Shape;394;p53"/>
            <p:cNvSpPr/>
            <p:nvPr/>
          </p:nvSpPr>
          <p:spPr>
            <a:xfrm>
              <a:off x="1414584" y="2214738"/>
              <a:ext cx="457201" cy="389857"/>
            </a:xfrm>
            <a:prstGeom prst="rect">
              <a:avLst/>
            </a:prstGeom>
            <a:solidFill>
              <a:srgbClr val="99FFCC"/>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53"/>
            <p:cNvSpPr txBox="1"/>
            <p:nvPr/>
          </p:nvSpPr>
          <p:spPr>
            <a:xfrm>
              <a:off x="1414584" y="2214738"/>
              <a:ext cx="457201"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We</a:t>
              </a:r>
              <a:endParaRPr sz="1400" b="0" i="0" u="none" strike="noStrike" cap="none">
                <a:latin typeface="Arial"/>
                <a:ea typeface="Arial"/>
                <a:cs typeface="Arial"/>
                <a:sym typeface="Arial"/>
              </a:endParaRPr>
            </a:p>
          </p:txBody>
        </p:sp>
        <p:sp>
          <p:nvSpPr>
            <p:cNvPr id="396" name="Google Shape;396;p53"/>
            <p:cNvSpPr/>
            <p:nvPr/>
          </p:nvSpPr>
          <p:spPr>
            <a:xfrm>
              <a:off x="1414584" y="2768336"/>
              <a:ext cx="457201" cy="389857"/>
            </a:xfrm>
            <a:prstGeom prst="rect">
              <a:avLst/>
            </a:prstGeom>
            <a:solidFill>
              <a:srgbClr val="99FFCC"/>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53"/>
            <p:cNvSpPr txBox="1"/>
            <p:nvPr/>
          </p:nvSpPr>
          <p:spPr>
            <a:xfrm>
              <a:off x="1414584" y="2768336"/>
              <a:ext cx="457201"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We</a:t>
              </a:r>
              <a:endParaRPr sz="1400" b="0" i="0" u="none" strike="noStrike" cap="none">
                <a:latin typeface="Arial"/>
                <a:ea typeface="Arial"/>
                <a:cs typeface="Arial"/>
                <a:sym typeface="Arial"/>
              </a:endParaRPr>
            </a:p>
          </p:txBody>
        </p:sp>
        <p:sp>
          <p:nvSpPr>
            <p:cNvPr id="398" name="Google Shape;398;p53"/>
            <p:cNvSpPr/>
            <p:nvPr/>
          </p:nvSpPr>
          <p:spPr>
            <a:xfrm>
              <a:off x="1414584" y="3321934"/>
              <a:ext cx="457201" cy="389857"/>
            </a:xfrm>
            <a:prstGeom prst="rect">
              <a:avLst/>
            </a:prstGeom>
            <a:solidFill>
              <a:srgbClr val="99FFCC"/>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 name="Google Shape;399;p53"/>
            <p:cNvSpPr txBox="1"/>
            <p:nvPr/>
          </p:nvSpPr>
          <p:spPr>
            <a:xfrm>
              <a:off x="1414584" y="3321934"/>
              <a:ext cx="457201"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dirty="0">
                  <a:latin typeface="Arial"/>
                  <a:ea typeface="Arial"/>
                  <a:cs typeface="Arial"/>
                  <a:sym typeface="Arial"/>
                </a:rPr>
                <a:t>We</a:t>
              </a:r>
              <a:endParaRPr sz="1400" b="0" i="0" u="none" strike="noStrike" cap="none" dirty="0">
                <a:latin typeface="Arial"/>
                <a:ea typeface="Arial"/>
                <a:cs typeface="Arial"/>
                <a:sym typeface="Arial"/>
              </a:endParaRPr>
            </a:p>
          </p:txBody>
        </p:sp>
        <p:sp>
          <p:nvSpPr>
            <p:cNvPr id="400" name="Google Shape;400;p53"/>
            <p:cNvSpPr/>
            <p:nvPr/>
          </p:nvSpPr>
          <p:spPr>
            <a:xfrm>
              <a:off x="2035526" y="1661140"/>
              <a:ext cx="457201" cy="389857"/>
            </a:xfrm>
            <a:prstGeom prst="rect">
              <a:avLst/>
            </a:prstGeom>
            <a:solidFill>
              <a:srgbClr val="CCECFF"/>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 name="Google Shape;401;p53"/>
            <p:cNvSpPr txBox="1"/>
            <p:nvPr/>
          </p:nvSpPr>
          <p:spPr>
            <a:xfrm>
              <a:off x="2035526" y="1661140"/>
              <a:ext cx="457201"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‘re</a:t>
              </a:r>
              <a:endParaRPr/>
            </a:p>
          </p:txBody>
        </p:sp>
        <p:sp>
          <p:nvSpPr>
            <p:cNvPr id="402" name="Google Shape;402;p53"/>
            <p:cNvSpPr/>
            <p:nvPr/>
          </p:nvSpPr>
          <p:spPr>
            <a:xfrm>
              <a:off x="2035526" y="2214738"/>
              <a:ext cx="457201" cy="389857"/>
            </a:xfrm>
            <a:prstGeom prst="rect">
              <a:avLst/>
            </a:prstGeom>
            <a:solidFill>
              <a:srgbClr val="99FFCC"/>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 name="Google Shape;403;p53"/>
            <p:cNvSpPr txBox="1"/>
            <p:nvPr/>
          </p:nvSpPr>
          <p:spPr>
            <a:xfrm>
              <a:off x="2035526" y="2214738"/>
              <a:ext cx="457201"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‘re</a:t>
              </a:r>
              <a:endParaRPr/>
            </a:p>
          </p:txBody>
        </p:sp>
        <p:sp>
          <p:nvSpPr>
            <p:cNvPr id="404" name="Google Shape;404;p53"/>
            <p:cNvSpPr/>
            <p:nvPr/>
          </p:nvSpPr>
          <p:spPr>
            <a:xfrm>
              <a:off x="2035526" y="2768336"/>
              <a:ext cx="457201" cy="389857"/>
            </a:xfrm>
            <a:prstGeom prst="rect">
              <a:avLst/>
            </a:prstGeom>
            <a:solidFill>
              <a:srgbClr val="99FFCC"/>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 name="Google Shape;405;p53"/>
            <p:cNvSpPr txBox="1"/>
            <p:nvPr/>
          </p:nvSpPr>
          <p:spPr>
            <a:xfrm>
              <a:off x="2035526" y="2768336"/>
              <a:ext cx="457201"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‘re</a:t>
              </a:r>
              <a:endParaRPr/>
            </a:p>
          </p:txBody>
        </p:sp>
        <p:sp>
          <p:nvSpPr>
            <p:cNvPr id="406" name="Google Shape;406;p53"/>
            <p:cNvSpPr/>
            <p:nvPr/>
          </p:nvSpPr>
          <p:spPr>
            <a:xfrm>
              <a:off x="2035526" y="3321934"/>
              <a:ext cx="457201" cy="389857"/>
            </a:xfrm>
            <a:prstGeom prst="rect">
              <a:avLst/>
            </a:prstGeom>
            <a:solidFill>
              <a:srgbClr val="99FFCC"/>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 name="Google Shape;407;p53"/>
            <p:cNvSpPr txBox="1"/>
            <p:nvPr/>
          </p:nvSpPr>
          <p:spPr>
            <a:xfrm>
              <a:off x="2035526" y="3321934"/>
              <a:ext cx="457201"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‘re</a:t>
              </a:r>
              <a:endParaRPr/>
            </a:p>
          </p:txBody>
        </p:sp>
        <p:sp>
          <p:nvSpPr>
            <p:cNvPr id="408" name="Google Shape;408;p53"/>
            <p:cNvSpPr/>
            <p:nvPr/>
          </p:nvSpPr>
          <p:spPr>
            <a:xfrm>
              <a:off x="2656468" y="553944"/>
              <a:ext cx="914403" cy="389857"/>
            </a:xfrm>
            <a:prstGeom prst="rect">
              <a:avLst/>
            </a:prstGeom>
            <a:solidFill>
              <a:schemeClr val="lt1"/>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 name="Google Shape;409;p53"/>
            <p:cNvSpPr txBox="1"/>
            <p:nvPr/>
          </p:nvSpPr>
          <p:spPr>
            <a:xfrm>
              <a:off x="2656468" y="553944"/>
              <a:ext cx="914403"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moving</a:t>
              </a:r>
              <a:endParaRPr/>
            </a:p>
          </p:txBody>
        </p:sp>
        <p:sp>
          <p:nvSpPr>
            <p:cNvPr id="410" name="Google Shape;410;p53"/>
            <p:cNvSpPr/>
            <p:nvPr/>
          </p:nvSpPr>
          <p:spPr>
            <a:xfrm>
              <a:off x="2656468" y="1107542"/>
              <a:ext cx="914403" cy="389857"/>
            </a:xfrm>
            <a:prstGeom prst="rect">
              <a:avLst/>
            </a:prstGeom>
            <a:no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 name="Google Shape;411;p53"/>
            <p:cNvSpPr txBox="1"/>
            <p:nvPr/>
          </p:nvSpPr>
          <p:spPr>
            <a:xfrm>
              <a:off x="2656468" y="1107542"/>
              <a:ext cx="914403"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moving</a:t>
              </a:r>
              <a:endParaRPr/>
            </a:p>
          </p:txBody>
        </p:sp>
        <p:sp>
          <p:nvSpPr>
            <p:cNvPr id="412" name="Google Shape;412;p53"/>
            <p:cNvSpPr/>
            <p:nvPr/>
          </p:nvSpPr>
          <p:spPr>
            <a:xfrm>
              <a:off x="2656468" y="1661140"/>
              <a:ext cx="914403" cy="389857"/>
            </a:xfrm>
            <a:prstGeom prst="rect">
              <a:avLst/>
            </a:prstGeom>
            <a:no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 name="Google Shape;413;p53"/>
            <p:cNvSpPr txBox="1"/>
            <p:nvPr/>
          </p:nvSpPr>
          <p:spPr>
            <a:xfrm>
              <a:off x="2656468" y="1661140"/>
              <a:ext cx="914403"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moving</a:t>
              </a:r>
              <a:endParaRPr/>
            </a:p>
          </p:txBody>
        </p:sp>
        <p:sp>
          <p:nvSpPr>
            <p:cNvPr id="414" name="Google Shape;414;p53"/>
            <p:cNvSpPr/>
            <p:nvPr/>
          </p:nvSpPr>
          <p:spPr>
            <a:xfrm>
              <a:off x="2656468" y="2214738"/>
              <a:ext cx="914403" cy="389857"/>
            </a:xfrm>
            <a:prstGeom prst="rect">
              <a:avLst/>
            </a:prstGeom>
            <a:solidFill>
              <a:srgbClr val="99FFCC"/>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53"/>
            <p:cNvSpPr txBox="1"/>
            <p:nvPr/>
          </p:nvSpPr>
          <p:spPr>
            <a:xfrm>
              <a:off x="2656468" y="2214738"/>
              <a:ext cx="914403"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moving</a:t>
              </a:r>
              <a:endParaRPr/>
            </a:p>
          </p:txBody>
        </p:sp>
        <p:sp>
          <p:nvSpPr>
            <p:cNvPr id="416" name="Google Shape;416;p53"/>
            <p:cNvSpPr/>
            <p:nvPr/>
          </p:nvSpPr>
          <p:spPr>
            <a:xfrm>
              <a:off x="2656468" y="2768336"/>
              <a:ext cx="914403" cy="389857"/>
            </a:xfrm>
            <a:prstGeom prst="rect">
              <a:avLst/>
            </a:prstGeom>
            <a:solidFill>
              <a:srgbClr val="99FFCC"/>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 name="Google Shape;417;p53"/>
            <p:cNvSpPr txBox="1"/>
            <p:nvPr/>
          </p:nvSpPr>
          <p:spPr>
            <a:xfrm>
              <a:off x="2656468" y="2768336"/>
              <a:ext cx="914403"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moving</a:t>
              </a:r>
              <a:endParaRPr/>
            </a:p>
          </p:txBody>
        </p:sp>
        <p:sp>
          <p:nvSpPr>
            <p:cNvPr id="418" name="Google Shape;418;p53"/>
            <p:cNvSpPr/>
            <p:nvPr/>
          </p:nvSpPr>
          <p:spPr>
            <a:xfrm>
              <a:off x="2656468" y="3321934"/>
              <a:ext cx="914403" cy="389857"/>
            </a:xfrm>
            <a:prstGeom prst="rect">
              <a:avLst/>
            </a:prstGeom>
            <a:solidFill>
              <a:srgbClr val="99FFCC"/>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 name="Google Shape;419;p53"/>
            <p:cNvSpPr txBox="1"/>
            <p:nvPr/>
          </p:nvSpPr>
          <p:spPr>
            <a:xfrm>
              <a:off x="2656468" y="3321934"/>
              <a:ext cx="914403"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moving</a:t>
              </a:r>
              <a:endParaRPr/>
            </a:p>
          </p:txBody>
        </p:sp>
        <p:sp>
          <p:nvSpPr>
            <p:cNvPr id="420" name="Google Shape;420;p53"/>
            <p:cNvSpPr/>
            <p:nvPr/>
          </p:nvSpPr>
          <p:spPr>
            <a:xfrm>
              <a:off x="3734612" y="553944"/>
              <a:ext cx="457201" cy="389857"/>
            </a:xfrm>
            <a:prstGeom prst="rect">
              <a:avLst/>
            </a:prstGeom>
            <a:solidFill>
              <a:schemeClr val="lt1"/>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53"/>
            <p:cNvSpPr txBox="1"/>
            <p:nvPr/>
          </p:nvSpPr>
          <p:spPr>
            <a:xfrm>
              <a:off x="3734612" y="553944"/>
              <a:ext cx="457201"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to</a:t>
              </a:r>
              <a:endParaRPr/>
            </a:p>
          </p:txBody>
        </p:sp>
        <p:sp>
          <p:nvSpPr>
            <p:cNvPr id="422" name="Google Shape;422;p53"/>
            <p:cNvSpPr/>
            <p:nvPr/>
          </p:nvSpPr>
          <p:spPr>
            <a:xfrm>
              <a:off x="3734612" y="1107542"/>
              <a:ext cx="457201" cy="389857"/>
            </a:xfrm>
            <a:prstGeom prst="rect">
              <a:avLst/>
            </a:prstGeom>
            <a:no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 name="Google Shape;423;p53"/>
            <p:cNvSpPr txBox="1"/>
            <p:nvPr/>
          </p:nvSpPr>
          <p:spPr>
            <a:xfrm>
              <a:off x="3734612" y="1107542"/>
              <a:ext cx="457201"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to</a:t>
              </a:r>
              <a:endParaRPr/>
            </a:p>
          </p:txBody>
        </p:sp>
        <p:sp>
          <p:nvSpPr>
            <p:cNvPr id="424" name="Google Shape;424;p53"/>
            <p:cNvSpPr/>
            <p:nvPr/>
          </p:nvSpPr>
          <p:spPr>
            <a:xfrm>
              <a:off x="3734612" y="1661140"/>
              <a:ext cx="457201" cy="389857"/>
            </a:xfrm>
            <a:prstGeom prst="rect">
              <a:avLst/>
            </a:prstGeom>
            <a:no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 name="Google Shape;425;p53"/>
            <p:cNvSpPr txBox="1"/>
            <p:nvPr/>
          </p:nvSpPr>
          <p:spPr>
            <a:xfrm>
              <a:off x="3734612" y="1661140"/>
              <a:ext cx="457201"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to</a:t>
              </a:r>
              <a:endParaRPr/>
            </a:p>
          </p:txBody>
        </p:sp>
        <p:sp>
          <p:nvSpPr>
            <p:cNvPr id="426" name="Google Shape;426;p53"/>
            <p:cNvSpPr/>
            <p:nvPr/>
          </p:nvSpPr>
          <p:spPr>
            <a:xfrm>
              <a:off x="3734612" y="2214738"/>
              <a:ext cx="457201" cy="389857"/>
            </a:xfrm>
            <a:prstGeom prst="rect">
              <a:avLst/>
            </a:prstGeom>
            <a:solidFill>
              <a:srgbClr val="99FFCC"/>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 name="Google Shape;427;p53"/>
            <p:cNvSpPr txBox="1"/>
            <p:nvPr/>
          </p:nvSpPr>
          <p:spPr>
            <a:xfrm>
              <a:off x="3734612" y="2214738"/>
              <a:ext cx="457201"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to</a:t>
              </a:r>
              <a:endParaRPr/>
            </a:p>
          </p:txBody>
        </p:sp>
        <p:sp>
          <p:nvSpPr>
            <p:cNvPr id="428" name="Google Shape;428;p53"/>
            <p:cNvSpPr/>
            <p:nvPr/>
          </p:nvSpPr>
          <p:spPr>
            <a:xfrm>
              <a:off x="3734612" y="2768336"/>
              <a:ext cx="457201" cy="389857"/>
            </a:xfrm>
            <a:prstGeom prst="rect">
              <a:avLst/>
            </a:prstGeom>
            <a:solidFill>
              <a:srgbClr val="99FFCC"/>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 name="Google Shape;429;p53"/>
            <p:cNvSpPr txBox="1"/>
            <p:nvPr/>
          </p:nvSpPr>
          <p:spPr>
            <a:xfrm>
              <a:off x="3734612" y="2768336"/>
              <a:ext cx="457201"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to</a:t>
              </a:r>
              <a:endParaRPr/>
            </a:p>
          </p:txBody>
        </p:sp>
        <p:sp>
          <p:nvSpPr>
            <p:cNvPr id="430" name="Google Shape;430;p53"/>
            <p:cNvSpPr/>
            <p:nvPr/>
          </p:nvSpPr>
          <p:spPr>
            <a:xfrm>
              <a:off x="3734612" y="3321934"/>
              <a:ext cx="457201" cy="389857"/>
            </a:xfrm>
            <a:prstGeom prst="rect">
              <a:avLst/>
            </a:prstGeom>
            <a:solidFill>
              <a:srgbClr val="99FFCC"/>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 name="Google Shape;431;p53"/>
            <p:cNvSpPr txBox="1"/>
            <p:nvPr/>
          </p:nvSpPr>
          <p:spPr>
            <a:xfrm>
              <a:off x="3734612" y="3321934"/>
              <a:ext cx="457201"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to</a:t>
              </a:r>
              <a:endParaRPr/>
            </a:p>
          </p:txBody>
        </p:sp>
        <p:sp>
          <p:nvSpPr>
            <p:cNvPr id="432" name="Google Shape;432;p53"/>
            <p:cNvSpPr/>
            <p:nvPr/>
          </p:nvSpPr>
          <p:spPr>
            <a:xfrm>
              <a:off x="4365476" y="553944"/>
              <a:ext cx="1288105" cy="389857"/>
            </a:xfrm>
            <a:prstGeom prst="rect">
              <a:avLst/>
            </a:prstGeom>
            <a:solidFill>
              <a:schemeClr val="lt1"/>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 name="Google Shape;433;p53"/>
            <p:cNvSpPr txBox="1"/>
            <p:nvPr/>
          </p:nvSpPr>
          <p:spPr>
            <a:xfrm>
              <a:off x="4365476" y="553944"/>
              <a:ext cx="1288105"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L.A.!”</a:t>
              </a:r>
              <a:endParaRPr/>
            </a:p>
          </p:txBody>
        </p:sp>
        <p:sp>
          <p:nvSpPr>
            <p:cNvPr id="434" name="Google Shape;434;p53"/>
            <p:cNvSpPr/>
            <p:nvPr/>
          </p:nvSpPr>
          <p:spPr>
            <a:xfrm>
              <a:off x="4365476" y="1107542"/>
              <a:ext cx="1288105" cy="389857"/>
            </a:xfrm>
            <a:prstGeom prst="rect">
              <a:avLst/>
            </a:prstGeom>
            <a:solidFill>
              <a:schemeClr val="lt1"/>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 name="Google Shape;435;p53"/>
            <p:cNvSpPr txBox="1"/>
            <p:nvPr/>
          </p:nvSpPr>
          <p:spPr>
            <a:xfrm>
              <a:off x="4365476" y="1107542"/>
              <a:ext cx="1288105"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L.A.!”</a:t>
              </a:r>
              <a:endParaRPr/>
            </a:p>
          </p:txBody>
        </p:sp>
        <p:sp>
          <p:nvSpPr>
            <p:cNvPr id="436" name="Google Shape;436;p53"/>
            <p:cNvSpPr/>
            <p:nvPr/>
          </p:nvSpPr>
          <p:spPr>
            <a:xfrm>
              <a:off x="4365476" y="1661140"/>
              <a:ext cx="1288105" cy="389857"/>
            </a:xfrm>
            <a:prstGeom prst="rect">
              <a:avLst/>
            </a:prstGeom>
            <a:no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 name="Google Shape;437;p53"/>
            <p:cNvSpPr txBox="1"/>
            <p:nvPr/>
          </p:nvSpPr>
          <p:spPr>
            <a:xfrm>
              <a:off x="4365476" y="1661140"/>
              <a:ext cx="1288105"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L.A.!”</a:t>
              </a:r>
              <a:endParaRPr/>
            </a:p>
          </p:txBody>
        </p:sp>
        <p:sp>
          <p:nvSpPr>
            <p:cNvPr id="438" name="Google Shape;438;p53"/>
            <p:cNvSpPr/>
            <p:nvPr/>
          </p:nvSpPr>
          <p:spPr>
            <a:xfrm>
              <a:off x="4369838" y="2214738"/>
              <a:ext cx="925288" cy="389857"/>
            </a:xfrm>
            <a:prstGeom prst="rect">
              <a:avLst/>
            </a:prstGeom>
            <a:solidFill>
              <a:srgbClr val="CCECFF"/>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 name="Google Shape;439;p53"/>
            <p:cNvSpPr txBox="1"/>
            <p:nvPr/>
          </p:nvSpPr>
          <p:spPr>
            <a:xfrm>
              <a:off x="4369838" y="2214738"/>
              <a:ext cx="925288"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L.A.!</a:t>
              </a:r>
              <a:endParaRPr/>
            </a:p>
          </p:txBody>
        </p:sp>
        <p:sp>
          <p:nvSpPr>
            <p:cNvPr id="440" name="Google Shape;440;p53"/>
            <p:cNvSpPr/>
            <p:nvPr/>
          </p:nvSpPr>
          <p:spPr>
            <a:xfrm>
              <a:off x="4355554" y="2768336"/>
              <a:ext cx="614049" cy="389857"/>
            </a:xfrm>
            <a:prstGeom prst="rect">
              <a:avLst/>
            </a:prstGeom>
            <a:solidFill>
              <a:srgbClr val="CCECFF"/>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 name="Google Shape;441;p53"/>
            <p:cNvSpPr txBox="1"/>
            <p:nvPr/>
          </p:nvSpPr>
          <p:spPr>
            <a:xfrm>
              <a:off x="4355554" y="2768336"/>
              <a:ext cx="614049"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L.A.</a:t>
              </a:r>
              <a:endParaRPr/>
            </a:p>
          </p:txBody>
        </p:sp>
        <p:sp>
          <p:nvSpPr>
            <p:cNvPr id="442" name="Google Shape;442;p53"/>
            <p:cNvSpPr/>
            <p:nvPr/>
          </p:nvSpPr>
          <p:spPr>
            <a:xfrm>
              <a:off x="4355554" y="3321934"/>
              <a:ext cx="614049" cy="389857"/>
            </a:xfrm>
            <a:prstGeom prst="rect">
              <a:avLst/>
            </a:prstGeom>
            <a:solidFill>
              <a:srgbClr val="99FFCC"/>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 name="Google Shape;443;p53"/>
            <p:cNvSpPr txBox="1"/>
            <p:nvPr/>
          </p:nvSpPr>
          <p:spPr>
            <a:xfrm>
              <a:off x="4355554" y="3321934"/>
              <a:ext cx="614049"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L.A.</a:t>
              </a:r>
              <a:endParaRPr/>
            </a:p>
          </p:txBody>
        </p:sp>
        <p:sp>
          <p:nvSpPr>
            <p:cNvPr id="444" name="Google Shape;444;p53"/>
            <p:cNvSpPr/>
            <p:nvPr/>
          </p:nvSpPr>
          <p:spPr>
            <a:xfrm>
              <a:off x="5133343" y="2768336"/>
              <a:ext cx="176067" cy="389857"/>
            </a:xfrm>
            <a:prstGeom prst="rect">
              <a:avLst/>
            </a:prstGeom>
            <a:solidFill>
              <a:srgbClr val="CCECFF"/>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 name="Google Shape;445;p53"/>
            <p:cNvSpPr txBox="1"/>
            <p:nvPr/>
          </p:nvSpPr>
          <p:spPr>
            <a:xfrm>
              <a:off x="5133343" y="2768336"/>
              <a:ext cx="176067"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a:t>
              </a:r>
              <a:endParaRPr/>
            </a:p>
          </p:txBody>
        </p:sp>
        <p:sp>
          <p:nvSpPr>
            <p:cNvPr id="446" name="Google Shape;446;p53"/>
            <p:cNvSpPr/>
            <p:nvPr/>
          </p:nvSpPr>
          <p:spPr>
            <a:xfrm>
              <a:off x="5134310" y="3321934"/>
              <a:ext cx="174133" cy="389857"/>
            </a:xfrm>
            <a:prstGeom prst="rect">
              <a:avLst/>
            </a:prstGeom>
            <a:solidFill>
              <a:srgbClr val="99FFCC"/>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 name="Google Shape;447;p53"/>
            <p:cNvSpPr txBox="1"/>
            <p:nvPr/>
          </p:nvSpPr>
          <p:spPr>
            <a:xfrm>
              <a:off x="5134310" y="3321934"/>
              <a:ext cx="174133"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a:t>
              </a:r>
              <a:endParaRPr/>
            </a:p>
          </p:txBody>
        </p:sp>
        <p:sp>
          <p:nvSpPr>
            <p:cNvPr id="448" name="Google Shape;448;p53"/>
            <p:cNvSpPr/>
            <p:nvPr/>
          </p:nvSpPr>
          <p:spPr>
            <a:xfrm>
              <a:off x="5473151" y="2214738"/>
              <a:ext cx="176067" cy="389857"/>
            </a:xfrm>
            <a:prstGeom prst="rect">
              <a:avLst/>
            </a:prstGeom>
            <a:solidFill>
              <a:srgbClr val="CCECFF"/>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 name="Google Shape;449;p53"/>
            <p:cNvSpPr txBox="1"/>
            <p:nvPr/>
          </p:nvSpPr>
          <p:spPr>
            <a:xfrm>
              <a:off x="5473151" y="2214738"/>
              <a:ext cx="176067"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a:t>
              </a:r>
              <a:endParaRPr/>
            </a:p>
          </p:txBody>
        </p:sp>
        <p:sp>
          <p:nvSpPr>
            <p:cNvPr id="450" name="Google Shape;450;p53"/>
            <p:cNvSpPr/>
            <p:nvPr/>
          </p:nvSpPr>
          <p:spPr>
            <a:xfrm>
              <a:off x="5473151" y="2768336"/>
              <a:ext cx="176067" cy="389857"/>
            </a:xfrm>
            <a:prstGeom prst="rect">
              <a:avLst/>
            </a:prstGeom>
            <a:solidFill>
              <a:srgbClr val="99FFCC"/>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 name="Google Shape;451;p53"/>
            <p:cNvSpPr txBox="1"/>
            <p:nvPr/>
          </p:nvSpPr>
          <p:spPr>
            <a:xfrm>
              <a:off x="5473151" y="2768336"/>
              <a:ext cx="176067"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a:t>
              </a:r>
              <a:endParaRPr/>
            </a:p>
          </p:txBody>
        </p:sp>
        <p:sp>
          <p:nvSpPr>
            <p:cNvPr id="452" name="Google Shape;452;p53"/>
            <p:cNvSpPr/>
            <p:nvPr/>
          </p:nvSpPr>
          <p:spPr>
            <a:xfrm>
              <a:off x="5474118" y="3321934"/>
              <a:ext cx="174133" cy="389857"/>
            </a:xfrm>
            <a:prstGeom prst="rect">
              <a:avLst/>
            </a:prstGeom>
            <a:solidFill>
              <a:srgbClr val="99FFCC"/>
            </a:solidFill>
            <a:ln w="25400" cap="flat" cmpd="sng">
              <a:solidFill>
                <a:srgbClr val="0070C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 name="Google Shape;453;p53"/>
            <p:cNvSpPr txBox="1"/>
            <p:nvPr/>
          </p:nvSpPr>
          <p:spPr>
            <a:xfrm>
              <a:off x="5474118" y="3321934"/>
              <a:ext cx="174133" cy="389857"/>
            </a:xfrm>
            <a:prstGeom prst="rect">
              <a:avLst/>
            </a:prstGeom>
            <a:noFill/>
            <a:ln>
              <a:noFill/>
            </a:ln>
          </p:spPr>
          <p:txBody>
            <a:bodyPr spcFirstLastPara="1" wrap="square" lIns="8875" tIns="8875" rIns="8875" bIns="8875" anchor="ctr" anchorCtr="0">
              <a:noAutofit/>
            </a:bodyPr>
            <a:lstStyle/>
            <a:p>
              <a:pPr marL="0" marR="0" lvl="0" indent="0" algn="ctr"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a:t>
              </a:r>
              <a:endParaRPr sz="1400" b="0" i="0" u="none" strike="noStrike" cap="none">
                <a:latin typeface="Arial"/>
                <a:ea typeface="Arial"/>
                <a:cs typeface="Arial"/>
                <a:sym typeface="Arial"/>
              </a:endParaRPr>
            </a:p>
          </p:txBody>
        </p:sp>
        <p:sp>
          <p:nvSpPr>
            <p:cNvPr id="454" name="Google Shape;454;p53"/>
            <p:cNvSpPr/>
            <p:nvPr/>
          </p:nvSpPr>
          <p:spPr>
            <a:xfrm>
              <a:off x="5823956" y="346"/>
              <a:ext cx="1760254" cy="389857"/>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5" name="Google Shape;455;p53"/>
            <p:cNvSpPr txBox="1"/>
            <p:nvPr/>
          </p:nvSpPr>
          <p:spPr>
            <a:xfrm>
              <a:off x="5823956" y="346"/>
              <a:ext cx="1760254" cy="389857"/>
            </a:xfrm>
            <a:prstGeom prst="rect">
              <a:avLst/>
            </a:prstGeom>
            <a:noFill/>
            <a:ln>
              <a:noFill/>
            </a:ln>
          </p:spPr>
          <p:txBody>
            <a:bodyPr spcFirstLastPara="1" wrap="square" lIns="8875" tIns="8875" rIns="8875" bIns="8875" anchor="ctr" anchorCtr="0">
              <a:noAutofit/>
            </a:bodyPr>
            <a:lstStyle/>
            <a:p>
              <a:pPr marL="0" marR="0" lvl="0" indent="0" algn="l"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original text</a:t>
              </a:r>
              <a:endParaRPr/>
            </a:p>
          </p:txBody>
        </p:sp>
        <p:sp>
          <p:nvSpPr>
            <p:cNvPr id="456" name="Google Shape;456;p53"/>
            <p:cNvSpPr/>
            <p:nvPr/>
          </p:nvSpPr>
          <p:spPr>
            <a:xfrm>
              <a:off x="5823956" y="553944"/>
              <a:ext cx="1760254" cy="389857"/>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7" name="Google Shape;457;p53"/>
            <p:cNvSpPr txBox="1"/>
            <p:nvPr/>
          </p:nvSpPr>
          <p:spPr>
            <a:xfrm>
              <a:off x="5823956" y="553944"/>
              <a:ext cx="1760254" cy="389857"/>
            </a:xfrm>
            <a:prstGeom prst="rect">
              <a:avLst/>
            </a:prstGeom>
            <a:noFill/>
            <a:ln>
              <a:noFill/>
            </a:ln>
          </p:spPr>
          <p:txBody>
            <a:bodyPr spcFirstLastPara="1" wrap="square" lIns="8875" tIns="8875" rIns="8875" bIns="8875" anchor="ctr" anchorCtr="0">
              <a:noAutofit/>
            </a:bodyPr>
            <a:lstStyle/>
            <a:p>
              <a:pPr marL="0" marR="0" lvl="0" indent="0" algn="l"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split on whitespace</a:t>
              </a:r>
              <a:endParaRPr/>
            </a:p>
          </p:txBody>
        </p:sp>
        <p:sp>
          <p:nvSpPr>
            <p:cNvPr id="458" name="Google Shape;458;p53"/>
            <p:cNvSpPr/>
            <p:nvPr/>
          </p:nvSpPr>
          <p:spPr>
            <a:xfrm>
              <a:off x="5823956" y="1107542"/>
              <a:ext cx="1760254" cy="389857"/>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9" name="Google Shape;459;p53"/>
            <p:cNvSpPr txBox="1"/>
            <p:nvPr/>
          </p:nvSpPr>
          <p:spPr>
            <a:xfrm>
              <a:off x="5823956" y="1107542"/>
              <a:ext cx="1760254" cy="389857"/>
            </a:xfrm>
            <a:prstGeom prst="rect">
              <a:avLst/>
            </a:prstGeom>
            <a:noFill/>
            <a:ln>
              <a:noFill/>
            </a:ln>
          </p:spPr>
          <p:txBody>
            <a:bodyPr spcFirstLastPara="1" wrap="square" lIns="8875" tIns="8875" rIns="8875" bIns="8875" anchor="ctr" anchorCtr="0">
              <a:noAutofit/>
            </a:bodyPr>
            <a:lstStyle/>
            <a:p>
              <a:pPr marL="0" marR="0" lvl="0" indent="0" algn="l"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prefix</a:t>
              </a:r>
              <a:endParaRPr/>
            </a:p>
          </p:txBody>
        </p:sp>
        <p:sp>
          <p:nvSpPr>
            <p:cNvPr id="460" name="Google Shape;460;p53"/>
            <p:cNvSpPr/>
            <p:nvPr/>
          </p:nvSpPr>
          <p:spPr>
            <a:xfrm>
              <a:off x="5823956" y="1661140"/>
              <a:ext cx="1760254" cy="389857"/>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1" name="Google Shape;461;p53"/>
            <p:cNvSpPr txBox="1"/>
            <p:nvPr/>
          </p:nvSpPr>
          <p:spPr>
            <a:xfrm>
              <a:off x="5823956" y="1661140"/>
              <a:ext cx="1760254" cy="389857"/>
            </a:xfrm>
            <a:prstGeom prst="rect">
              <a:avLst/>
            </a:prstGeom>
            <a:noFill/>
            <a:ln>
              <a:noFill/>
            </a:ln>
          </p:spPr>
          <p:txBody>
            <a:bodyPr spcFirstLastPara="1" wrap="square" lIns="8875" tIns="8875" rIns="8875" bIns="8875" anchor="ctr" anchorCtr="0">
              <a:noAutofit/>
            </a:bodyPr>
            <a:lstStyle/>
            <a:p>
              <a:pPr marL="0" marR="0" lvl="0" indent="0" algn="l"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exception</a:t>
              </a:r>
              <a:endParaRPr/>
            </a:p>
          </p:txBody>
        </p:sp>
        <p:sp>
          <p:nvSpPr>
            <p:cNvPr id="462" name="Google Shape;462;p53"/>
            <p:cNvSpPr/>
            <p:nvPr/>
          </p:nvSpPr>
          <p:spPr>
            <a:xfrm>
              <a:off x="5823956" y="2214738"/>
              <a:ext cx="1760254" cy="389857"/>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3" name="Google Shape;463;p53"/>
            <p:cNvSpPr txBox="1"/>
            <p:nvPr/>
          </p:nvSpPr>
          <p:spPr>
            <a:xfrm>
              <a:off x="5823956" y="2214738"/>
              <a:ext cx="1760254" cy="389857"/>
            </a:xfrm>
            <a:prstGeom prst="rect">
              <a:avLst/>
            </a:prstGeom>
            <a:noFill/>
            <a:ln>
              <a:noFill/>
            </a:ln>
          </p:spPr>
          <p:txBody>
            <a:bodyPr spcFirstLastPara="1" wrap="square" lIns="8875" tIns="8875" rIns="8875" bIns="8875" anchor="ctr" anchorCtr="0">
              <a:noAutofit/>
            </a:bodyPr>
            <a:lstStyle/>
            <a:p>
              <a:pPr marL="0" marR="0" lvl="0" indent="0" algn="l"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suffix</a:t>
              </a:r>
              <a:endParaRPr/>
            </a:p>
          </p:txBody>
        </p:sp>
        <p:sp>
          <p:nvSpPr>
            <p:cNvPr id="464" name="Google Shape;464;p53"/>
            <p:cNvSpPr/>
            <p:nvPr/>
          </p:nvSpPr>
          <p:spPr>
            <a:xfrm>
              <a:off x="5823956" y="2768336"/>
              <a:ext cx="1760254" cy="389857"/>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5" name="Google Shape;465;p53"/>
            <p:cNvSpPr txBox="1"/>
            <p:nvPr/>
          </p:nvSpPr>
          <p:spPr>
            <a:xfrm>
              <a:off x="5823956" y="2768336"/>
              <a:ext cx="1760254" cy="389857"/>
            </a:xfrm>
            <a:prstGeom prst="rect">
              <a:avLst/>
            </a:prstGeom>
            <a:noFill/>
            <a:ln>
              <a:noFill/>
            </a:ln>
          </p:spPr>
          <p:txBody>
            <a:bodyPr spcFirstLastPara="1" wrap="square" lIns="8875" tIns="8875" rIns="8875" bIns="8875" anchor="ctr" anchorCtr="0">
              <a:noAutofit/>
            </a:bodyPr>
            <a:lstStyle/>
            <a:p>
              <a:pPr marL="0" marR="0" lvl="0" indent="0" algn="l"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exception</a:t>
              </a:r>
              <a:endParaRPr/>
            </a:p>
          </p:txBody>
        </p:sp>
        <p:sp>
          <p:nvSpPr>
            <p:cNvPr id="466" name="Google Shape;466;p53"/>
            <p:cNvSpPr/>
            <p:nvPr/>
          </p:nvSpPr>
          <p:spPr>
            <a:xfrm>
              <a:off x="5823956" y="3321934"/>
              <a:ext cx="1760254" cy="389857"/>
            </a:xfrm>
            <a:prstGeom prst="rect">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67" name="Google Shape;467;p53"/>
            <p:cNvSpPr txBox="1"/>
            <p:nvPr/>
          </p:nvSpPr>
          <p:spPr>
            <a:xfrm>
              <a:off x="5823956" y="3321934"/>
              <a:ext cx="1760254" cy="389857"/>
            </a:xfrm>
            <a:prstGeom prst="rect">
              <a:avLst/>
            </a:prstGeom>
            <a:noFill/>
            <a:ln>
              <a:noFill/>
            </a:ln>
          </p:spPr>
          <p:txBody>
            <a:bodyPr spcFirstLastPara="1" wrap="square" lIns="8875" tIns="8875" rIns="8875" bIns="8875" anchor="ctr" anchorCtr="0">
              <a:noAutofit/>
            </a:bodyPr>
            <a:lstStyle/>
            <a:p>
              <a:pPr marL="0" marR="0" lvl="0" indent="0" algn="l" rtl="0">
                <a:lnSpc>
                  <a:spcPct val="90000"/>
                </a:lnSpc>
                <a:spcBef>
                  <a:spcPts val="0"/>
                </a:spcBef>
                <a:spcAft>
                  <a:spcPts val="0"/>
                </a:spcAft>
                <a:buClr>
                  <a:srgbClr val="000000"/>
                </a:buClr>
                <a:buSzPts val="1400"/>
                <a:buFont typeface="Arial"/>
                <a:buNone/>
              </a:pPr>
              <a:r>
                <a:rPr lang="en" sz="1400" b="0" i="0" u="none" strike="noStrike" cap="none">
                  <a:latin typeface="Arial"/>
                  <a:ea typeface="Arial"/>
                  <a:cs typeface="Arial"/>
                  <a:sym typeface="Arial"/>
                </a:rPr>
                <a:t>done</a:t>
              </a:r>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1"/>
                                        </p:tgtEl>
                                        <p:attrNameLst>
                                          <p:attrName>style.visibility</p:attrName>
                                        </p:attrNameLst>
                                      </p:cBhvr>
                                      <p:to>
                                        <p:strVal val="visible"/>
                                      </p:to>
                                    </p:set>
                                    <p:animEffect transition="in" filter="fade">
                                      <p:cBhvr>
                                        <p:cTn id="7" dur="1000"/>
                                        <p:tgtEl>
                                          <p:spTgt spid="3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71"/>
        <p:cNvGrpSpPr/>
        <p:nvPr/>
      </p:nvGrpSpPr>
      <p:grpSpPr>
        <a:xfrm>
          <a:off x="0" y="0"/>
          <a:ext cx="0" cy="0"/>
          <a:chOff x="0" y="0"/>
          <a:chExt cx="0" cy="0"/>
        </a:xfrm>
      </p:grpSpPr>
      <p:sp>
        <p:nvSpPr>
          <p:cNvPr id="472" name="Google Shape;472;p54"/>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Montserrat"/>
                <a:ea typeface="Montserrat"/>
                <a:cs typeface="Montserrat"/>
                <a:sym typeface="Montserrat"/>
              </a:rPr>
              <a:t>Natural Language Processing Bootcamp</a:t>
            </a:r>
            <a:endParaRPr>
              <a:latin typeface="Montserrat"/>
              <a:ea typeface="Montserrat"/>
              <a:cs typeface="Montserrat"/>
              <a:sym typeface="Montserrat"/>
            </a:endParaRPr>
          </a:p>
        </p:txBody>
      </p:sp>
      <p:sp>
        <p:nvSpPr>
          <p:cNvPr id="473" name="Google Shape;473;p54"/>
          <p:cNvSpPr txBox="1">
            <a:spLocks noGrp="1"/>
          </p:cNvSpPr>
          <p:nvPr>
            <p:ph type="body" idx="1"/>
          </p:nvPr>
        </p:nvSpPr>
        <p:spPr>
          <a:xfrm>
            <a:off x="311700" y="1152475"/>
            <a:ext cx="8684100" cy="3416400"/>
          </a:xfrm>
          <a:prstGeom prst="rect">
            <a:avLst/>
          </a:prstGeom>
        </p:spPr>
        <p:txBody>
          <a:bodyPr spcFirstLastPara="1" wrap="square" lIns="91425" tIns="91425" rIns="91425" bIns="91425" anchor="t" anchorCtr="0">
            <a:noAutofit/>
          </a:bodyPr>
          <a:lstStyle/>
          <a:p>
            <a:pPr marL="457200" marR="0" lvl="0" indent="-412750" algn="l" rtl="0">
              <a:lnSpc>
                <a:spcPct val="100000"/>
              </a:lnSpc>
              <a:spcBef>
                <a:spcPts val="0"/>
              </a:spcBef>
              <a:spcAft>
                <a:spcPts val="0"/>
              </a:spcAft>
              <a:buClr>
                <a:srgbClr val="434343"/>
              </a:buClr>
              <a:buSzPts val="2900"/>
              <a:buFont typeface="Montserrat"/>
              <a:buChar char="●"/>
            </a:pPr>
            <a:r>
              <a:rPr lang="en" sz="2900" dirty="0">
                <a:solidFill>
                  <a:srgbClr val="434343"/>
                </a:solidFill>
                <a:latin typeface="Montserrat"/>
                <a:ea typeface="Montserrat"/>
                <a:cs typeface="Montserrat"/>
                <a:sym typeface="Montserrat"/>
              </a:rPr>
              <a:t>Notice that tokens are pieces of the original text. </a:t>
            </a:r>
            <a:endParaRPr sz="2900" dirty="0">
              <a:solidFill>
                <a:srgbClr val="434343"/>
              </a:solidFill>
              <a:latin typeface="Montserrat"/>
              <a:ea typeface="Montserrat"/>
              <a:cs typeface="Montserrat"/>
              <a:sym typeface="Montserrat"/>
            </a:endParaRPr>
          </a:p>
          <a:p>
            <a:pPr marL="457200" marR="0" lvl="0" indent="-412750" algn="l" rtl="0">
              <a:lnSpc>
                <a:spcPct val="100000"/>
              </a:lnSpc>
              <a:spcBef>
                <a:spcPts val="0"/>
              </a:spcBef>
              <a:spcAft>
                <a:spcPts val="0"/>
              </a:spcAft>
              <a:buClr>
                <a:srgbClr val="434343"/>
              </a:buClr>
              <a:buSzPts val="2900"/>
              <a:buFont typeface="Montserrat"/>
              <a:buChar char="●"/>
            </a:pPr>
            <a:r>
              <a:rPr lang="en" sz="2900" dirty="0">
                <a:solidFill>
                  <a:srgbClr val="434343"/>
                </a:solidFill>
                <a:latin typeface="Montserrat"/>
                <a:ea typeface="Montserrat"/>
                <a:cs typeface="Montserrat"/>
                <a:sym typeface="Montserrat"/>
              </a:rPr>
              <a:t>We don't see any conversion to word stems or lemmas (base forms of words) and we haven't seen anything about organizations/places/money etc. </a:t>
            </a:r>
            <a:endParaRPr sz="2900" dirty="0">
              <a:solidFill>
                <a:srgbClr val="434343"/>
              </a:solidFill>
              <a:latin typeface="Montserrat"/>
              <a:ea typeface="Montserrat"/>
              <a:cs typeface="Montserrat"/>
              <a:sym typeface="Montserrat"/>
            </a:endParaRPr>
          </a:p>
        </p:txBody>
      </p:sp>
      <p:pic>
        <p:nvPicPr>
          <p:cNvPr id="474" name="Google Shape;474;p54"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79"/>
        <p:cNvGrpSpPr/>
        <p:nvPr/>
      </p:nvGrpSpPr>
      <p:grpSpPr>
        <a:xfrm>
          <a:off x="0" y="0"/>
          <a:ext cx="0" cy="0"/>
          <a:chOff x="0" y="0"/>
          <a:chExt cx="0" cy="0"/>
        </a:xfrm>
      </p:grpSpPr>
      <p:sp>
        <p:nvSpPr>
          <p:cNvPr id="480" name="Google Shape;480;p55"/>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Montserrat"/>
                <a:ea typeface="Montserrat"/>
                <a:cs typeface="Montserrat"/>
                <a:sym typeface="Montserrat"/>
              </a:rPr>
              <a:t>Natural Language Processing Bootcamp</a:t>
            </a:r>
            <a:endParaRPr>
              <a:latin typeface="Montserrat"/>
              <a:ea typeface="Montserrat"/>
              <a:cs typeface="Montserrat"/>
              <a:sym typeface="Montserrat"/>
            </a:endParaRPr>
          </a:p>
        </p:txBody>
      </p:sp>
      <p:sp>
        <p:nvSpPr>
          <p:cNvPr id="481" name="Google Shape;481;p55"/>
          <p:cNvSpPr txBox="1">
            <a:spLocks noGrp="1"/>
          </p:cNvSpPr>
          <p:nvPr>
            <p:ph type="body" idx="1"/>
          </p:nvPr>
        </p:nvSpPr>
        <p:spPr>
          <a:xfrm>
            <a:off x="311700" y="1152475"/>
            <a:ext cx="8684100" cy="3416400"/>
          </a:xfrm>
          <a:prstGeom prst="rect">
            <a:avLst/>
          </a:prstGeom>
        </p:spPr>
        <p:txBody>
          <a:bodyPr spcFirstLastPara="1" wrap="square" lIns="91425" tIns="91425" rIns="91425" bIns="91425" anchor="t" anchorCtr="0">
            <a:noAutofit/>
          </a:bodyPr>
          <a:lstStyle/>
          <a:p>
            <a:pPr marL="457200" marR="0" lvl="0" indent="-412750" algn="l" rtl="0">
              <a:lnSpc>
                <a:spcPct val="100000"/>
              </a:lnSpc>
              <a:spcBef>
                <a:spcPts val="0"/>
              </a:spcBef>
              <a:spcAft>
                <a:spcPts val="0"/>
              </a:spcAft>
              <a:buClr>
                <a:srgbClr val="434343"/>
              </a:buClr>
              <a:buSzPts val="2900"/>
              <a:buFont typeface="Montserrat"/>
              <a:buChar char="●"/>
            </a:pPr>
            <a:r>
              <a:rPr lang="en" sz="2900" dirty="0">
                <a:solidFill>
                  <a:srgbClr val="434343"/>
                </a:solidFill>
                <a:latin typeface="Montserrat"/>
                <a:ea typeface="Montserrat"/>
                <a:cs typeface="Montserrat"/>
                <a:sym typeface="Montserrat"/>
              </a:rPr>
              <a:t>Tokens are the basic building blocks of a Doc object - everything that helps us understand the meaning of the text is derived from tokens and their relationship to one another.</a:t>
            </a:r>
            <a:endParaRPr sz="2900" dirty="0">
              <a:solidFill>
                <a:srgbClr val="434343"/>
              </a:solidFill>
              <a:latin typeface="Montserrat"/>
              <a:ea typeface="Montserrat"/>
              <a:cs typeface="Montserrat"/>
              <a:sym typeface="Montserrat"/>
            </a:endParaRPr>
          </a:p>
        </p:txBody>
      </p:sp>
      <p:pic>
        <p:nvPicPr>
          <p:cNvPr id="482" name="Google Shape;482;p55"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56"/>
          <p:cNvSpPr txBox="1">
            <a:spLocks noGrp="1"/>
          </p:cNvSpPr>
          <p:nvPr>
            <p:ph type="title"/>
          </p:nvPr>
        </p:nvSpPr>
        <p:spPr>
          <a:xfrm>
            <a:off x="1042425" y="295788"/>
            <a:ext cx="7789875" cy="572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 sz="3200" b="0" i="0" u="none" strike="noStrike" cap="none">
                <a:solidFill>
                  <a:schemeClr val="dk1"/>
                </a:solidFill>
                <a:latin typeface="Montserrat"/>
                <a:ea typeface="Montserrat"/>
                <a:cs typeface="Montserrat"/>
                <a:sym typeface="Montserrat"/>
              </a:rPr>
              <a:t>Tokenization</a:t>
            </a:r>
            <a:endParaRPr/>
          </a:p>
        </p:txBody>
      </p:sp>
      <p:sp>
        <p:nvSpPr>
          <p:cNvPr id="489" name="Google Shape;489;p56"/>
          <p:cNvSpPr txBox="1">
            <a:spLocks noGrp="1"/>
          </p:cNvSpPr>
          <p:nvPr>
            <p:ph type="body" idx="1"/>
          </p:nvPr>
        </p:nvSpPr>
        <p:spPr>
          <a:xfrm>
            <a:off x="311700" y="1152475"/>
            <a:ext cx="6428100" cy="3416400"/>
          </a:xfrm>
          <a:prstGeom prst="rect">
            <a:avLst/>
          </a:prstGeom>
          <a:noFill/>
          <a:ln>
            <a:noFill/>
          </a:ln>
        </p:spPr>
        <p:txBody>
          <a:bodyPr spcFirstLastPara="1" wrap="square" lIns="91425" tIns="91425" rIns="91425" bIns="91425" anchor="t" anchorCtr="0">
            <a:noAutofit/>
          </a:bodyPr>
          <a:lstStyle/>
          <a:p>
            <a:pPr marL="228600" marR="0" lvl="0" indent="-228600" algn="l" rtl="0">
              <a:lnSpc>
                <a:spcPct val="115000"/>
              </a:lnSpc>
              <a:spcBef>
                <a:spcPts val="0"/>
              </a:spcBef>
              <a:spcAft>
                <a:spcPts val="0"/>
              </a:spcAft>
              <a:buClr>
                <a:schemeClr val="dk2"/>
              </a:buClr>
              <a:buSzPts val="1800"/>
              <a:buFont typeface="Arial"/>
              <a:buChar char="●"/>
            </a:pPr>
            <a:r>
              <a:rPr lang="en" sz="2400" b="1" i="0" u="none" strike="noStrike" cap="none" dirty="0">
                <a:solidFill>
                  <a:srgbClr val="0070C0"/>
                </a:solidFill>
                <a:latin typeface="Montserrat"/>
                <a:ea typeface="Montserrat"/>
                <a:cs typeface="Montserrat"/>
                <a:sym typeface="Montserrat"/>
              </a:rPr>
              <a:t>Prefix:	</a:t>
            </a:r>
            <a:r>
              <a:rPr lang="en" sz="2400" b="1" i="0" u="none" strike="noStrike" cap="none" dirty="0">
                <a:solidFill>
                  <a:schemeClr val="dk2"/>
                </a:solidFill>
                <a:latin typeface="Montserrat"/>
                <a:ea typeface="Montserrat"/>
                <a:cs typeface="Montserrat"/>
                <a:sym typeface="Montserrat"/>
              </a:rPr>
              <a:t>Character(s) at the beginning</a:t>
            </a:r>
            <a:endParaRPr sz="2400" b="1" i="0" u="none" strike="noStrike" cap="none" dirty="0">
              <a:solidFill>
                <a:srgbClr val="0070C0"/>
              </a:solidFill>
              <a:latin typeface="Montserrat"/>
              <a:ea typeface="Montserrat"/>
              <a:cs typeface="Montserrat"/>
              <a:sym typeface="Montserrat"/>
            </a:endParaRPr>
          </a:p>
          <a:p>
            <a:pPr marL="228600" marR="0" lvl="0" indent="-228600" algn="l" rtl="0">
              <a:lnSpc>
                <a:spcPct val="115000"/>
              </a:lnSpc>
              <a:spcBef>
                <a:spcPts val="0"/>
              </a:spcBef>
              <a:spcAft>
                <a:spcPts val="0"/>
              </a:spcAft>
              <a:buClr>
                <a:schemeClr val="dk2"/>
              </a:buClr>
              <a:buSzPts val="1800"/>
              <a:buFont typeface="Arial"/>
              <a:buChar char="●"/>
            </a:pPr>
            <a:r>
              <a:rPr lang="en" sz="2400" b="1" i="0" u="none" strike="noStrike" cap="none" dirty="0">
                <a:solidFill>
                  <a:srgbClr val="0070C0"/>
                </a:solidFill>
                <a:latin typeface="Montserrat"/>
                <a:ea typeface="Montserrat"/>
                <a:cs typeface="Montserrat"/>
                <a:sym typeface="Montserrat"/>
              </a:rPr>
              <a:t>Suffix:	</a:t>
            </a:r>
            <a:r>
              <a:rPr lang="en" sz="2400" b="1" i="0" u="none" strike="noStrike" cap="none" dirty="0">
                <a:solidFill>
                  <a:schemeClr val="dk2"/>
                </a:solidFill>
                <a:latin typeface="Montserrat"/>
                <a:ea typeface="Montserrat"/>
                <a:cs typeface="Montserrat"/>
                <a:sym typeface="Montserrat"/>
              </a:rPr>
              <a:t>Character(s) at the end</a:t>
            </a:r>
            <a:endParaRPr sz="2400" b="1" i="0" u="none" strike="noStrike" cap="none" dirty="0">
              <a:solidFill>
                <a:srgbClr val="0070C0"/>
              </a:solidFill>
              <a:latin typeface="Montserrat"/>
              <a:ea typeface="Montserrat"/>
              <a:cs typeface="Montserrat"/>
              <a:sym typeface="Montserrat"/>
            </a:endParaRPr>
          </a:p>
          <a:p>
            <a:pPr marL="228600" marR="0" lvl="0" indent="-228600" algn="l" rtl="0">
              <a:lnSpc>
                <a:spcPct val="115000"/>
              </a:lnSpc>
              <a:spcBef>
                <a:spcPts val="0"/>
              </a:spcBef>
              <a:spcAft>
                <a:spcPts val="0"/>
              </a:spcAft>
              <a:buClr>
                <a:schemeClr val="dk2"/>
              </a:buClr>
              <a:buSzPts val="1800"/>
              <a:buFont typeface="Arial"/>
              <a:buChar char="●"/>
            </a:pPr>
            <a:r>
              <a:rPr lang="en" sz="2400" b="1" i="0" u="none" strike="noStrike" cap="none" dirty="0">
                <a:solidFill>
                  <a:srgbClr val="0070C0"/>
                </a:solidFill>
                <a:latin typeface="Montserrat"/>
                <a:ea typeface="Montserrat"/>
                <a:cs typeface="Montserrat"/>
                <a:sym typeface="Montserrat"/>
              </a:rPr>
              <a:t>Infix:	</a:t>
            </a:r>
            <a:r>
              <a:rPr lang="en" sz="2400" b="1" i="0" u="none" strike="noStrike" cap="none" dirty="0">
                <a:solidFill>
                  <a:schemeClr val="dk2"/>
                </a:solidFill>
                <a:latin typeface="Montserrat"/>
                <a:ea typeface="Montserrat"/>
                <a:cs typeface="Montserrat"/>
                <a:sym typeface="Montserrat"/>
              </a:rPr>
              <a:t>Character(s) in between</a:t>
            </a:r>
            <a:endParaRPr sz="2400" b="1" i="0" u="none" strike="noStrike" cap="none" dirty="0">
              <a:solidFill>
                <a:srgbClr val="0070C0"/>
              </a:solidFill>
              <a:latin typeface="Montserrat"/>
              <a:ea typeface="Montserrat"/>
              <a:cs typeface="Montserrat"/>
              <a:sym typeface="Montserrat"/>
            </a:endParaRPr>
          </a:p>
          <a:p>
            <a:pPr marL="228600" marR="0" lvl="0" indent="-228600" algn="l" rtl="0">
              <a:lnSpc>
                <a:spcPct val="115000"/>
              </a:lnSpc>
              <a:spcBef>
                <a:spcPts val="0"/>
              </a:spcBef>
              <a:spcAft>
                <a:spcPts val="0"/>
              </a:spcAft>
              <a:buClr>
                <a:schemeClr val="dk2"/>
              </a:buClr>
              <a:buSzPts val="1800"/>
              <a:buFont typeface="Arial"/>
              <a:buChar char="●"/>
            </a:pPr>
            <a:r>
              <a:rPr lang="en" sz="2400" b="1" i="0" u="none" strike="noStrike" cap="none" dirty="0">
                <a:solidFill>
                  <a:srgbClr val="0070C0"/>
                </a:solidFill>
                <a:latin typeface="Montserrat"/>
                <a:ea typeface="Montserrat"/>
                <a:cs typeface="Montserrat"/>
                <a:sym typeface="Montserrat"/>
              </a:rPr>
              <a:t>Exception: </a:t>
            </a:r>
            <a:r>
              <a:rPr lang="en" sz="2400" b="1" i="0" u="none" strike="noStrike" cap="none" dirty="0">
                <a:solidFill>
                  <a:schemeClr val="dk2"/>
                </a:solidFill>
                <a:latin typeface="Montserrat"/>
                <a:ea typeface="Montserrat"/>
                <a:cs typeface="Montserrat"/>
                <a:sym typeface="Montserrat"/>
              </a:rPr>
              <a:t>Special-case rule to </a:t>
            </a:r>
            <a:br>
              <a:rPr lang="en" sz="2400" b="1" i="0" u="none" strike="noStrike" cap="none" dirty="0">
                <a:solidFill>
                  <a:schemeClr val="dk2"/>
                </a:solidFill>
                <a:latin typeface="Montserrat"/>
                <a:ea typeface="Montserrat"/>
                <a:cs typeface="Montserrat"/>
                <a:sym typeface="Montserrat"/>
              </a:rPr>
            </a:br>
            <a:r>
              <a:rPr lang="en" sz="2400" b="1" i="0" u="none" strike="noStrike" cap="none" dirty="0">
                <a:solidFill>
                  <a:schemeClr val="dk2"/>
                </a:solidFill>
                <a:latin typeface="Montserrat"/>
                <a:ea typeface="Montserrat"/>
                <a:cs typeface="Montserrat"/>
                <a:sym typeface="Montserrat"/>
              </a:rPr>
              <a:t>split a string into several tokens </a:t>
            </a:r>
            <a:br>
              <a:rPr lang="en" sz="2400" b="1" i="0" u="none" strike="noStrike" cap="none" dirty="0">
                <a:solidFill>
                  <a:schemeClr val="dk2"/>
                </a:solidFill>
                <a:latin typeface="Montserrat"/>
                <a:ea typeface="Montserrat"/>
                <a:cs typeface="Montserrat"/>
                <a:sym typeface="Montserrat"/>
              </a:rPr>
            </a:br>
            <a:r>
              <a:rPr lang="en" sz="2400" b="1" i="0" u="none" strike="noStrike" cap="none" dirty="0">
                <a:solidFill>
                  <a:schemeClr val="dk2"/>
                </a:solidFill>
                <a:latin typeface="Montserrat"/>
                <a:ea typeface="Montserrat"/>
                <a:cs typeface="Montserrat"/>
                <a:sym typeface="Montserrat"/>
              </a:rPr>
              <a:t>or prevent a token from being split when punctuation rules are applied</a:t>
            </a:r>
            <a:endParaRPr sz="2400" b="1" i="0" u="none" strike="noStrike" cap="none" dirty="0">
              <a:solidFill>
                <a:srgbClr val="0070C0"/>
              </a:solidFill>
              <a:latin typeface="Montserrat"/>
              <a:ea typeface="Montserrat"/>
              <a:cs typeface="Montserrat"/>
              <a:sym typeface="Montserrat"/>
            </a:endParaRPr>
          </a:p>
        </p:txBody>
      </p:sp>
      <p:sp>
        <p:nvSpPr>
          <p:cNvPr id="490" name="Google Shape;490;p56"/>
          <p:cNvSpPr txBox="1"/>
          <p:nvPr/>
        </p:nvSpPr>
        <p:spPr>
          <a:xfrm>
            <a:off x="6562975" y="1152475"/>
            <a:ext cx="1827652" cy="572700"/>
          </a:xfrm>
          <a:prstGeom prst="rect">
            <a:avLst/>
          </a:prstGeom>
          <a:noFill/>
          <a:ln>
            <a:noFill/>
          </a:ln>
        </p:spPr>
        <p:txBody>
          <a:bodyPr spcFirstLastPara="1" wrap="square" lIns="91425" tIns="91425" rIns="91425" bIns="91425" anchor="t" anchorCtr="0">
            <a:noAutofit/>
          </a:bodyPr>
          <a:lstStyle/>
          <a:p>
            <a:pPr marL="114300" marR="0" lvl="0" indent="0" algn="l" rtl="0">
              <a:lnSpc>
                <a:spcPct val="115000"/>
              </a:lnSpc>
              <a:spcBef>
                <a:spcPts val="0"/>
              </a:spcBef>
              <a:spcAft>
                <a:spcPts val="0"/>
              </a:spcAft>
              <a:buClr>
                <a:schemeClr val="dk2"/>
              </a:buClr>
              <a:buSzPts val="1800"/>
              <a:buFont typeface="Arial"/>
              <a:buNone/>
            </a:pPr>
            <a:r>
              <a:rPr lang="en" sz="2400" b="1" i="0" u="none" strike="noStrike" cap="none">
                <a:solidFill>
                  <a:srgbClr val="0070C0"/>
                </a:solidFill>
                <a:latin typeface="Montserrat"/>
                <a:ea typeface="Montserrat"/>
                <a:cs typeface="Montserrat"/>
                <a:sym typeface="Montserrat"/>
              </a:rPr>
              <a:t>$ ( “ ¿</a:t>
            </a:r>
            <a:endParaRPr/>
          </a:p>
        </p:txBody>
      </p:sp>
      <p:sp>
        <p:nvSpPr>
          <p:cNvPr id="491" name="Google Shape;491;p56"/>
          <p:cNvSpPr txBox="1"/>
          <p:nvPr/>
        </p:nvSpPr>
        <p:spPr>
          <a:xfrm>
            <a:off x="6562976" y="1581625"/>
            <a:ext cx="1827652" cy="572700"/>
          </a:xfrm>
          <a:prstGeom prst="rect">
            <a:avLst/>
          </a:prstGeom>
          <a:noFill/>
          <a:ln>
            <a:noFill/>
          </a:ln>
        </p:spPr>
        <p:txBody>
          <a:bodyPr spcFirstLastPara="1" wrap="square" lIns="91425" tIns="91425" rIns="91425" bIns="91425" anchor="t" anchorCtr="0">
            <a:noAutofit/>
          </a:bodyPr>
          <a:lstStyle/>
          <a:p>
            <a:pPr marL="114300" marR="0" lvl="0" indent="0" algn="l" rtl="0">
              <a:lnSpc>
                <a:spcPct val="115000"/>
              </a:lnSpc>
              <a:spcBef>
                <a:spcPts val="0"/>
              </a:spcBef>
              <a:spcAft>
                <a:spcPts val="0"/>
              </a:spcAft>
              <a:buClr>
                <a:schemeClr val="dk2"/>
              </a:buClr>
              <a:buSzPts val="1800"/>
              <a:buFont typeface="Arial"/>
              <a:buNone/>
            </a:pPr>
            <a:r>
              <a:rPr lang="en" sz="2400" b="1" i="0" u="none" strike="noStrike" cap="none">
                <a:solidFill>
                  <a:srgbClr val="0070C0"/>
                </a:solidFill>
                <a:latin typeface="Montserrat"/>
                <a:ea typeface="Montserrat"/>
                <a:cs typeface="Montserrat"/>
                <a:sym typeface="Montserrat"/>
              </a:rPr>
              <a:t>km ) , . ! ” </a:t>
            </a:r>
            <a:endParaRPr/>
          </a:p>
        </p:txBody>
      </p:sp>
      <p:sp>
        <p:nvSpPr>
          <p:cNvPr id="492" name="Google Shape;492;p56"/>
          <p:cNvSpPr txBox="1"/>
          <p:nvPr/>
        </p:nvSpPr>
        <p:spPr>
          <a:xfrm>
            <a:off x="6576204" y="2010775"/>
            <a:ext cx="1814423" cy="572700"/>
          </a:xfrm>
          <a:prstGeom prst="rect">
            <a:avLst/>
          </a:prstGeom>
          <a:noFill/>
          <a:ln>
            <a:noFill/>
          </a:ln>
        </p:spPr>
        <p:txBody>
          <a:bodyPr spcFirstLastPara="1" wrap="square" lIns="91425" tIns="91425" rIns="91425" bIns="91425" anchor="t" anchorCtr="0">
            <a:noAutofit/>
          </a:bodyPr>
          <a:lstStyle/>
          <a:p>
            <a:pPr marL="114300" marR="0" lvl="0" indent="0" algn="l" rtl="0">
              <a:lnSpc>
                <a:spcPct val="115000"/>
              </a:lnSpc>
              <a:spcBef>
                <a:spcPts val="0"/>
              </a:spcBef>
              <a:spcAft>
                <a:spcPts val="0"/>
              </a:spcAft>
              <a:buClr>
                <a:schemeClr val="dk2"/>
              </a:buClr>
              <a:buSzPts val="1800"/>
              <a:buFont typeface="Arial"/>
              <a:buNone/>
            </a:pPr>
            <a:r>
              <a:rPr lang="en" sz="2400" b="1" i="0" u="none" strike="noStrike" cap="none">
                <a:solidFill>
                  <a:srgbClr val="0070C0"/>
                </a:solidFill>
                <a:latin typeface="Montserrat"/>
                <a:ea typeface="Montserrat"/>
                <a:cs typeface="Montserrat"/>
                <a:sym typeface="Montserrat"/>
              </a:rPr>
              <a:t>- -- / …</a:t>
            </a:r>
            <a:endParaRPr/>
          </a:p>
        </p:txBody>
      </p:sp>
      <p:sp>
        <p:nvSpPr>
          <p:cNvPr id="493" name="Google Shape;493;p56"/>
          <p:cNvSpPr txBox="1"/>
          <p:nvPr/>
        </p:nvSpPr>
        <p:spPr>
          <a:xfrm>
            <a:off x="6562974" y="2437146"/>
            <a:ext cx="1827653" cy="572700"/>
          </a:xfrm>
          <a:prstGeom prst="rect">
            <a:avLst/>
          </a:prstGeom>
          <a:noFill/>
          <a:ln>
            <a:noFill/>
          </a:ln>
        </p:spPr>
        <p:txBody>
          <a:bodyPr spcFirstLastPara="1" wrap="square" lIns="91425" tIns="91425" rIns="91425" bIns="91425" anchor="t" anchorCtr="0">
            <a:noAutofit/>
          </a:bodyPr>
          <a:lstStyle/>
          <a:p>
            <a:pPr marL="114300" marR="0" lvl="0" indent="0" algn="l" rtl="0">
              <a:lnSpc>
                <a:spcPct val="115000"/>
              </a:lnSpc>
              <a:spcBef>
                <a:spcPts val="0"/>
              </a:spcBef>
              <a:spcAft>
                <a:spcPts val="0"/>
              </a:spcAft>
              <a:buClr>
                <a:schemeClr val="dk2"/>
              </a:buClr>
              <a:buSzPts val="1800"/>
              <a:buFont typeface="Arial"/>
              <a:buNone/>
            </a:pPr>
            <a:r>
              <a:rPr lang="en" sz="2400" b="1" i="0" u="none" strike="noStrike" cap="none">
                <a:solidFill>
                  <a:srgbClr val="0070C0"/>
                </a:solidFill>
                <a:latin typeface="Montserrat"/>
                <a:ea typeface="Montserrat"/>
                <a:cs typeface="Montserrat"/>
                <a:sym typeface="Montserrat"/>
              </a:rPr>
              <a:t>let’s  U.S.</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89">
                                            <p:txEl>
                                              <p:pRg st="0" end="0"/>
                                            </p:txEl>
                                          </p:spTgt>
                                        </p:tgtEl>
                                        <p:attrNameLst>
                                          <p:attrName>style.visibility</p:attrName>
                                        </p:attrNameLst>
                                      </p:cBhvr>
                                      <p:to>
                                        <p:strVal val="visible"/>
                                      </p:to>
                                    </p:set>
                                    <p:animEffect transition="in" filter="fade">
                                      <p:cBhvr>
                                        <p:cTn id="7" dur="500"/>
                                        <p:tgtEl>
                                          <p:spTgt spid="48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489">
                                            <p:txEl>
                                              <p:pRg st="1" end="1"/>
                                            </p:txEl>
                                          </p:spTgt>
                                        </p:tgtEl>
                                        <p:attrNameLst>
                                          <p:attrName>style.visibility</p:attrName>
                                        </p:attrNameLst>
                                      </p:cBhvr>
                                      <p:to>
                                        <p:strVal val="visible"/>
                                      </p:to>
                                    </p:set>
                                    <p:animEffect transition="in" filter="fade">
                                      <p:cBhvr>
                                        <p:cTn id="12" dur="500"/>
                                        <p:tgtEl>
                                          <p:spTgt spid="48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89">
                                            <p:txEl>
                                              <p:pRg st="2" end="2"/>
                                            </p:txEl>
                                          </p:spTgt>
                                        </p:tgtEl>
                                        <p:attrNameLst>
                                          <p:attrName>style.visibility</p:attrName>
                                        </p:attrNameLst>
                                      </p:cBhvr>
                                      <p:to>
                                        <p:strVal val="visible"/>
                                      </p:to>
                                    </p:set>
                                    <p:animEffect transition="in" filter="fade">
                                      <p:cBhvr>
                                        <p:cTn id="17" dur="500"/>
                                        <p:tgtEl>
                                          <p:spTgt spid="48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489">
                                            <p:txEl>
                                              <p:pRg st="3" end="3"/>
                                            </p:txEl>
                                          </p:spTgt>
                                        </p:tgtEl>
                                        <p:attrNameLst>
                                          <p:attrName>style.visibility</p:attrName>
                                        </p:attrNameLst>
                                      </p:cBhvr>
                                      <p:to>
                                        <p:strVal val="visible"/>
                                      </p:to>
                                    </p:set>
                                    <p:animEffect transition="in" filter="fade">
                                      <p:cBhvr>
                                        <p:cTn id="22" dur="500"/>
                                        <p:tgtEl>
                                          <p:spTgt spid="489">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490"/>
                                        </p:tgtEl>
                                        <p:attrNameLst>
                                          <p:attrName>style.visibility</p:attrName>
                                        </p:attrNameLst>
                                      </p:cBhvr>
                                      <p:to>
                                        <p:strVal val="visible"/>
                                      </p:to>
                                    </p:set>
                                    <p:animEffect transition="in" filter="fade">
                                      <p:cBhvr>
                                        <p:cTn id="27" dur="1000"/>
                                        <p:tgtEl>
                                          <p:spTgt spid="490"/>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491"/>
                                        </p:tgtEl>
                                        <p:attrNameLst>
                                          <p:attrName>style.visibility</p:attrName>
                                        </p:attrNameLst>
                                      </p:cBhvr>
                                      <p:to>
                                        <p:strVal val="visible"/>
                                      </p:to>
                                    </p:set>
                                    <p:animEffect transition="in" filter="fade">
                                      <p:cBhvr>
                                        <p:cTn id="32" dur="1000"/>
                                        <p:tgtEl>
                                          <p:spTgt spid="491"/>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nodeType="clickEffect">
                                  <p:stCondLst>
                                    <p:cond delay="0"/>
                                  </p:stCondLst>
                                  <p:childTnLst>
                                    <p:set>
                                      <p:cBhvr>
                                        <p:cTn id="36" dur="1" fill="hold">
                                          <p:stCondLst>
                                            <p:cond delay="0"/>
                                          </p:stCondLst>
                                        </p:cTn>
                                        <p:tgtEl>
                                          <p:spTgt spid="492"/>
                                        </p:tgtEl>
                                        <p:attrNameLst>
                                          <p:attrName>style.visibility</p:attrName>
                                        </p:attrNameLst>
                                      </p:cBhvr>
                                      <p:to>
                                        <p:strVal val="visible"/>
                                      </p:to>
                                    </p:set>
                                    <p:animEffect transition="in" filter="fade">
                                      <p:cBhvr>
                                        <p:cTn id="37" dur="1000"/>
                                        <p:tgtEl>
                                          <p:spTgt spid="492"/>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493"/>
                                        </p:tgtEl>
                                        <p:attrNameLst>
                                          <p:attrName>style.visibility</p:attrName>
                                        </p:attrNameLst>
                                      </p:cBhvr>
                                      <p:to>
                                        <p:strVal val="visible"/>
                                      </p:to>
                                    </p:set>
                                    <p:animEffect transition="in" filter="fade">
                                      <p:cBhvr>
                                        <p:cTn id="42" dur="1000"/>
                                        <p:tgtEl>
                                          <p:spTgt spid="4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57"/>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Montserrat"/>
                <a:ea typeface="Montserrat"/>
                <a:cs typeface="Montserrat"/>
                <a:sym typeface="Montserrat"/>
              </a:rPr>
              <a:t>Natural Language Processing Bootcamp</a:t>
            </a:r>
            <a:endParaRPr>
              <a:latin typeface="Montserrat"/>
              <a:ea typeface="Montserrat"/>
              <a:cs typeface="Montserrat"/>
              <a:sym typeface="Montserrat"/>
            </a:endParaRPr>
          </a:p>
        </p:txBody>
      </p:sp>
      <p:sp>
        <p:nvSpPr>
          <p:cNvPr id="499" name="Google Shape;499;p57"/>
          <p:cNvSpPr txBox="1">
            <a:spLocks noGrp="1"/>
          </p:cNvSpPr>
          <p:nvPr>
            <p:ph type="body" idx="1"/>
          </p:nvPr>
        </p:nvSpPr>
        <p:spPr>
          <a:xfrm>
            <a:off x="311700" y="1152475"/>
            <a:ext cx="8684100" cy="3416400"/>
          </a:xfrm>
          <a:prstGeom prst="rect">
            <a:avLst/>
          </a:prstGeom>
        </p:spPr>
        <p:txBody>
          <a:bodyPr spcFirstLastPara="1" wrap="square" lIns="91425" tIns="91425" rIns="91425" bIns="91425" anchor="t" anchorCtr="0">
            <a:noAutofit/>
          </a:bodyPr>
          <a:lstStyle/>
          <a:p>
            <a:pPr marL="457200" marR="0" lvl="0" indent="-412750" algn="l" rtl="0">
              <a:lnSpc>
                <a:spcPct val="100000"/>
              </a:lnSpc>
              <a:spcBef>
                <a:spcPts val="0"/>
              </a:spcBef>
              <a:spcAft>
                <a:spcPts val="0"/>
              </a:spcAft>
              <a:buClr>
                <a:srgbClr val="434343"/>
              </a:buClr>
              <a:buSzPts val="2900"/>
              <a:buFont typeface="Montserrat"/>
              <a:buChar char="●"/>
            </a:pPr>
            <a:r>
              <a:rPr lang="en" sz="2900" dirty="0">
                <a:solidFill>
                  <a:srgbClr val="434343"/>
                </a:solidFill>
                <a:latin typeface="Montserrat"/>
                <a:ea typeface="Montserrat"/>
                <a:cs typeface="Montserrat"/>
                <a:sym typeface="Montserrat"/>
              </a:rPr>
              <a:t>Tokens have a variety of useful attributes and methods.</a:t>
            </a:r>
            <a:endParaRPr sz="2900" dirty="0">
              <a:solidFill>
                <a:srgbClr val="434343"/>
              </a:solidFill>
              <a:latin typeface="Montserrat"/>
              <a:ea typeface="Montserrat"/>
              <a:cs typeface="Montserrat"/>
              <a:sym typeface="Montserrat"/>
            </a:endParaRPr>
          </a:p>
          <a:p>
            <a:pPr marL="457200" marR="0" lvl="0" indent="-412750" algn="l" rtl="0">
              <a:lnSpc>
                <a:spcPct val="100000"/>
              </a:lnSpc>
              <a:spcBef>
                <a:spcPts val="0"/>
              </a:spcBef>
              <a:spcAft>
                <a:spcPts val="0"/>
              </a:spcAft>
              <a:buClr>
                <a:srgbClr val="434343"/>
              </a:buClr>
              <a:buSzPts val="2900"/>
              <a:buFont typeface="Montserrat"/>
              <a:buChar char="●"/>
            </a:pPr>
            <a:r>
              <a:rPr lang="en" sz="2900" dirty="0">
                <a:solidFill>
                  <a:srgbClr val="434343"/>
                </a:solidFill>
                <a:latin typeface="Montserrat"/>
                <a:ea typeface="Montserrat"/>
                <a:cs typeface="Montserrat"/>
                <a:sym typeface="Montserrat"/>
              </a:rPr>
              <a:t>Let’s explore tokens with Spacy in further detail!</a:t>
            </a:r>
            <a:endParaRPr sz="2900" dirty="0">
              <a:solidFill>
                <a:srgbClr val="434343"/>
              </a:solidFill>
              <a:latin typeface="Montserrat"/>
              <a:ea typeface="Montserrat"/>
              <a:cs typeface="Montserrat"/>
              <a:sym typeface="Montserrat"/>
            </a:endParaRPr>
          </a:p>
        </p:txBody>
      </p:sp>
      <p:pic>
        <p:nvPicPr>
          <p:cNvPr id="500" name="Google Shape;500;p57"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12"/>
        <p:cNvGrpSpPr/>
        <p:nvPr/>
      </p:nvGrpSpPr>
      <p:grpSpPr>
        <a:xfrm>
          <a:off x="0" y="0"/>
          <a:ext cx="0" cy="0"/>
          <a:chOff x="0" y="0"/>
          <a:chExt cx="0" cy="0"/>
        </a:xfrm>
      </p:grpSpPr>
      <p:sp>
        <p:nvSpPr>
          <p:cNvPr id="513" name="Google Shape;513;p59"/>
          <p:cNvSpPr txBox="1">
            <a:spLocks noGrp="1"/>
          </p:cNvSpPr>
          <p:nvPr>
            <p:ph type="ctrTitle"/>
          </p:nvPr>
        </p:nvSpPr>
        <p:spPr>
          <a:xfrm>
            <a:off x="311700" y="1545450"/>
            <a:ext cx="8520600" cy="1404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b="1">
                <a:latin typeface="Montserrat"/>
                <a:ea typeface="Montserrat"/>
                <a:cs typeface="Montserrat"/>
                <a:sym typeface="Montserrat"/>
              </a:rPr>
              <a:t>Stemming</a:t>
            </a:r>
            <a:endParaRPr b="1">
              <a:latin typeface="Montserrat"/>
              <a:ea typeface="Montserrat"/>
              <a:cs typeface="Montserrat"/>
              <a:sym typeface="Montserrat"/>
            </a:endParaRPr>
          </a:p>
        </p:txBody>
      </p:sp>
      <p:pic>
        <p:nvPicPr>
          <p:cNvPr id="514" name="Google Shape;514;p59"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519"/>
        <p:cNvGrpSpPr/>
        <p:nvPr/>
      </p:nvGrpSpPr>
      <p:grpSpPr>
        <a:xfrm>
          <a:off x="0" y="0"/>
          <a:ext cx="0" cy="0"/>
          <a:chOff x="0" y="0"/>
          <a:chExt cx="0" cy="0"/>
        </a:xfrm>
      </p:grpSpPr>
      <p:sp>
        <p:nvSpPr>
          <p:cNvPr id="520" name="Google Shape;520;p60"/>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Montserrat"/>
                <a:ea typeface="Montserrat"/>
                <a:cs typeface="Montserrat"/>
                <a:sym typeface="Montserrat"/>
              </a:rPr>
              <a:t>Natural Language Processing Bootcamp</a:t>
            </a:r>
            <a:endParaRPr>
              <a:latin typeface="Montserrat"/>
              <a:ea typeface="Montserrat"/>
              <a:cs typeface="Montserrat"/>
              <a:sym typeface="Montserrat"/>
            </a:endParaRPr>
          </a:p>
        </p:txBody>
      </p:sp>
      <p:sp>
        <p:nvSpPr>
          <p:cNvPr id="521" name="Google Shape;521;p60"/>
          <p:cNvSpPr txBox="1">
            <a:spLocks noGrp="1"/>
          </p:cNvSpPr>
          <p:nvPr>
            <p:ph type="body" idx="1"/>
          </p:nvPr>
        </p:nvSpPr>
        <p:spPr>
          <a:xfrm>
            <a:off x="311700" y="1152475"/>
            <a:ext cx="8684100" cy="3416400"/>
          </a:xfrm>
          <a:prstGeom prst="rect">
            <a:avLst/>
          </a:prstGeom>
        </p:spPr>
        <p:txBody>
          <a:bodyPr spcFirstLastPara="1" wrap="square" lIns="91425" tIns="91425" rIns="91425" bIns="91425" anchor="t" anchorCtr="0">
            <a:noAutofit/>
          </a:bodyPr>
          <a:lstStyle/>
          <a:p>
            <a:pPr marL="457200" marR="0" lvl="0"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Often when searching text for a certain keyword, it helps if the search returns variations of the word. </a:t>
            </a:r>
            <a:endParaRPr sz="2900">
              <a:solidFill>
                <a:srgbClr val="434343"/>
              </a:solidFill>
              <a:latin typeface="Montserrat"/>
              <a:ea typeface="Montserrat"/>
              <a:cs typeface="Montserrat"/>
              <a:sym typeface="Montserrat"/>
            </a:endParaRPr>
          </a:p>
          <a:p>
            <a:pPr marL="457200" marR="0" lvl="0"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For instance, searching for "boat" might also return "boats" and "boating". Here, "boat" would be the stem for [boat, boater, boating, boats].</a:t>
            </a:r>
            <a:endParaRPr sz="2900">
              <a:solidFill>
                <a:srgbClr val="434343"/>
              </a:solidFill>
              <a:latin typeface="Montserrat"/>
              <a:ea typeface="Montserrat"/>
              <a:cs typeface="Montserrat"/>
              <a:sym typeface="Montserrat"/>
            </a:endParaRPr>
          </a:p>
        </p:txBody>
      </p:sp>
      <p:pic>
        <p:nvPicPr>
          <p:cNvPr id="522" name="Google Shape;522;p60"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527"/>
        <p:cNvGrpSpPr/>
        <p:nvPr/>
      </p:nvGrpSpPr>
      <p:grpSpPr>
        <a:xfrm>
          <a:off x="0" y="0"/>
          <a:ext cx="0" cy="0"/>
          <a:chOff x="0" y="0"/>
          <a:chExt cx="0" cy="0"/>
        </a:xfrm>
      </p:grpSpPr>
      <p:sp>
        <p:nvSpPr>
          <p:cNvPr id="528" name="Google Shape;528;p61"/>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Montserrat"/>
                <a:ea typeface="Montserrat"/>
                <a:cs typeface="Montserrat"/>
                <a:sym typeface="Montserrat"/>
              </a:rPr>
              <a:t>Natural Language Processing Bootcamp</a:t>
            </a:r>
            <a:endParaRPr>
              <a:latin typeface="Montserrat"/>
              <a:ea typeface="Montserrat"/>
              <a:cs typeface="Montserrat"/>
              <a:sym typeface="Montserrat"/>
            </a:endParaRPr>
          </a:p>
        </p:txBody>
      </p:sp>
      <p:sp>
        <p:nvSpPr>
          <p:cNvPr id="529" name="Google Shape;529;p61"/>
          <p:cNvSpPr txBox="1">
            <a:spLocks noGrp="1"/>
          </p:cNvSpPr>
          <p:nvPr>
            <p:ph type="body" idx="1"/>
          </p:nvPr>
        </p:nvSpPr>
        <p:spPr>
          <a:xfrm>
            <a:off x="311700" y="1152475"/>
            <a:ext cx="8684100" cy="3416400"/>
          </a:xfrm>
          <a:prstGeom prst="rect">
            <a:avLst/>
          </a:prstGeom>
        </p:spPr>
        <p:txBody>
          <a:bodyPr spcFirstLastPara="1" wrap="square" lIns="91425" tIns="91425" rIns="91425" bIns="91425" anchor="t" anchorCtr="0">
            <a:noAutofit/>
          </a:bodyPr>
          <a:lstStyle/>
          <a:p>
            <a:pPr marL="457200" marR="0" lvl="0"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Stemming is a somewhat crude method for cataloging related words; it essentially chops off letters from the end until the stem is reached. </a:t>
            </a:r>
            <a:endParaRPr sz="2900">
              <a:solidFill>
                <a:srgbClr val="434343"/>
              </a:solidFill>
              <a:latin typeface="Montserrat"/>
              <a:ea typeface="Montserrat"/>
              <a:cs typeface="Montserrat"/>
              <a:sym typeface="Montserrat"/>
            </a:endParaRPr>
          </a:p>
          <a:p>
            <a:pPr marL="457200" marR="0" lvl="0"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This works fairly well in most cases, but unfortunately English has many exceptions where a more sophisticated process is required. </a:t>
            </a:r>
            <a:endParaRPr sz="2900">
              <a:solidFill>
                <a:srgbClr val="434343"/>
              </a:solidFill>
              <a:latin typeface="Montserrat"/>
              <a:ea typeface="Montserrat"/>
              <a:cs typeface="Montserrat"/>
              <a:sym typeface="Montserrat"/>
            </a:endParaRPr>
          </a:p>
        </p:txBody>
      </p:sp>
      <p:pic>
        <p:nvPicPr>
          <p:cNvPr id="530" name="Google Shape;530;p61"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535"/>
        <p:cNvGrpSpPr/>
        <p:nvPr/>
      </p:nvGrpSpPr>
      <p:grpSpPr>
        <a:xfrm>
          <a:off x="0" y="0"/>
          <a:ext cx="0" cy="0"/>
          <a:chOff x="0" y="0"/>
          <a:chExt cx="0" cy="0"/>
        </a:xfrm>
      </p:grpSpPr>
      <p:sp>
        <p:nvSpPr>
          <p:cNvPr id="536" name="Google Shape;536;p62"/>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Montserrat"/>
                <a:ea typeface="Montserrat"/>
                <a:cs typeface="Montserrat"/>
                <a:sym typeface="Montserrat"/>
              </a:rPr>
              <a:t>Natural Language Processing Bootcamp</a:t>
            </a:r>
            <a:endParaRPr>
              <a:latin typeface="Montserrat"/>
              <a:ea typeface="Montserrat"/>
              <a:cs typeface="Montserrat"/>
              <a:sym typeface="Montserrat"/>
            </a:endParaRPr>
          </a:p>
        </p:txBody>
      </p:sp>
      <p:sp>
        <p:nvSpPr>
          <p:cNvPr id="537" name="Google Shape;537;p62"/>
          <p:cNvSpPr txBox="1">
            <a:spLocks noGrp="1"/>
          </p:cNvSpPr>
          <p:nvPr>
            <p:ph type="body" idx="1"/>
          </p:nvPr>
        </p:nvSpPr>
        <p:spPr>
          <a:xfrm>
            <a:off x="311700" y="1152475"/>
            <a:ext cx="8684100" cy="3416400"/>
          </a:xfrm>
          <a:prstGeom prst="rect">
            <a:avLst/>
          </a:prstGeom>
        </p:spPr>
        <p:txBody>
          <a:bodyPr spcFirstLastPara="1" wrap="square" lIns="91425" tIns="91425" rIns="91425" bIns="91425" anchor="t" anchorCtr="0">
            <a:noAutofit/>
          </a:bodyPr>
          <a:lstStyle/>
          <a:p>
            <a:pPr marL="457200" marR="0" lvl="0" indent="-412750" algn="l" rtl="0">
              <a:lnSpc>
                <a:spcPct val="100000"/>
              </a:lnSpc>
              <a:spcBef>
                <a:spcPts val="0"/>
              </a:spcBef>
              <a:spcAft>
                <a:spcPts val="0"/>
              </a:spcAft>
              <a:buClr>
                <a:srgbClr val="434343"/>
              </a:buClr>
              <a:buSzPts val="2900"/>
              <a:buFont typeface="Montserrat"/>
              <a:buChar char="●"/>
            </a:pPr>
            <a:r>
              <a:rPr lang="en" sz="2900" dirty="0">
                <a:solidFill>
                  <a:srgbClr val="434343"/>
                </a:solidFill>
                <a:latin typeface="Montserrat"/>
                <a:ea typeface="Montserrat"/>
                <a:cs typeface="Montserrat"/>
                <a:sym typeface="Montserrat"/>
              </a:rPr>
              <a:t>In fact, spaCy doesn't include a stemmer, opting instead to rely entirely on lemmatization. </a:t>
            </a:r>
            <a:endParaRPr sz="2900" dirty="0">
              <a:solidFill>
                <a:srgbClr val="434343"/>
              </a:solidFill>
              <a:latin typeface="Montserrat"/>
              <a:ea typeface="Montserrat"/>
              <a:cs typeface="Montserrat"/>
              <a:sym typeface="Montserrat"/>
            </a:endParaRPr>
          </a:p>
        </p:txBody>
      </p:sp>
      <p:pic>
        <p:nvPicPr>
          <p:cNvPr id="538" name="Google Shape;538;p62"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551"/>
        <p:cNvGrpSpPr/>
        <p:nvPr/>
      </p:nvGrpSpPr>
      <p:grpSpPr>
        <a:xfrm>
          <a:off x="0" y="0"/>
          <a:ext cx="0" cy="0"/>
          <a:chOff x="0" y="0"/>
          <a:chExt cx="0" cy="0"/>
        </a:xfrm>
      </p:grpSpPr>
      <p:sp>
        <p:nvSpPr>
          <p:cNvPr id="552" name="Google Shape;552;p64"/>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Montserrat"/>
                <a:ea typeface="Montserrat"/>
                <a:cs typeface="Montserrat"/>
                <a:sym typeface="Montserrat"/>
              </a:rPr>
              <a:t>Natural Language Processing Bootcamp</a:t>
            </a:r>
            <a:endParaRPr>
              <a:latin typeface="Montserrat"/>
              <a:ea typeface="Montserrat"/>
              <a:cs typeface="Montserrat"/>
              <a:sym typeface="Montserrat"/>
            </a:endParaRPr>
          </a:p>
        </p:txBody>
      </p:sp>
      <p:sp>
        <p:nvSpPr>
          <p:cNvPr id="553" name="Google Shape;553;p64"/>
          <p:cNvSpPr txBox="1">
            <a:spLocks noGrp="1"/>
          </p:cNvSpPr>
          <p:nvPr>
            <p:ph type="body" idx="1"/>
          </p:nvPr>
        </p:nvSpPr>
        <p:spPr>
          <a:xfrm>
            <a:off x="311700" y="1152475"/>
            <a:ext cx="8684100" cy="3416400"/>
          </a:xfrm>
          <a:prstGeom prst="rect">
            <a:avLst/>
          </a:prstGeom>
        </p:spPr>
        <p:txBody>
          <a:bodyPr spcFirstLastPara="1" wrap="square" lIns="91425" tIns="91425" rIns="91425" bIns="91425" anchor="t" anchorCtr="0">
            <a:noAutofit/>
          </a:bodyPr>
          <a:lstStyle/>
          <a:p>
            <a:pPr marL="457200" marR="0" lvl="0" indent="-412750" algn="l" rtl="0">
              <a:lnSpc>
                <a:spcPct val="100000"/>
              </a:lnSpc>
              <a:spcBef>
                <a:spcPts val="0"/>
              </a:spcBef>
              <a:spcAft>
                <a:spcPts val="0"/>
              </a:spcAft>
              <a:buClr>
                <a:srgbClr val="434343"/>
              </a:buClr>
              <a:buSzPts val="2900"/>
              <a:buFont typeface="Montserrat"/>
              <a:buChar char="●"/>
            </a:pPr>
            <a:r>
              <a:rPr lang="en" sz="2900" dirty="0">
                <a:solidFill>
                  <a:srgbClr val="434343"/>
                </a:solidFill>
                <a:latin typeface="Montserrat"/>
                <a:ea typeface="Montserrat"/>
                <a:cs typeface="Montserrat"/>
                <a:sym typeface="Montserrat"/>
              </a:rPr>
              <a:t>One of the most common - and effective - stemming tools is Porter's Algorithm developed by Martin Porter in 1980. </a:t>
            </a:r>
            <a:endParaRPr sz="2900" dirty="0">
              <a:solidFill>
                <a:srgbClr val="434343"/>
              </a:solidFill>
              <a:latin typeface="Montserrat"/>
              <a:ea typeface="Montserrat"/>
              <a:cs typeface="Montserrat"/>
              <a:sym typeface="Montserrat"/>
            </a:endParaRPr>
          </a:p>
          <a:p>
            <a:pPr marL="457200" marR="0" lvl="0" indent="-412750" algn="l" rtl="0">
              <a:lnSpc>
                <a:spcPct val="100000"/>
              </a:lnSpc>
              <a:spcBef>
                <a:spcPts val="0"/>
              </a:spcBef>
              <a:spcAft>
                <a:spcPts val="0"/>
              </a:spcAft>
              <a:buClr>
                <a:srgbClr val="434343"/>
              </a:buClr>
              <a:buSzPts val="2900"/>
              <a:buFont typeface="Montserrat"/>
              <a:buChar char="●"/>
            </a:pPr>
            <a:r>
              <a:rPr lang="en" sz="2900" dirty="0">
                <a:solidFill>
                  <a:srgbClr val="434343"/>
                </a:solidFill>
                <a:latin typeface="Montserrat"/>
                <a:ea typeface="Montserrat"/>
                <a:cs typeface="Montserrat"/>
                <a:sym typeface="Montserrat"/>
              </a:rPr>
              <a:t>The algorithm employs five phases of word reduction, each with its own set of mapping rules. </a:t>
            </a:r>
            <a:endParaRPr sz="2900" dirty="0">
              <a:solidFill>
                <a:srgbClr val="434343"/>
              </a:solidFill>
              <a:latin typeface="Montserrat"/>
              <a:ea typeface="Montserrat"/>
              <a:cs typeface="Montserrat"/>
              <a:sym typeface="Montserrat"/>
            </a:endParaRPr>
          </a:p>
        </p:txBody>
      </p:sp>
      <p:pic>
        <p:nvPicPr>
          <p:cNvPr id="554" name="Google Shape;554;p64"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65"/>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Montserrat"/>
                <a:ea typeface="Montserrat"/>
                <a:cs typeface="Montserrat"/>
                <a:sym typeface="Montserrat"/>
              </a:rPr>
              <a:t>Natural Language Processing Bootcamp</a:t>
            </a:r>
            <a:endParaRPr>
              <a:latin typeface="Montserrat"/>
              <a:ea typeface="Montserrat"/>
              <a:cs typeface="Montserrat"/>
              <a:sym typeface="Montserrat"/>
            </a:endParaRPr>
          </a:p>
        </p:txBody>
      </p:sp>
      <p:sp>
        <p:nvSpPr>
          <p:cNvPr id="561" name="Google Shape;561;p65"/>
          <p:cNvSpPr txBox="1">
            <a:spLocks noGrp="1"/>
          </p:cNvSpPr>
          <p:nvPr>
            <p:ph type="body" idx="1"/>
          </p:nvPr>
        </p:nvSpPr>
        <p:spPr>
          <a:xfrm>
            <a:off x="311700" y="1152475"/>
            <a:ext cx="8684100" cy="3416400"/>
          </a:xfrm>
          <a:prstGeom prst="rect">
            <a:avLst/>
          </a:prstGeom>
        </p:spPr>
        <p:txBody>
          <a:bodyPr spcFirstLastPara="1" wrap="square" lIns="91425" tIns="91425" rIns="91425" bIns="91425" anchor="t" anchorCtr="0">
            <a:noAutofit/>
          </a:bodyPr>
          <a:lstStyle/>
          <a:p>
            <a:pPr marL="457200" marR="0" lvl="0" indent="-412750" algn="l" rtl="0">
              <a:lnSpc>
                <a:spcPct val="100000"/>
              </a:lnSpc>
              <a:spcBef>
                <a:spcPts val="0"/>
              </a:spcBef>
              <a:spcAft>
                <a:spcPts val="0"/>
              </a:spcAft>
              <a:buClr>
                <a:srgbClr val="434343"/>
              </a:buClr>
              <a:buSzPts val="2900"/>
              <a:buFont typeface="Montserrat"/>
              <a:buChar char="●"/>
            </a:pPr>
            <a:r>
              <a:rPr lang="en" sz="2900" dirty="0">
                <a:solidFill>
                  <a:srgbClr val="434343"/>
                </a:solidFill>
                <a:latin typeface="Montserrat"/>
                <a:ea typeface="Montserrat"/>
                <a:cs typeface="Montserrat"/>
                <a:sym typeface="Montserrat"/>
              </a:rPr>
              <a:t>In the first phase, simple suffix mapping rules are defined, such as:</a:t>
            </a:r>
            <a:endParaRPr sz="2900" dirty="0">
              <a:solidFill>
                <a:srgbClr val="434343"/>
              </a:solidFill>
              <a:latin typeface="Montserrat"/>
              <a:ea typeface="Montserrat"/>
              <a:cs typeface="Montserrat"/>
              <a:sym typeface="Montserrat"/>
            </a:endParaRPr>
          </a:p>
        </p:txBody>
      </p:sp>
      <p:pic>
        <p:nvPicPr>
          <p:cNvPr id="562" name="Google Shape;562;p65"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pic>
        <p:nvPicPr>
          <p:cNvPr id="564" name="Google Shape;564;p65"/>
          <p:cNvPicPr preferRelativeResize="0"/>
          <p:nvPr/>
        </p:nvPicPr>
        <p:blipFill>
          <a:blip r:embed="rId4">
            <a:alphaModFix/>
          </a:blip>
          <a:stretch>
            <a:fillRect/>
          </a:stretch>
        </p:blipFill>
        <p:spPr>
          <a:xfrm>
            <a:off x="2357437" y="2779577"/>
            <a:ext cx="4429125" cy="16668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sp>
        <p:nvSpPr>
          <p:cNvPr id="569" name="Google Shape;569;p66"/>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Montserrat"/>
                <a:ea typeface="Montserrat"/>
                <a:cs typeface="Montserrat"/>
                <a:sym typeface="Montserrat"/>
              </a:rPr>
              <a:t>Natural Language Processing Bootcamp</a:t>
            </a:r>
            <a:endParaRPr>
              <a:latin typeface="Montserrat"/>
              <a:ea typeface="Montserrat"/>
              <a:cs typeface="Montserrat"/>
              <a:sym typeface="Montserrat"/>
            </a:endParaRPr>
          </a:p>
        </p:txBody>
      </p:sp>
      <p:sp>
        <p:nvSpPr>
          <p:cNvPr id="570" name="Google Shape;570;p66"/>
          <p:cNvSpPr txBox="1">
            <a:spLocks noGrp="1"/>
          </p:cNvSpPr>
          <p:nvPr>
            <p:ph type="body" idx="1"/>
          </p:nvPr>
        </p:nvSpPr>
        <p:spPr>
          <a:xfrm>
            <a:off x="311700" y="1152475"/>
            <a:ext cx="8684100" cy="3416400"/>
          </a:xfrm>
          <a:prstGeom prst="rect">
            <a:avLst/>
          </a:prstGeom>
        </p:spPr>
        <p:txBody>
          <a:bodyPr spcFirstLastPara="1" wrap="square" lIns="91425" tIns="91425" rIns="91425" bIns="91425" anchor="t" anchorCtr="0">
            <a:noAutofit/>
          </a:bodyPr>
          <a:lstStyle/>
          <a:p>
            <a:pPr marL="457200" marR="0" lvl="0"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From a given set of stemming rules only one rule is applied, based on the longest suffix S1. Thus, caresses reduces to caress but not cares.</a:t>
            </a:r>
            <a:endParaRPr sz="2900">
              <a:solidFill>
                <a:srgbClr val="434343"/>
              </a:solidFill>
              <a:latin typeface="Montserrat"/>
              <a:ea typeface="Montserrat"/>
              <a:cs typeface="Montserrat"/>
              <a:sym typeface="Montserrat"/>
            </a:endParaRPr>
          </a:p>
        </p:txBody>
      </p:sp>
      <p:pic>
        <p:nvPicPr>
          <p:cNvPr id="571" name="Google Shape;571;p66"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pic>
        <p:nvPicPr>
          <p:cNvPr id="573" name="Google Shape;573;p66"/>
          <p:cNvPicPr preferRelativeResize="0"/>
          <p:nvPr/>
        </p:nvPicPr>
        <p:blipFill>
          <a:blip r:embed="rId4">
            <a:alphaModFix/>
          </a:blip>
          <a:stretch>
            <a:fillRect/>
          </a:stretch>
        </p:blipFill>
        <p:spPr>
          <a:xfrm>
            <a:off x="2439188" y="3382013"/>
            <a:ext cx="4429125" cy="1666875"/>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577"/>
        <p:cNvGrpSpPr/>
        <p:nvPr/>
      </p:nvGrpSpPr>
      <p:grpSpPr>
        <a:xfrm>
          <a:off x="0" y="0"/>
          <a:ext cx="0" cy="0"/>
          <a:chOff x="0" y="0"/>
          <a:chExt cx="0" cy="0"/>
        </a:xfrm>
      </p:grpSpPr>
      <p:sp>
        <p:nvSpPr>
          <p:cNvPr id="578" name="Google Shape;578;p67"/>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Montserrat"/>
                <a:ea typeface="Montserrat"/>
                <a:cs typeface="Montserrat"/>
                <a:sym typeface="Montserrat"/>
              </a:rPr>
              <a:t>Natural Language Processing Bootcamp</a:t>
            </a:r>
            <a:endParaRPr>
              <a:latin typeface="Montserrat"/>
              <a:ea typeface="Montserrat"/>
              <a:cs typeface="Montserrat"/>
              <a:sym typeface="Montserrat"/>
            </a:endParaRPr>
          </a:p>
        </p:txBody>
      </p:sp>
      <p:sp>
        <p:nvSpPr>
          <p:cNvPr id="579" name="Google Shape;579;p67"/>
          <p:cNvSpPr txBox="1">
            <a:spLocks noGrp="1"/>
          </p:cNvSpPr>
          <p:nvPr>
            <p:ph type="body" idx="1"/>
          </p:nvPr>
        </p:nvSpPr>
        <p:spPr>
          <a:xfrm>
            <a:off x="311700" y="1152475"/>
            <a:ext cx="8684100" cy="3416400"/>
          </a:xfrm>
          <a:prstGeom prst="rect">
            <a:avLst/>
          </a:prstGeom>
        </p:spPr>
        <p:txBody>
          <a:bodyPr spcFirstLastPara="1" wrap="square" lIns="91425" tIns="91425" rIns="91425" bIns="91425" anchor="t" anchorCtr="0">
            <a:noAutofit/>
          </a:bodyPr>
          <a:lstStyle/>
          <a:p>
            <a:pPr marL="457200" marR="0" lvl="0"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More sophisticated phases consider the length/complexity of the word before applying a rule. For example:</a:t>
            </a:r>
            <a:endParaRPr sz="2900">
              <a:solidFill>
                <a:srgbClr val="434343"/>
              </a:solidFill>
              <a:latin typeface="Montserrat"/>
              <a:ea typeface="Montserrat"/>
              <a:cs typeface="Montserrat"/>
              <a:sym typeface="Montserrat"/>
            </a:endParaRPr>
          </a:p>
        </p:txBody>
      </p:sp>
      <p:pic>
        <p:nvPicPr>
          <p:cNvPr id="580" name="Google Shape;580;p67"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pic>
        <p:nvPicPr>
          <p:cNvPr id="582" name="Google Shape;582;p67"/>
          <p:cNvPicPr preferRelativeResize="0"/>
          <p:nvPr/>
        </p:nvPicPr>
        <p:blipFill>
          <a:blip r:embed="rId4">
            <a:alphaModFix/>
          </a:blip>
          <a:stretch>
            <a:fillRect/>
          </a:stretch>
        </p:blipFill>
        <p:spPr>
          <a:xfrm>
            <a:off x="1452550" y="3048600"/>
            <a:ext cx="6238875" cy="14287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68"/>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Montserrat"/>
                <a:ea typeface="Montserrat"/>
                <a:cs typeface="Montserrat"/>
                <a:sym typeface="Montserrat"/>
              </a:rPr>
              <a:t>Natural Language Processing Bootcamp</a:t>
            </a:r>
            <a:endParaRPr>
              <a:latin typeface="Montserrat"/>
              <a:ea typeface="Montserrat"/>
              <a:cs typeface="Montserrat"/>
              <a:sym typeface="Montserrat"/>
            </a:endParaRPr>
          </a:p>
        </p:txBody>
      </p:sp>
      <p:sp>
        <p:nvSpPr>
          <p:cNvPr id="588" name="Google Shape;588;p68"/>
          <p:cNvSpPr txBox="1">
            <a:spLocks noGrp="1"/>
          </p:cNvSpPr>
          <p:nvPr>
            <p:ph type="body" idx="1"/>
          </p:nvPr>
        </p:nvSpPr>
        <p:spPr>
          <a:xfrm>
            <a:off x="311700" y="1152475"/>
            <a:ext cx="8684100" cy="3416400"/>
          </a:xfrm>
          <a:prstGeom prst="rect">
            <a:avLst/>
          </a:prstGeom>
        </p:spPr>
        <p:txBody>
          <a:bodyPr spcFirstLastPara="1" wrap="square" lIns="91425" tIns="91425" rIns="91425" bIns="91425" anchor="t" anchorCtr="0">
            <a:noAutofit/>
          </a:bodyPr>
          <a:lstStyle/>
          <a:p>
            <a:pPr marL="457200" marR="0" lvl="0"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Snowball is the name of a stemming language also developed by Martin Porter.</a:t>
            </a:r>
            <a:endParaRPr sz="2900">
              <a:solidFill>
                <a:srgbClr val="434343"/>
              </a:solidFill>
              <a:latin typeface="Montserrat"/>
              <a:ea typeface="Montserrat"/>
              <a:cs typeface="Montserrat"/>
              <a:sym typeface="Montserrat"/>
            </a:endParaRPr>
          </a:p>
          <a:p>
            <a:pPr marL="457200" marR="0" lvl="0"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algorithm used here is more accurately called the "English Stemmer" or "Porter2 Stemmer". </a:t>
            </a:r>
            <a:endParaRPr sz="2900">
              <a:solidFill>
                <a:srgbClr val="434343"/>
              </a:solidFill>
              <a:latin typeface="Montserrat"/>
              <a:ea typeface="Montserrat"/>
              <a:cs typeface="Montserrat"/>
              <a:sym typeface="Montserrat"/>
            </a:endParaRPr>
          </a:p>
          <a:p>
            <a:pPr marL="457200" marR="0" lvl="0"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It offers a slight improvement over the original Porter stemmer, both in logic and speed. </a:t>
            </a:r>
            <a:endParaRPr sz="2900">
              <a:solidFill>
                <a:srgbClr val="434343"/>
              </a:solidFill>
              <a:latin typeface="Montserrat"/>
              <a:ea typeface="Montserrat"/>
              <a:cs typeface="Montserrat"/>
              <a:sym typeface="Montserrat"/>
            </a:endParaRPr>
          </a:p>
        </p:txBody>
      </p:sp>
      <p:pic>
        <p:nvPicPr>
          <p:cNvPr id="589" name="Google Shape;589;p68"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594"/>
        <p:cNvGrpSpPr/>
        <p:nvPr/>
      </p:nvGrpSpPr>
      <p:grpSpPr>
        <a:xfrm>
          <a:off x="0" y="0"/>
          <a:ext cx="0" cy="0"/>
          <a:chOff x="0" y="0"/>
          <a:chExt cx="0" cy="0"/>
        </a:xfrm>
      </p:grpSpPr>
      <p:sp>
        <p:nvSpPr>
          <p:cNvPr id="595" name="Google Shape;595;p69"/>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Montserrat"/>
                <a:ea typeface="Montserrat"/>
                <a:cs typeface="Montserrat"/>
                <a:sym typeface="Montserrat"/>
              </a:rPr>
              <a:t>Natural Language Processing Bootcamp</a:t>
            </a:r>
            <a:endParaRPr>
              <a:latin typeface="Montserrat"/>
              <a:ea typeface="Montserrat"/>
              <a:cs typeface="Montserrat"/>
              <a:sym typeface="Montserrat"/>
            </a:endParaRPr>
          </a:p>
        </p:txBody>
      </p:sp>
      <p:sp>
        <p:nvSpPr>
          <p:cNvPr id="596" name="Google Shape;596;p69"/>
          <p:cNvSpPr txBox="1">
            <a:spLocks noGrp="1"/>
          </p:cNvSpPr>
          <p:nvPr>
            <p:ph type="body" idx="1"/>
          </p:nvPr>
        </p:nvSpPr>
        <p:spPr>
          <a:xfrm>
            <a:off x="311700" y="1152475"/>
            <a:ext cx="8684100" cy="3416400"/>
          </a:xfrm>
          <a:prstGeom prst="rect">
            <a:avLst/>
          </a:prstGeom>
        </p:spPr>
        <p:txBody>
          <a:bodyPr spcFirstLastPara="1" wrap="square" lIns="91425" tIns="91425" rIns="91425" bIns="91425" anchor="t" anchorCtr="0">
            <a:noAutofit/>
          </a:bodyPr>
          <a:lstStyle/>
          <a:p>
            <a:pPr marL="457200" marR="0" lvl="0" indent="-412750" algn="l" rtl="0">
              <a:lnSpc>
                <a:spcPct val="100000"/>
              </a:lnSpc>
              <a:spcBef>
                <a:spcPts val="0"/>
              </a:spcBef>
              <a:spcAft>
                <a:spcPts val="0"/>
              </a:spcAft>
              <a:buClr>
                <a:srgbClr val="434343"/>
              </a:buClr>
              <a:buSzPts val="2900"/>
              <a:buFont typeface="Montserrat"/>
              <a:buChar char="●"/>
            </a:pPr>
            <a:r>
              <a:rPr lang="en" sz="2900" dirty="0">
                <a:solidFill>
                  <a:srgbClr val="434343"/>
                </a:solidFill>
                <a:latin typeface="Montserrat"/>
                <a:ea typeface="Montserrat"/>
                <a:cs typeface="Montserrat"/>
                <a:sym typeface="Montserrat"/>
              </a:rPr>
              <a:t>Let’s use Python and NLTK to show how to use these stemmers!</a:t>
            </a:r>
            <a:endParaRPr sz="2900" dirty="0">
              <a:solidFill>
                <a:srgbClr val="434343"/>
              </a:solidFill>
              <a:latin typeface="Montserrat"/>
              <a:ea typeface="Montserrat"/>
              <a:cs typeface="Montserrat"/>
              <a:sym typeface="Montserrat"/>
            </a:endParaRPr>
          </a:p>
        </p:txBody>
      </p:sp>
      <p:pic>
        <p:nvPicPr>
          <p:cNvPr id="597" name="Google Shape;597;p69"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02"/>
        <p:cNvGrpSpPr/>
        <p:nvPr/>
      </p:nvGrpSpPr>
      <p:grpSpPr>
        <a:xfrm>
          <a:off x="0" y="0"/>
          <a:ext cx="0" cy="0"/>
          <a:chOff x="0" y="0"/>
          <a:chExt cx="0" cy="0"/>
        </a:xfrm>
      </p:grpSpPr>
      <p:sp>
        <p:nvSpPr>
          <p:cNvPr id="603" name="Google Shape;603;p70"/>
          <p:cNvSpPr txBox="1">
            <a:spLocks noGrp="1"/>
          </p:cNvSpPr>
          <p:nvPr>
            <p:ph type="ctrTitle"/>
          </p:nvPr>
        </p:nvSpPr>
        <p:spPr>
          <a:xfrm>
            <a:off x="311700" y="1545450"/>
            <a:ext cx="8520600" cy="1404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b="1" dirty="0">
                <a:latin typeface="Montserrat"/>
                <a:ea typeface="Montserrat"/>
                <a:cs typeface="Montserrat"/>
                <a:sym typeface="Montserrat"/>
              </a:rPr>
              <a:t>Lemmatization</a:t>
            </a:r>
            <a:endParaRPr b="1" dirty="0">
              <a:latin typeface="Montserrat"/>
              <a:ea typeface="Montserrat"/>
              <a:cs typeface="Montserrat"/>
              <a:sym typeface="Montserrat"/>
            </a:endParaRPr>
          </a:p>
        </p:txBody>
      </p:sp>
      <p:pic>
        <p:nvPicPr>
          <p:cNvPr id="604" name="Google Shape;604;p70"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609"/>
        <p:cNvGrpSpPr/>
        <p:nvPr/>
      </p:nvGrpSpPr>
      <p:grpSpPr>
        <a:xfrm>
          <a:off x="0" y="0"/>
          <a:ext cx="0" cy="0"/>
          <a:chOff x="0" y="0"/>
          <a:chExt cx="0" cy="0"/>
        </a:xfrm>
      </p:grpSpPr>
      <p:sp>
        <p:nvSpPr>
          <p:cNvPr id="610" name="Google Shape;610;p71"/>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Montserrat"/>
                <a:ea typeface="Montserrat"/>
                <a:cs typeface="Montserrat"/>
                <a:sym typeface="Montserrat"/>
              </a:rPr>
              <a:t>Natural Language Processing Bootcamp</a:t>
            </a:r>
            <a:endParaRPr>
              <a:latin typeface="Montserrat"/>
              <a:ea typeface="Montserrat"/>
              <a:cs typeface="Montserrat"/>
              <a:sym typeface="Montserrat"/>
            </a:endParaRPr>
          </a:p>
        </p:txBody>
      </p:sp>
      <p:sp>
        <p:nvSpPr>
          <p:cNvPr id="611" name="Google Shape;611;p71"/>
          <p:cNvSpPr txBox="1">
            <a:spLocks noGrp="1"/>
          </p:cNvSpPr>
          <p:nvPr>
            <p:ph type="body" idx="1"/>
          </p:nvPr>
        </p:nvSpPr>
        <p:spPr>
          <a:xfrm>
            <a:off x="311700" y="1152475"/>
            <a:ext cx="8684100" cy="3416400"/>
          </a:xfrm>
          <a:prstGeom prst="rect">
            <a:avLst/>
          </a:prstGeom>
        </p:spPr>
        <p:txBody>
          <a:bodyPr spcFirstLastPara="1" wrap="square" lIns="91425" tIns="91425" rIns="91425" bIns="91425" anchor="t" anchorCtr="0">
            <a:noAutofit/>
          </a:bodyPr>
          <a:lstStyle/>
          <a:p>
            <a:pPr marL="457200" marR="0" lvl="0"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In contrast to stemming, lemmatization looks beyond word reduction, and considers a language's full vocabulary to apply a morphological analysis to words.</a:t>
            </a:r>
            <a:endParaRPr sz="2900">
              <a:solidFill>
                <a:srgbClr val="434343"/>
              </a:solidFill>
              <a:latin typeface="Montserrat"/>
              <a:ea typeface="Montserrat"/>
              <a:cs typeface="Montserrat"/>
              <a:sym typeface="Montserrat"/>
            </a:endParaRPr>
          </a:p>
          <a:p>
            <a:pPr marL="457200" marR="0" lvl="0"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The lemma of 'was' is 'be' and the lemma of 'mice' is 'mouse'. Further, the lemma of 'meeting' might be 'meet' or 'meeting' depending on its use in a sentence.</a:t>
            </a:r>
            <a:endParaRPr sz="2900">
              <a:solidFill>
                <a:srgbClr val="434343"/>
              </a:solidFill>
              <a:latin typeface="Montserrat"/>
              <a:ea typeface="Montserrat"/>
              <a:cs typeface="Montserrat"/>
              <a:sym typeface="Montserrat"/>
            </a:endParaRPr>
          </a:p>
        </p:txBody>
      </p:sp>
      <p:pic>
        <p:nvPicPr>
          <p:cNvPr id="612" name="Google Shape;612;p71"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617"/>
        <p:cNvGrpSpPr/>
        <p:nvPr/>
      </p:nvGrpSpPr>
      <p:grpSpPr>
        <a:xfrm>
          <a:off x="0" y="0"/>
          <a:ext cx="0" cy="0"/>
          <a:chOff x="0" y="0"/>
          <a:chExt cx="0" cy="0"/>
        </a:xfrm>
      </p:grpSpPr>
      <p:sp>
        <p:nvSpPr>
          <p:cNvPr id="618" name="Google Shape;618;p72"/>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Montserrat"/>
                <a:ea typeface="Montserrat"/>
                <a:cs typeface="Montserrat"/>
                <a:sym typeface="Montserrat"/>
              </a:rPr>
              <a:t>Natural Language Processing Bootcamp</a:t>
            </a:r>
            <a:endParaRPr>
              <a:latin typeface="Montserrat"/>
              <a:ea typeface="Montserrat"/>
              <a:cs typeface="Montserrat"/>
              <a:sym typeface="Montserrat"/>
            </a:endParaRPr>
          </a:p>
        </p:txBody>
      </p:sp>
      <p:sp>
        <p:nvSpPr>
          <p:cNvPr id="619" name="Google Shape;619;p72"/>
          <p:cNvSpPr txBox="1">
            <a:spLocks noGrp="1"/>
          </p:cNvSpPr>
          <p:nvPr>
            <p:ph type="body" idx="1"/>
          </p:nvPr>
        </p:nvSpPr>
        <p:spPr>
          <a:xfrm>
            <a:off x="311700" y="1152475"/>
            <a:ext cx="8684100" cy="3416400"/>
          </a:xfrm>
          <a:prstGeom prst="rect">
            <a:avLst/>
          </a:prstGeom>
        </p:spPr>
        <p:txBody>
          <a:bodyPr spcFirstLastPara="1" wrap="square" lIns="91425" tIns="91425" rIns="91425" bIns="91425" anchor="t" anchorCtr="0">
            <a:noAutofit/>
          </a:bodyPr>
          <a:lstStyle/>
          <a:p>
            <a:pPr marL="457200" marR="0" lvl="0"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Lemmatization is typically seen as much more informative than simple stemming, which is why Spacy has opted to only have Lemmatization available instead of Stemming.</a:t>
            </a:r>
            <a:endParaRPr sz="2900">
              <a:solidFill>
                <a:srgbClr val="434343"/>
              </a:solidFill>
              <a:latin typeface="Montserrat"/>
              <a:ea typeface="Montserrat"/>
              <a:cs typeface="Montserrat"/>
              <a:sym typeface="Montserrat"/>
            </a:endParaRPr>
          </a:p>
        </p:txBody>
      </p:sp>
      <p:pic>
        <p:nvPicPr>
          <p:cNvPr id="620" name="Google Shape;620;p72"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625"/>
        <p:cNvGrpSpPr/>
        <p:nvPr/>
      </p:nvGrpSpPr>
      <p:grpSpPr>
        <a:xfrm>
          <a:off x="0" y="0"/>
          <a:ext cx="0" cy="0"/>
          <a:chOff x="0" y="0"/>
          <a:chExt cx="0" cy="0"/>
        </a:xfrm>
      </p:grpSpPr>
      <p:sp>
        <p:nvSpPr>
          <p:cNvPr id="626" name="Google Shape;626;p73"/>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Montserrat"/>
                <a:ea typeface="Montserrat"/>
                <a:cs typeface="Montserrat"/>
                <a:sym typeface="Montserrat"/>
              </a:rPr>
              <a:t>Natural Language Processing Bootcamp</a:t>
            </a:r>
            <a:endParaRPr>
              <a:latin typeface="Montserrat"/>
              <a:ea typeface="Montserrat"/>
              <a:cs typeface="Montserrat"/>
              <a:sym typeface="Montserrat"/>
            </a:endParaRPr>
          </a:p>
        </p:txBody>
      </p:sp>
      <p:sp>
        <p:nvSpPr>
          <p:cNvPr id="627" name="Google Shape;627;p73"/>
          <p:cNvSpPr txBox="1">
            <a:spLocks noGrp="1"/>
          </p:cNvSpPr>
          <p:nvPr>
            <p:ph type="body" idx="1"/>
          </p:nvPr>
        </p:nvSpPr>
        <p:spPr>
          <a:xfrm>
            <a:off x="311700" y="1152475"/>
            <a:ext cx="8684100" cy="3416400"/>
          </a:xfrm>
          <a:prstGeom prst="rect">
            <a:avLst/>
          </a:prstGeom>
        </p:spPr>
        <p:txBody>
          <a:bodyPr spcFirstLastPara="1" wrap="square" lIns="91425" tIns="91425" rIns="91425" bIns="91425" anchor="t" anchorCtr="0">
            <a:noAutofit/>
          </a:bodyPr>
          <a:lstStyle/>
          <a:p>
            <a:pPr marL="457200" marR="0" lvl="0" indent="-412750" algn="l" rtl="0">
              <a:lnSpc>
                <a:spcPct val="100000"/>
              </a:lnSpc>
              <a:spcBef>
                <a:spcPts val="0"/>
              </a:spcBef>
              <a:spcAft>
                <a:spcPts val="0"/>
              </a:spcAft>
              <a:buClr>
                <a:srgbClr val="434343"/>
              </a:buClr>
              <a:buSzPts val="2900"/>
              <a:buFont typeface="Montserrat"/>
              <a:buChar char="●"/>
            </a:pPr>
            <a:r>
              <a:rPr lang="en" sz="2900" dirty="0">
                <a:solidFill>
                  <a:srgbClr val="434343"/>
                </a:solidFill>
                <a:latin typeface="Montserrat"/>
                <a:ea typeface="Montserrat"/>
                <a:cs typeface="Montserrat"/>
                <a:sym typeface="Montserrat"/>
              </a:rPr>
              <a:t>Lemmatization looks at surrounding text to determine a given word's part of speech, it does not categorize phrases. </a:t>
            </a:r>
            <a:endParaRPr sz="2900" dirty="0">
              <a:solidFill>
                <a:srgbClr val="434343"/>
              </a:solidFill>
              <a:latin typeface="Montserrat"/>
              <a:ea typeface="Montserrat"/>
              <a:cs typeface="Montserrat"/>
              <a:sym typeface="Montserrat"/>
            </a:endParaRPr>
          </a:p>
          <a:p>
            <a:pPr marL="457200" marR="0" lvl="0" indent="-412750" algn="l" rtl="0">
              <a:lnSpc>
                <a:spcPct val="100000"/>
              </a:lnSpc>
              <a:spcBef>
                <a:spcPts val="0"/>
              </a:spcBef>
              <a:spcAft>
                <a:spcPts val="0"/>
              </a:spcAft>
              <a:buClr>
                <a:srgbClr val="434343"/>
              </a:buClr>
              <a:buSzPts val="2900"/>
              <a:buFont typeface="Montserrat"/>
              <a:buChar char="●"/>
            </a:pPr>
            <a:r>
              <a:rPr lang="en" sz="2900" dirty="0">
                <a:solidFill>
                  <a:srgbClr val="434343"/>
                </a:solidFill>
                <a:latin typeface="Montserrat"/>
                <a:ea typeface="Montserrat"/>
                <a:cs typeface="Montserrat"/>
                <a:sym typeface="Montserrat"/>
              </a:rPr>
              <a:t>For now, let’s learn how to perform lemmatization with Spacy.</a:t>
            </a:r>
            <a:endParaRPr sz="2900" dirty="0">
              <a:solidFill>
                <a:srgbClr val="434343"/>
              </a:solidFill>
              <a:latin typeface="Montserrat"/>
              <a:ea typeface="Montserrat"/>
              <a:cs typeface="Montserrat"/>
              <a:sym typeface="Montserrat"/>
            </a:endParaRPr>
          </a:p>
        </p:txBody>
      </p:sp>
      <p:pic>
        <p:nvPicPr>
          <p:cNvPr id="628" name="Google Shape;628;p73"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74"/>
          <p:cNvSpPr txBox="1">
            <a:spLocks noGrp="1"/>
          </p:cNvSpPr>
          <p:nvPr>
            <p:ph type="ctrTitle"/>
          </p:nvPr>
        </p:nvSpPr>
        <p:spPr>
          <a:xfrm>
            <a:off x="311700" y="1545450"/>
            <a:ext cx="8520600" cy="1404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b="1" dirty="0">
                <a:latin typeface="Montserrat"/>
                <a:ea typeface="Montserrat"/>
                <a:cs typeface="Montserrat"/>
                <a:sym typeface="Montserrat"/>
              </a:rPr>
              <a:t>Stop Words</a:t>
            </a:r>
            <a:endParaRPr b="1" dirty="0">
              <a:latin typeface="Montserrat"/>
              <a:ea typeface="Montserrat"/>
              <a:cs typeface="Montserrat"/>
              <a:sym typeface="Montserrat"/>
            </a:endParaRPr>
          </a:p>
        </p:txBody>
      </p:sp>
      <p:pic>
        <p:nvPicPr>
          <p:cNvPr id="635" name="Google Shape;635;p74"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1" name="Google Shape;641;p75"/>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Montserrat"/>
                <a:ea typeface="Montserrat"/>
                <a:cs typeface="Montserrat"/>
                <a:sym typeface="Montserrat"/>
              </a:rPr>
              <a:t>Natural Language Processing Bootcamp</a:t>
            </a:r>
            <a:endParaRPr>
              <a:latin typeface="Montserrat"/>
              <a:ea typeface="Montserrat"/>
              <a:cs typeface="Montserrat"/>
              <a:sym typeface="Montserrat"/>
            </a:endParaRPr>
          </a:p>
        </p:txBody>
      </p:sp>
      <p:sp>
        <p:nvSpPr>
          <p:cNvPr id="642" name="Google Shape;642;p75"/>
          <p:cNvSpPr txBox="1">
            <a:spLocks noGrp="1"/>
          </p:cNvSpPr>
          <p:nvPr>
            <p:ph type="body" idx="1"/>
          </p:nvPr>
        </p:nvSpPr>
        <p:spPr>
          <a:xfrm>
            <a:off x="311700" y="1152475"/>
            <a:ext cx="8684100" cy="3416400"/>
          </a:xfrm>
          <a:prstGeom prst="rect">
            <a:avLst/>
          </a:prstGeom>
        </p:spPr>
        <p:txBody>
          <a:bodyPr spcFirstLastPara="1" wrap="square" lIns="91425" tIns="91425" rIns="91425" bIns="91425" anchor="t" anchorCtr="0">
            <a:noAutofit/>
          </a:bodyPr>
          <a:lstStyle/>
          <a:p>
            <a:pPr marL="457200" marR="0" lvl="0"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Words like "a" and "the" appear so frequently that they don't require tagging as thoroughly as nouns, verbs and modifiers. </a:t>
            </a:r>
            <a:endParaRPr sz="2900">
              <a:solidFill>
                <a:srgbClr val="434343"/>
              </a:solidFill>
              <a:latin typeface="Montserrat"/>
              <a:ea typeface="Montserrat"/>
              <a:cs typeface="Montserrat"/>
              <a:sym typeface="Montserrat"/>
            </a:endParaRPr>
          </a:p>
          <a:p>
            <a:pPr marL="457200" marR="0" lvl="0"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We call these stop words, and they can be filtered from the text to be processed.</a:t>
            </a:r>
            <a:endParaRPr sz="2900">
              <a:solidFill>
                <a:srgbClr val="434343"/>
              </a:solidFill>
              <a:latin typeface="Montserrat"/>
              <a:ea typeface="Montserrat"/>
              <a:cs typeface="Montserrat"/>
              <a:sym typeface="Montserrat"/>
            </a:endParaRPr>
          </a:p>
          <a:p>
            <a:pPr marL="457200" marR="0" lvl="0" indent="-412750" algn="l" rtl="0">
              <a:lnSpc>
                <a:spcPct val="100000"/>
              </a:lnSpc>
              <a:spcBef>
                <a:spcPts val="0"/>
              </a:spcBef>
              <a:spcAft>
                <a:spcPts val="0"/>
              </a:spcAft>
              <a:buClr>
                <a:srgbClr val="434343"/>
              </a:buClr>
              <a:buSzPts val="2900"/>
              <a:buFont typeface="Montserrat"/>
              <a:buChar char="●"/>
            </a:pPr>
            <a:r>
              <a:rPr lang="en" sz="2900">
                <a:solidFill>
                  <a:srgbClr val="434343"/>
                </a:solidFill>
                <a:latin typeface="Montserrat"/>
                <a:ea typeface="Montserrat"/>
                <a:cs typeface="Montserrat"/>
                <a:sym typeface="Montserrat"/>
              </a:rPr>
              <a:t>Spacy holds a built-in list of some 305 English stop words.</a:t>
            </a:r>
            <a:endParaRPr sz="2900">
              <a:solidFill>
                <a:srgbClr val="434343"/>
              </a:solidFill>
              <a:latin typeface="Montserrat"/>
              <a:ea typeface="Montserrat"/>
              <a:cs typeface="Montserrat"/>
              <a:sym typeface="Montserrat"/>
            </a:endParaRPr>
          </a:p>
        </p:txBody>
      </p:sp>
      <p:pic>
        <p:nvPicPr>
          <p:cNvPr id="643" name="Google Shape;643;p75"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648"/>
        <p:cNvGrpSpPr/>
        <p:nvPr/>
      </p:nvGrpSpPr>
      <p:grpSpPr>
        <a:xfrm>
          <a:off x="0" y="0"/>
          <a:ext cx="0" cy="0"/>
          <a:chOff x="0" y="0"/>
          <a:chExt cx="0" cy="0"/>
        </a:xfrm>
      </p:grpSpPr>
      <p:sp>
        <p:nvSpPr>
          <p:cNvPr id="649" name="Google Shape;649;p76"/>
          <p:cNvSpPr txBox="1">
            <a:spLocks noGrp="1"/>
          </p:cNvSpPr>
          <p:nvPr>
            <p:ph type="ctrTitle"/>
          </p:nvPr>
        </p:nvSpPr>
        <p:spPr>
          <a:xfrm>
            <a:off x="311700" y="1545450"/>
            <a:ext cx="8520600" cy="1404300"/>
          </a:xfrm>
          <a:prstGeom prst="rect">
            <a:avLst/>
          </a:prstGeom>
        </p:spPr>
        <p:txBody>
          <a:bodyPr spcFirstLastPara="1" wrap="square" lIns="91425" tIns="91425" rIns="91425" bIns="91425" anchor="b" anchorCtr="0">
            <a:noAutofit/>
          </a:bodyPr>
          <a:lstStyle/>
          <a:p>
            <a:pPr marL="0" lvl="0" indent="0" algn="ctr" rtl="0">
              <a:spcBef>
                <a:spcPts val="0"/>
              </a:spcBef>
              <a:spcAft>
                <a:spcPts val="0"/>
              </a:spcAft>
              <a:buNone/>
            </a:pPr>
            <a:r>
              <a:rPr lang="en" b="1" dirty="0">
                <a:latin typeface="Montserrat"/>
                <a:ea typeface="Montserrat"/>
                <a:cs typeface="Montserrat"/>
                <a:sym typeface="Montserrat"/>
              </a:rPr>
              <a:t>Vocabulary and Matching</a:t>
            </a:r>
            <a:endParaRPr b="1" dirty="0">
              <a:latin typeface="Montserrat"/>
              <a:ea typeface="Montserrat"/>
              <a:cs typeface="Montserrat"/>
              <a:sym typeface="Montserrat"/>
            </a:endParaRPr>
          </a:p>
        </p:txBody>
      </p:sp>
      <p:pic>
        <p:nvPicPr>
          <p:cNvPr id="650" name="Google Shape;650;p76"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655"/>
        <p:cNvGrpSpPr/>
        <p:nvPr/>
      </p:nvGrpSpPr>
      <p:grpSpPr>
        <a:xfrm>
          <a:off x="0" y="0"/>
          <a:ext cx="0" cy="0"/>
          <a:chOff x="0" y="0"/>
          <a:chExt cx="0" cy="0"/>
        </a:xfrm>
      </p:grpSpPr>
      <p:sp>
        <p:nvSpPr>
          <p:cNvPr id="656" name="Google Shape;656;p77"/>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Montserrat"/>
                <a:ea typeface="Montserrat"/>
                <a:cs typeface="Montserrat"/>
                <a:sym typeface="Montserrat"/>
              </a:rPr>
              <a:t>Natural Language Processing Bootcamp</a:t>
            </a:r>
            <a:endParaRPr>
              <a:latin typeface="Montserrat"/>
              <a:ea typeface="Montserrat"/>
              <a:cs typeface="Montserrat"/>
              <a:sym typeface="Montserrat"/>
            </a:endParaRPr>
          </a:p>
        </p:txBody>
      </p:sp>
      <p:sp>
        <p:nvSpPr>
          <p:cNvPr id="657" name="Google Shape;657;p77"/>
          <p:cNvSpPr txBox="1">
            <a:spLocks noGrp="1"/>
          </p:cNvSpPr>
          <p:nvPr>
            <p:ph type="body" idx="1"/>
          </p:nvPr>
        </p:nvSpPr>
        <p:spPr>
          <a:xfrm>
            <a:off x="311700" y="1152475"/>
            <a:ext cx="8684100" cy="3416400"/>
          </a:xfrm>
          <a:prstGeom prst="rect">
            <a:avLst/>
          </a:prstGeom>
        </p:spPr>
        <p:txBody>
          <a:bodyPr spcFirstLastPara="1" wrap="square" lIns="91425" tIns="91425" rIns="91425" bIns="91425" anchor="t" anchorCtr="0">
            <a:noAutofit/>
          </a:bodyPr>
          <a:lstStyle/>
          <a:p>
            <a:pPr marL="457200" marR="0" lvl="0" indent="-412750" algn="l" rtl="0">
              <a:lnSpc>
                <a:spcPct val="100000"/>
              </a:lnSpc>
              <a:spcBef>
                <a:spcPts val="0"/>
              </a:spcBef>
              <a:spcAft>
                <a:spcPts val="0"/>
              </a:spcAft>
              <a:buClr>
                <a:srgbClr val="434343"/>
              </a:buClr>
              <a:buSzPts val="2900"/>
              <a:buFont typeface="Montserrat"/>
              <a:buChar char="●"/>
            </a:pPr>
            <a:r>
              <a:rPr lang="en" sz="2900" dirty="0">
                <a:solidFill>
                  <a:srgbClr val="434343"/>
                </a:solidFill>
                <a:latin typeface="Montserrat"/>
                <a:ea typeface="Montserrat"/>
                <a:cs typeface="Montserrat"/>
                <a:sym typeface="Montserrat"/>
              </a:rPr>
              <a:t>So far we've seen how a body of text is divided into tokens, and how individual tokens are parsed and tagged with parts of speech, dependencies and lemmas.</a:t>
            </a:r>
            <a:endParaRPr sz="2900" dirty="0">
              <a:solidFill>
                <a:srgbClr val="434343"/>
              </a:solidFill>
              <a:latin typeface="Montserrat"/>
              <a:ea typeface="Montserrat"/>
              <a:cs typeface="Montserrat"/>
              <a:sym typeface="Montserrat"/>
            </a:endParaRPr>
          </a:p>
          <a:p>
            <a:pPr marL="457200" marR="0" lvl="0" indent="0" algn="l" rtl="0">
              <a:lnSpc>
                <a:spcPct val="100000"/>
              </a:lnSpc>
              <a:spcBef>
                <a:spcPts val="1600"/>
              </a:spcBef>
              <a:spcAft>
                <a:spcPts val="1600"/>
              </a:spcAft>
              <a:buNone/>
            </a:pPr>
            <a:endParaRPr sz="2900" dirty="0">
              <a:solidFill>
                <a:srgbClr val="434343"/>
              </a:solidFill>
              <a:latin typeface="Montserrat"/>
              <a:ea typeface="Montserrat"/>
              <a:cs typeface="Montserrat"/>
              <a:sym typeface="Montserrat"/>
            </a:endParaRPr>
          </a:p>
        </p:txBody>
      </p:sp>
      <p:pic>
        <p:nvPicPr>
          <p:cNvPr id="658" name="Google Shape;658;p77"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663"/>
        <p:cNvGrpSpPr/>
        <p:nvPr/>
      </p:nvGrpSpPr>
      <p:grpSpPr>
        <a:xfrm>
          <a:off x="0" y="0"/>
          <a:ext cx="0" cy="0"/>
          <a:chOff x="0" y="0"/>
          <a:chExt cx="0" cy="0"/>
        </a:xfrm>
      </p:grpSpPr>
      <p:sp>
        <p:nvSpPr>
          <p:cNvPr id="664" name="Google Shape;664;p78"/>
          <p:cNvSpPr txBox="1">
            <a:spLocks noGrp="1"/>
          </p:cNvSpPr>
          <p:nvPr>
            <p:ph type="title"/>
          </p:nvPr>
        </p:nvSpPr>
        <p:spPr>
          <a:xfrm>
            <a:off x="1042425" y="295788"/>
            <a:ext cx="7789800" cy="5727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en">
                <a:latin typeface="Montserrat"/>
                <a:ea typeface="Montserrat"/>
                <a:cs typeface="Montserrat"/>
                <a:sym typeface="Montserrat"/>
              </a:rPr>
              <a:t>Natural Language Processing Bootcamp</a:t>
            </a:r>
            <a:endParaRPr>
              <a:latin typeface="Montserrat"/>
              <a:ea typeface="Montserrat"/>
              <a:cs typeface="Montserrat"/>
              <a:sym typeface="Montserrat"/>
            </a:endParaRPr>
          </a:p>
        </p:txBody>
      </p:sp>
      <p:sp>
        <p:nvSpPr>
          <p:cNvPr id="665" name="Google Shape;665;p78"/>
          <p:cNvSpPr txBox="1">
            <a:spLocks noGrp="1"/>
          </p:cNvSpPr>
          <p:nvPr>
            <p:ph type="body" idx="1"/>
          </p:nvPr>
        </p:nvSpPr>
        <p:spPr>
          <a:xfrm>
            <a:off x="311700" y="1152475"/>
            <a:ext cx="8684100" cy="3416400"/>
          </a:xfrm>
          <a:prstGeom prst="rect">
            <a:avLst/>
          </a:prstGeom>
        </p:spPr>
        <p:txBody>
          <a:bodyPr spcFirstLastPara="1" wrap="square" lIns="91425" tIns="91425" rIns="91425" bIns="91425" anchor="t" anchorCtr="0">
            <a:noAutofit/>
          </a:bodyPr>
          <a:lstStyle/>
          <a:p>
            <a:pPr lvl="0" indent="-412750">
              <a:lnSpc>
                <a:spcPct val="100000"/>
              </a:lnSpc>
              <a:buClr>
                <a:srgbClr val="434343"/>
              </a:buClr>
              <a:buSzPts val="2900"/>
              <a:buFont typeface="Montserrat"/>
              <a:buChar char="●"/>
            </a:pPr>
            <a:r>
              <a:rPr lang="en" sz="2900" dirty="0">
                <a:solidFill>
                  <a:srgbClr val="434343"/>
                </a:solidFill>
                <a:latin typeface="Montserrat"/>
                <a:ea typeface="Montserrat"/>
                <a:cs typeface="Montserrat"/>
                <a:sym typeface="Montserrat"/>
              </a:rPr>
              <a:t>We can think of this as a powerful version of Regular</a:t>
            </a:r>
            <a:r>
              <a:rPr lang="en-US" sz="2900" dirty="0">
                <a:solidFill>
                  <a:srgbClr val="434343"/>
                </a:solidFill>
                <a:latin typeface="Montserrat"/>
                <a:ea typeface="Montserrat"/>
                <a:cs typeface="Montserrat"/>
                <a:sym typeface="Montserrat"/>
              </a:rPr>
              <a:t>of speech into account for our pattern search.</a:t>
            </a:r>
          </a:p>
          <a:p>
            <a:pPr lvl="0" indent="-412750">
              <a:lnSpc>
                <a:spcPct val="100000"/>
              </a:lnSpc>
              <a:buClr>
                <a:srgbClr val="434343"/>
              </a:buClr>
              <a:buSzPts val="2900"/>
              <a:buFont typeface="Montserrat"/>
              <a:buChar char="●"/>
            </a:pPr>
            <a:r>
              <a:rPr lang="en-US" sz="2900" dirty="0">
                <a:solidFill>
                  <a:srgbClr val="434343"/>
                </a:solidFill>
                <a:latin typeface="Montserrat"/>
                <a:ea typeface="Montserrat"/>
                <a:cs typeface="Montserrat"/>
                <a:sym typeface="Montserrat"/>
              </a:rPr>
              <a:t>Let’s explore this with Spacy!</a:t>
            </a:r>
          </a:p>
          <a:p>
            <a:pPr marL="457200" marR="0" lvl="0" indent="-412750" algn="l" rtl="0">
              <a:lnSpc>
                <a:spcPct val="100000"/>
              </a:lnSpc>
              <a:spcBef>
                <a:spcPts val="0"/>
              </a:spcBef>
              <a:spcAft>
                <a:spcPts val="0"/>
              </a:spcAft>
              <a:buClr>
                <a:srgbClr val="434343"/>
              </a:buClr>
              <a:buSzPts val="2900"/>
              <a:buFont typeface="Montserrat"/>
              <a:buChar char="●"/>
            </a:pPr>
            <a:r>
              <a:rPr lang="en" sz="2900" dirty="0">
                <a:solidFill>
                  <a:srgbClr val="434343"/>
                </a:solidFill>
                <a:latin typeface="Montserrat"/>
                <a:ea typeface="Montserrat"/>
                <a:cs typeface="Montserrat"/>
                <a:sym typeface="Montserrat"/>
              </a:rPr>
              <a:t> Expression where we actually take parts</a:t>
            </a:r>
            <a:endParaRPr sz="2900" dirty="0">
              <a:solidFill>
                <a:srgbClr val="434343"/>
              </a:solidFill>
              <a:latin typeface="Montserrat"/>
              <a:ea typeface="Montserrat"/>
              <a:cs typeface="Montserrat"/>
              <a:sym typeface="Montserrat"/>
            </a:endParaRPr>
          </a:p>
        </p:txBody>
      </p:sp>
      <p:pic>
        <p:nvPicPr>
          <p:cNvPr id="666" name="Google Shape;666;p78" descr="watermark.jpg"/>
          <p:cNvPicPr preferRelativeResize="0"/>
          <p:nvPr/>
        </p:nvPicPr>
        <p:blipFill rotWithShape="1">
          <a:blip r:embed="rId3">
            <a:alphaModFix/>
          </a:blip>
          <a:srcRect l="51048" t="14424" r="35216" b="38251"/>
          <a:stretch/>
        </p:blipFill>
        <p:spPr>
          <a:xfrm>
            <a:off x="152400" y="152400"/>
            <a:ext cx="890025" cy="859476"/>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296</TotalTime>
  <Words>1521</Words>
  <Application>Microsoft Office PowerPoint</Application>
  <PresentationFormat>On-screen Show (16:9)</PresentationFormat>
  <Paragraphs>188</Paragraphs>
  <Slides>49</Slides>
  <Notes>49</Notes>
  <HiddenSlides>0</HiddenSlides>
  <MMClips>0</MMClips>
  <ScaleCrop>false</ScaleCrop>
  <HeadingPairs>
    <vt:vector size="6" baseType="variant">
      <vt:variant>
        <vt:lpstr>Fonts Used</vt:lpstr>
      </vt:variant>
      <vt:variant>
        <vt:i4>2</vt:i4>
      </vt:variant>
      <vt:variant>
        <vt:lpstr>Theme</vt:lpstr>
      </vt:variant>
      <vt:variant>
        <vt:i4>2</vt:i4>
      </vt:variant>
      <vt:variant>
        <vt:lpstr>Slide Titles</vt:lpstr>
      </vt:variant>
      <vt:variant>
        <vt:i4>49</vt:i4>
      </vt:variant>
    </vt:vector>
  </HeadingPairs>
  <TitlesOfParts>
    <vt:vector size="53" baseType="lpstr">
      <vt:lpstr>Arial</vt:lpstr>
      <vt:lpstr>Montserrat</vt:lpstr>
      <vt:lpstr>Simple Light</vt:lpstr>
      <vt:lpstr>Simple Light</vt:lpstr>
      <vt:lpstr>NLP Python Basics</vt:lpstr>
      <vt:lpstr>Natural Language Processing</vt:lpstr>
      <vt:lpstr>Spacy Setup</vt:lpstr>
      <vt:lpstr>Natural Language Processing</vt:lpstr>
      <vt:lpstr>Natural Language Processing</vt:lpstr>
      <vt:lpstr>Natural Language Processing</vt:lpstr>
      <vt:lpstr>Natural Language Processing</vt:lpstr>
      <vt:lpstr>Natural Language Processing</vt:lpstr>
      <vt:lpstr>Natural Language Processing</vt:lpstr>
      <vt:lpstr>Natural Language Processing</vt:lpstr>
      <vt:lpstr>Natural Language Processing</vt:lpstr>
      <vt:lpstr>Natural Language Processing</vt:lpstr>
      <vt:lpstr>What is NLP?</vt:lpstr>
      <vt:lpstr>What is NLP?</vt:lpstr>
      <vt:lpstr>Natural Language Processing</vt:lpstr>
      <vt:lpstr>Natural Language Processing</vt:lpstr>
      <vt:lpstr>Natural Language Processing</vt:lpstr>
      <vt:lpstr>Natural Language Processing</vt:lpstr>
      <vt:lpstr>Natural Language Processing</vt:lpstr>
      <vt:lpstr>Spacy Basics</vt:lpstr>
      <vt:lpstr>Natural Language Processing</vt:lpstr>
      <vt:lpstr>Natural Language Processing</vt:lpstr>
      <vt:lpstr>Natural Language Processing Bootcamp</vt:lpstr>
      <vt:lpstr>Tokenization</vt:lpstr>
      <vt:lpstr>Natural Language Processing Bootcamp</vt:lpstr>
      <vt:lpstr>Tokenization</vt:lpstr>
      <vt:lpstr>Natural Language Processing Bootcamp</vt:lpstr>
      <vt:lpstr>Natural Language Processing Bootcamp</vt:lpstr>
      <vt:lpstr>Tokenization</vt:lpstr>
      <vt:lpstr>Natural Language Processing Bootcamp</vt:lpstr>
      <vt:lpstr>Stemming</vt:lpstr>
      <vt:lpstr>Natural Language Processing Bootcamp</vt:lpstr>
      <vt:lpstr>Natural Language Processing Bootcamp</vt:lpstr>
      <vt:lpstr>Natural Language Processing Bootcamp</vt:lpstr>
      <vt:lpstr>Natural Language Processing Bootcamp</vt:lpstr>
      <vt:lpstr>Natural Language Processing Bootcamp</vt:lpstr>
      <vt:lpstr>Natural Language Processing Bootcamp</vt:lpstr>
      <vt:lpstr>Natural Language Processing Bootcamp</vt:lpstr>
      <vt:lpstr>Natural Language Processing Bootcamp</vt:lpstr>
      <vt:lpstr>Natural Language Processing Bootcamp</vt:lpstr>
      <vt:lpstr>Lemmatization</vt:lpstr>
      <vt:lpstr>Natural Language Processing Bootcamp</vt:lpstr>
      <vt:lpstr>Natural Language Processing Bootcamp</vt:lpstr>
      <vt:lpstr>Natural Language Processing Bootcamp</vt:lpstr>
      <vt:lpstr>Stop Words</vt:lpstr>
      <vt:lpstr>Natural Language Processing Bootcamp</vt:lpstr>
      <vt:lpstr>Vocabulary and Matching</vt:lpstr>
      <vt:lpstr>Natural Language Processing Bootcamp</vt:lpstr>
      <vt:lpstr>Natural Language Processing Bootcamp</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NLP Python Basics</dc:title>
  <cp:lastModifiedBy>Ankit Mirajkar</cp:lastModifiedBy>
  <cp:revision>27</cp:revision>
  <dcterms:modified xsi:type="dcterms:W3CDTF">2024-10-18T11:32:27Z</dcterms:modified>
</cp:coreProperties>
</file>