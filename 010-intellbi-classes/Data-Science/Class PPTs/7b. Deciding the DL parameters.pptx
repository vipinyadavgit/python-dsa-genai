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36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26B749-8105-4E0F-9C4E-4DABAD9ACEE6}" type="doc">
      <dgm:prSet loTypeId="urn:microsoft.com/office/officeart/2005/8/layout/vList5" loCatId="list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ACC5A2C-D335-4838-B3C5-906FF165A908}">
      <dgm:prSet/>
      <dgm:spPr/>
      <dgm:t>
        <a:bodyPr/>
        <a:lstStyle/>
        <a:p>
          <a:r>
            <a:rPr lang="en-US"/>
            <a:t>Shallow networks (1–2 hidden layers)</a:t>
          </a:r>
        </a:p>
      </dgm:t>
    </dgm:pt>
    <dgm:pt modelId="{9F195596-E2EE-40A7-930E-302D3049B669}" type="parTrans" cxnId="{31BAE5F0-9B39-4FF4-AAF8-E5502A79CA7D}">
      <dgm:prSet/>
      <dgm:spPr/>
      <dgm:t>
        <a:bodyPr/>
        <a:lstStyle/>
        <a:p>
          <a:endParaRPr lang="en-US"/>
        </a:p>
      </dgm:t>
    </dgm:pt>
    <dgm:pt modelId="{FEB2016A-5B22-4873-AD15-696E9C9A0EEC}" type="sibTrans" cxnId="{31BAE5F0-9B39-4FF4-AAF8-E5502A79CA7D}">
      <dgm:prSet/>
      <dgm:spPr/>
      <dgm:t>
        <a:bodyPr/>
        <a:lstStyle/>
        <a:p>
          <a:endParaRPr lang="en-US"/>
        </a:p>
      </dgm:t>
    </dgm:pt>
    <dgm:pt modelId="{0754C135-1007-4E4C-A07A-5C4172B8FC79}">
      <dgm:prSet/>
      <dgm:spPr/>
      <dgm:t>
        <a:bodyPr/>
        <a:lstStyle/>
        <a:p>
          <a:r>
            <a:rPr lang="en-US"/>
            <a:t>Often enough for simple problems (like binary classification, small tabular datasets).</a:t>
          </a:r>
        </a:p>
      </dgm:t>
    </dgm:pt>
    <dgm:pt modelId="{4C8C3747-F978-45EC-B29D-CA7C2FBBB449}" type="parTrans" cxnId="{0F17F70D-5CAB-4045-9724-9AEB9B1FDF99}">
      <dgm:prSet/>
      <dgm:spPr/>
      <dgm:t>
        <a:bodyPr/>
        <a:lstStyle/>
        <a:p>
          <a:endParaRPr lang="en-US"/>
        </a:p>
      </dgm:t>
    </dgm:pt>
    <dgm:pt modelId="{4173D757-8EDE-4FED-93EB-C795A14CF79D}" type="sibTrans" cxnId="{0F17F70D-5CAB-4045-9724-9AEB9B1FDF99}">
      <dgm:prSet/>
      <dgm:spPr/>
      <dgm:t>
        <a:bodyPr/>
        <a:lstStyle/>
        <a:p>
          <a:endParaRPr lang="en-US"/>
        </a:p>
      </dgm:t>
    </dgm:pt>
    <dgm:pt modelId="{0347C581-157E-4155-8144-A4DB966081A7}">
      <dgm:prSet/>
      <dgm:spPr/>
      <dgm:t>
        <a:bodyPr/>
        <a:lstStyle/>
        <a:p>
          <a:r>
            <a:rPr lang="en-US"/>
            <a:t>Deep networks (3+ hidden layers)</a:t>
          </a:r>
        </a:p>
      </dgm:t>
    </dgm:pt>
    <dgm:pt modelId="{E0682C3B-F6FE-48E4-BFAF-4F0E6530EC0D}" type="parTrans" cxnId="{4702F513-F39F-4180-8D40-DEA40B3888EE}">
      <dgm:prSet/>
      <dgm:spPr/>
      <dgm:t>
        <a:bodyPr/>
        <a:lstStyle/>
        <a:p>
          <a:endParaRPr lang="en-US"/>
        </a:p>
      </dgm:t>
    </dgm:pt>
    <dgm:pt modelId="{32B78403-FC49-49D5-ADD2-CE3308CB3BB1}" type="sibTrans" cxnId="{4702F513-F39F-4180-8D40-DEA40B3888EE}">
      <dgm:prSet/>
      <dgm:spPr/>
      <dgm:t>
        <a:bodyPr/>
        <a:lstStyle/>
        <a:p>
          <a:endParaRPr lang="en-US"/>
        </a:p>
      </dgm:t>
    </dgm:pt>
    <dgm:pt modelId="{73FAFEB1-B578-4D30-8AF4-F06441857564}">
      <dgm:prSet/>
      <dgm:spPr/>
      <dgm:t>
        <a:bodyPr/>
        <a:lstStyle/>
        <a:p>
          <a:r>
            <a:rPr lang="en-US"/>
            <a:t>Useful for complex problems, e.g., images, text, speech.</a:t>
          </a:r>
        </a:p>
      </dgm:t>
    </dgm:pt>
    <dgm:pt modelId="{D44F0D5D-136B-4412-BD53-6834A0911219}" type="parTrans" cxnId="{B9A4ADC2-92EE-4F35-B059-D138B72266D2}">
      <dgm:prSet/>
      <dgm:spPr/>
      <dgm:t>
        <a:bodyPr/>
        <a:lstStyle/>
        <a:p>
          <a:endParaRPr lang="en-US"/>
        </a:p>
      </dgm:t>
    </dgm:pt>
    <dgm:pt modelId="{C75D9838-AE97-493E-BAED-C8D7DE21CC70}" type="sibTrans" cxnId="{B9A4ADC2-92EE-4F35-B059-D138B72266D2}">
      <dgm:prSet/>
      <dgm:spPr/>
      <dgm:t>
        <a:bodyPr/>
        <a:lstStyle/>
        <a:p>
          <a:endParaRPr lang="en-US"/>
        </a:p>
      </dgm:t>
    </dgm:pt>
    <dgm:pt modelId="{98253C47-9CBB-4EBE-ADFA-81E01C692B6A}">
      <dgm:prSet/>
      <dgm:spPr/>
      <dgm:t>
        <a:bodyPr/>
        <a:lstStyle/>
        <a:p>
          <a:r>
            <a:rPr lang="en-US"/>
            <a:t>Rule of thumb:</a:t>
          </a:r>
        </a:p>
      </dgm:t>
    </dgm:pt>
    <dgm:pt modelId="{5BF46EE2-7356-4C88-8066-2B44A6EF60CC}" type="parTrans" cxnId="{DEE57332-EC3B-451D-B334-DA2A991A116A}">
      <dgm:prSet/>
      <dgm:spPr/>
      <dgm:t>
        <a:bodyPr/>
        <a:lstStyle/>
        <a:p>
          <a:endParaRPr lang="en-US"/>
        </a:p>
      </dgm:t>
    </dgm:pt>
    <dgm:pt modelId="{65627FBE-5141-46B0-AEB9-F5820E5CA589}" type="sibTrans" cxnId="{DEE57332-EC3B-451D-B334-DA2A991A116A}">
      <dgm:prSet/>
      <dgm:spPr/>
      <dgm:t>
        <a:bodyPr/>
        <a:lstStyle/>
        <a:p>
          <a:endParaRPr lang="en-US"/>
        </a:p>
      </dgm:t>
    </dgm:pt>
    <dgm:pt modelId="{45364F95-F58D-475F-B70B-6FEEBCE1C076}">
      <dgm:prSet/>
      <dgm:spPr/>
      <dgm:t>
        <a:bodyPr/>
        <a:lstStyle/>
        <a:p>
          <a:r>
            <a:rPr lang="en-US"/>
            <a:t>Start small. You can always increase layers if the model underfits.</a:t>
          </a:r>
        </a:p>
      </dgm:t>
    </dgm:pt>
    <dgm:pt modelId="{F66C5849-F609-47A2-B5D3-31B5E8FE98E2}" type="parTrans" cxnId="{A2BA7ED9-B112-40B1-B99E-51867EC3C85B}">
      <dgm:prSet/>
      <dgm:spPr/>
      <dgm:t>
        <a:bodyPr/>
        <a:lstStyle/>
        <a:p>
          <a:endParaRPr lang="en-US"/>
        </a:p>
      </dgm:t>
    </dgm:pt>
    <dgm:pt modelId="{298AEB85-AC93-4E52-B3A5-B9242E5133FD}" type="sibTrans" cxnId="{A2BA7ED9-B112-40B1-B99E-51867EC3C85B}">
      <dgm:prSet/>
      <dgm:spPr/>
      <dgm:t>
        <a:bodyPr/>
        <a:lstStyle/>
        <a:p>
          <a:endParaRPr lang="en-US"/>
        </a:p>
      </dgm:t>
    </dgm:pt>
    <dgm:pt modelId="{2217D3FE-64CE-4A79-87F0-0E47AD40E712}" type="pres">
      <dgm:prSet presAssocID="{4026B749-8105-4E0F-9C4E-4DABAD9ACEE6}" presName="Name0" presStyleCnt="0">
        <dgm:presLayoutVars>
          <dgm:dir/>
          <dgm:animLvl val="lvl"/>
          <dgm:resizeHandles val="exact"/>
        </dgm:presLayoutVars>
      </dgm:prSet>
      <dgm:spPr/>
    </dgm:pt>
    <dgm:pt modelId="{1DF81DDC-FB66-4DDC-8AB8-7BF9D6B19CCB}" type="pres">
      <dgm:prSet presAssocID="{DACC5A2C-D335-4838-B3C5-906FF165A908}" presName="linNode" presStyleCnt="0"/>
      <dgm:spPr/>
    </dgm:pt>
    <dgm:pt modelId="{6392EAB3-2753-40BC-901F-76A64B1C6314}" type="pres">
      <dgm:prSet presAssocID="{DACC5A2C-D335-4838-B3C5-906FF165A908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9EC1E0C9-7D79-4690-8D4A-F0937D373978}" type="pres">
      <dgm:prSet presAssocID="{DACC5A2C-D335-4838-B3C5-906FF165A908}" presName="descendantText" presStyleLbl="alignAccFollowNode1" presStyleIdx="0" presStyleCnt="3">
        <dgm:presLayoutVars>
          <dgm:bulletEnabled val="1"/>
        </dgm:presLayoutVars>
      </dgm:prSet>
      <dgm:spPr/>
    </dgm:pt>
    <dgm:pt modelId="{EB8E387C-787C-45DD-B2B9-73B8E9C4CF28}" type="pres">
      <dgm:prSet presAssocID="{FEB2016A-5B22-4873-AD15-696E9C9A0EEC}" presName="sp" presStyleCnt="0"/>
      <dgm:spPr/>
    </dgm:pt>
    <dgm:pt modelId="{BD0813FE-F816-4D21-AD51-D2FC72734025}" type="pres">
      <dgm:prSet presAssocID="{0347C581-157E-4155-8144-A4DB966081A7}" presName="linNode" presStyleCnt="0"/>
      <dgm:spPr/>
    </dgm:pt>
    <dgm:pt modelId="{C81792BC-696E-413E-8F68-52869794CF52}" type="pres">
      <dgm:prSet presAssocID="{0347C581-157E-4155-8144-A4DB966081A7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39193E25-D06C-4C2E-A1C2-6E202DEBACA9}" type="pres">
      <dgm:prSet presAssocID="{0347C581-157E-4155-8144-A4DB966081A7}" presName="descendantText" presStyleLbl="alignAccFollowNode1" presStyleIdx="1" presStyleCnt="3">
        <dgm:presLayoutVars>
          <dgm:bulletEnabled val="1"/>
        </dgm:presLayoutVars>
      </dgm:prSet>
      <dgm:spPr/>
    </dgm:pt>
    <dgm:pt modelId="{B4D5611B-8FCB-4722-A4CD-0D413C7A8CCA}" type="pres">
      <dgm:prSet presAssocID="{32B78403-FC49-49D5-ADD2-CE3308CB3BB1}" presName="sp" presStyleCnt="0"/>
      <dgm:spPr/>
    </dgm:pt>
    <dgm:pt modelId="{090CFAFE-E8EC-4594-A9A5-1EE951CC6E15}" type="pres">
      <dgm:prSet presAssocID="{98253C47-9CBB-4EBE-ADFA-81E01C692B6A}" presName="linNode" presStyleCnt="0"/>
      <dgm:spPr/>
    </dgm:pt>
    <dgm:pt modelId="{4A0EEA69-00AB-4CD9-B811-1192A6C2EFAD}" type="pres">
      <dgm:prSet presAssocID="{98253C47-9CBB-4EBE-ADFA-81E01C692B6A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28B56592-76A7-45FD-90D1-811E9FF8BE82}" type="pres">
      <dgm:prSet presAssocID="{98253C47-9CBB-4EBE-ADFA-81E01C692B6A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970C8905-1C99-441C-BDEB-4A6CFF7B64CD}" type="presOf" srcId="{0754C135-1007-4E4C-A07A-5C4172B8FC79}" destId="{9EC1E0C9-7D79-4690-8D4A-F0937D373978}" srcOrd="0" destOrd="0" presId="urn:microsoft.com/office/officeart/2005/8/layout/vList5"/>
    <dgm:cxn modelId="{0F17F70D-5CAB-4045-9724-9AEB9B1FDF99}" srcId="{DACC5A2C-D335-4838-B3C5-906FF165A908}" destId="{0754C135-1007-4E4C-A07A-5C4172B8FC79}" srcOrd="0" destOrd="0" parTransId="{4C8C3747-F978-45EC-B29D-CA7C2FBBB449}" sibTransId="{4173D757-8EDE-4FED-93EB-C795A14CF79D}"/>
    <dgm:cxn modelId="{64F52011-0E08-47F7-BA1C-6FA9F57BE54F}" type="presOf" srcId="{4026B749-8105-4E0F-9C4E-4DABAD9ACEE6}" destId="{2217D3FE-64CE-4A79-87F0-0E47AD40E712}" srcOrd="0" destOrd="0" presId="urn:microsoft.com/office/officeart/2005/8/layout/vList5"/>
    <dgm:cxn modelId="{4702F513-F39F-4180-8D40-DEA40B3888EE}" srcId="{4026B749-8105-4E0F-9C4E-4DABAD9ACEE6}" destId="{0347C581-157E-4155-8144-A4DB966081A7}" srcOrd="1" destOrd="0" parTransId="{E0682C3B-F6FE-48E4-BFAF-4F0E6530EC0D}" sibTransId="{32B78403-FC49-49D5-ADD2-CE3308CB3BB1}"/>
    <dgm:cxn modelId="{DEE57332-EC3B-451D-B334-DA2A991A116A}" srcId="{4026B749-8105-4E0F-9C4E-4DABAD9ACEE6}" destId="{98253C47-9CBB-4EBE-ADFA-81E01C692B6A}" srcOrd="2" destOrd="0" parTransId="{5BF46EE2-7356-4C88-8066-2B44A6EF60CC}" sibTransId="{65627FBE-5141-46B0-AEB9-F5820E5CA589}"/>
    <dgm:cxn modelId="{FBCEE491-CC37-4992-A999-D898CFCCF4A7}" type="presOf" srcId="{98253C47-9CBB-4EBE-ADFA-81E01C692B6A}" destId="{4A0EEA69-00AB-4CD9-B811-1192A6C2EFAD}" srcOrd="0" destOrd="0" presId="urn:microsoft.com/office/officeart/2005/8/layout/vList5"/>
    <dgm:cxn modelId="{DB9D3FA9-718B-4D3C-A362-0D19E418C0D4}" type="presOf" srcId="{DACC5A2C-D335-4838-B3C5-906FF165A908}" destId="{6392EAB3-2753-40BC-901F-76A64B1C6314}" srcOrd="0" destOrd="0" presId="urn:microsoft.com/office/officeart/2005/8/layout/vList5"/>
    <dgm:cxn modelId="{794CA3B0-F4FF-4759-9B18-1AC8F606F2C3}" type="presOf" srcId="{0347C581-157E-4155-8144-A4DB966081A7}" destId="{C81792BC-696E-413E-8F68-52869794CF52}" srcOrd="0" destOrd="0" presId="urn:microsoft.com/office/officeart/2005/8/layout/vList5"/>
    <dgm:cxn modelId="{9C1F66B2-12A1-4307-84BB-FC724EA720C9}" type="presOf" srcId="{73FAFEB1-B578-4D30-8AF4-F06441857564}" destId="{39193E25-D06C-4C2E-A1C2-6E202DEBACA9}" srcOrd="0" destOrd="0" presId="urn:microsoft.com/office/officeart/2005/8/layout/vList5"/>
    <dgm:cxn modelId="{B9A4ADC2-92EE-4F35-B059-D138B72266D2}" srcId="{0347C581-157E-4155-8144-A4DB966081A7}" destId="{73FAFEB1-B578-4D30-8AF4-F06441857564}" srcOrd="0" destOrd="0" parTransId="{D44F0D5D-136B-4412-BD53-6834A0911219}" sibTransId="{C75D9838-AE97-493E-BAED-C8D7DE21CC70}"/>
    <dgm:cxn modelId="{2EE0CAC3-0082-4D34-A788-59FE0375B665}" type="presOf" srcId="{45364F95-F58D-475F-B70B-6FEEBCE1C076}" destId="{28B56592-76A7-45FD-90D1-811E9FF8BE82}" srcOrd="0" destOrd="0" presId="urn:microsoft.com/office/officeart/2005/8/layout/vList5"/>
    <dgm:cxn modelId="{A2BA7ED9-B112-40B1-B99E-51867EC3C85B}" srcId="{98253C47-9CBB-4EBE-ADFA-81E01C692B6A}" destId="{45364F95-F58D-475F-B70B-6FEEBCE1C076}" srcOrd="0" destOrd="0" parTransId="{F66C5849-F609-47A2-B5D3-31B5E8FE98E2}" sibTransId="{298AEB85-AC93-4E52-B3A5-B9242E5133FD}"/>
    <dgm:cxn modelId="{31BAE5F0-9B39-4FF4-AAF8-E5502A79CA7D}" srcId="{4026B749-8105-4E0F-9C4E-4DABAD9ACEE6}" destId="{DACC5A2C-D335-4838-B3C5-906FF165A908}" srcOrd="0" destOrd="0" parTransId="{9F195596-E2EE-40A7-930E-302D3049B669}" sibTransId="{FEB2016A-5B22-4873-AD15-696E9C9A0EEC}"/>
    <dgm:cxn modelId="{68872D71-FC5F-4344-82CC-FE58A3B65C86}" type="presParOf" srcId="{2217D3FE-64CE-4A79-87F0-0E47AD40E712}" destId="{1DF81DDC-FB66-4DDC-8AB8-7BF9D6B19CCB}" srcOrd="0" destOrd="0" presId="urn:microsoft.com/office/officeart/2005/8/layout/vList5"/>
    <dgm:cxn modelId="{CAC41286-3873-43FF-B782-AF9C054374B2}" type="presParOf" srcId="{1DF81DDC-FB66-4DDC-8AB8-7BF9D6B19CCB}" destId="{6392EAB3-2753-40BC-901F-76A64B1C6314}" srcOrd="0" destOrd="0" presId="urn:microsoft.com/office/officeart/2005/8/layout/vList5"/>
    <dgm:cxn modelId="{E0A242E1-9E69-4249-800B-CD57E20D2DC1}" type="presParOf" srcId="{1DF81DDC-FB66-4DDC-8AB8-7BF9D6B19CCB}" destId="{9EC1E0C9-7D79-4690-8D4A-F0937D373978}" srcOrd="1" destOrd="0" presId="urn:microsoft.com/office/officeart/2005/8/layout/vList5"/>
    <dgm:cxn modelId="{5F7EF7C0-3C58-4903-BB3C-3D00ADD9C2D2}" type="presParOf" srcId="{2217D3FE-64CE-4A79-87F0-0E47AD40E712}" destId="{EB8E387C-787C-45DD-B2B9-73B8E9C4CF28}" srcOrd="1" destOrd="0" presId="urn:microsoft.com/office/officeart/2005/8/layout/vList5"/>
    <dgm:cxn modelId="{9CBF7509-C2C0-4363-8191-50CBFDBB6DBD}" type="presParOf" srcId="{2217D3FE-64CE-4A79-87F0-0E47AD40E712}" destId="{BD0813FE-F816-4D21-AD51-D2FC72734025}" srcOrd="2" destOrd="0" presId="urn:microsoft.com/office/officeart/2005/8/layout/vList5"/>
    <dgm:cxn modelId="{2757C840-4E9C-4D1C-851D-7A8299B71F3F}" type="presParOf" srcId="{BD0813FE-F816-4D21-AD51-D2FC72734025}" destId="{C81792BC-696E-413E-8F68-52869794CF52}" srcOrd="0" destOrd="0" presId="urn:microsoft.com/office/officeart/2005/8/layout/vList5"/>
    <dgm:cxn modelId="{F01CCE2C-E737-4A94-B192-4F9837BA1901}" type="presParOf" srcId="{BD0813FE-F816-4D21-AD51-D2FC72734025}" destId="{39193E25-D06C-4C2E-A1C2-6E202DEBACA9}" srcOrd="1" destOrd="0" presId="urn:microsoft.com/office/officeart/2005/8/layout/vList5"/>
    <dgm:cxn modelId="{B3E2F29F-09FE-4DC7-9CFC-0A0C24C6E683}" type="presParOf" srcId="{2217D3FE-64CE-4A79-87F0-0E47AD40E712}" destId="{B4D5611B-8FCB-4722-A4CD-0D413C7A8CCA}" srcOrd="3" destOrd="0" presId="urn:microsoft.com/office/officeart/2005/8/layout/vList5"/>
    <dgm:cxn modelId="{191DAE8F-C575-4515-85F8-070D481A4829}" type="presParOf" srcId="{2217D3FE-64CE-4A79-87F0-0E47AD40E712}" destId="{090CFAFE-E8EC-4594-A9A5-1EE951CC6E15}" srcOrd="4" destOrd="0" presId="urn:microsoft.com/office/officeart/2005/8/layout/vList5"/>
    <dgm:cxn modelId="{41703756-211A-43D2-B277-42F3A6B0CE64}" type="presParOf" srcId="{090CFAFE-E8EC-4594-A9A5-1EE951CC6E15}" destId="{4A0EEA69-00AB-4CD9-B811-1192A6C2EFAD}" srcOrd="0" destOrd="0" presId="urn:microsoft.com/office/officeart/2005/8/layout/vList5"/>
    <dgm:cxn modelId="{9547E6F2-36E8-4C4B-9894-8F190AA4C452}" type="presParOf" srcId="{090CFAFE-E8EC-4594-A9A5-1EE951CC6E15}" destId="{28B56592-76A7-45FD-90D1-811E9FF8BE8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126351-C703-4BBB-92DB-5B2AE06B9AD0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A713B61-6A23-4B56-AF16-BAB7202DFECC}">
      <dgm:prSet/>
      <dgm:spPr/>
      <dgm:t>
        <a:bodyPr/>
        <a:lstStyle/>
        <a:p>
          <a:r>
            <a:rPr lang="en-US" b="1"/>
            <a:t>Start small and increase gradually</a:t>
          </a:r>
          <a:r>
            <a:rPr lang="en-US"/>
            <a:t>:</a:t>
          </a:r>
        </a:p>
      </dgm:t>
    </dgm:pt>
    <dgm:pt modelId="{156A54C3-5DC7-4FBA-9EDC-9BF05D0F38E2}" type="parTrans" cxnId="{086A0A67-77F0-4DA6-AFE4-8DD3F42C7E6C}">
      <dgm:prSet/>
      <dgm:spPr/>
      <dgm:t>
        <a:bodyPr/>
        <a:lstStyle/>
        <a:p>
          <a:endParaRPr lang="en-US"/>
        </a:p>
      </dgm:t>
    </dgm:pt>
    <dgm:pt modelId="{4EA5F370-DCF3-4F4E-A635-F76E1A8223ED}" type="sibTrans" cxnId="{086A0A67-77F0-4DA6-AFE4-8DD3F42C7E6C}">
      <dgm:prSet/>
      <dgm:spPr/>
      <dgm:t>
        <a:bodyPr/>
        <a:lstStyle/>
        <a:p>
          <a:endParaRPr lang="en-US"/>
        </a:p>
      </dgm:t>
    </dgm:pt>
    <dgm:pt modelId="{0B4D21C7-55F2-48C8-AE4F-DCA84FFADE6C}">
      <dgm:prSet/>
      <dgm:spPr/>
      <dgm:t>
        <a:bodyPr/>
        <a:lstStyle/>
        <a:p>
          <a:r>
            <a:rPr lang="en-US"/>
            <a:t>Too few → </a:t>
          </a:r>
          <a:r>
            <a:rPr lang="en-US" b="1"/>
            <a:t>underfitting</a:t>
          </a:r>
          <a:r>
            <a:rPr lang="en-US"/>
            <a:t> (model can’t capture patterns)</a:t>
          </a:r>
        </a:p>
      </dgm:t>
    </dgm:pt>
    <dgm:pt modelId="{857E0140-02DE-465D-83EB-90DF3F4B98D5}" type="parTrans" cxnId="{26C95B87-B629-45D9-B260-12338D442A0F}">
      <dgm:prSet/>
      <dgm:spPr/>
      <dgm:t>
        <a:bodyPr/>
        <a:lstStyle/>
        <a:p>
          <a:endParaRPr lang="en-US"/>
        </a:p>
      </dgm:t>
    </dgm:pt>
    <dgm:pt modelId="{6B49F0D3-554A-471D-9BB4-280B512561E5}" type="sibTrans" cxnId="{26C95B87-B629-45D9-B260-12338D442A0F}">
      <dgm:prSet/>
      <dgm:spPr/>
      <dgm:t>
        <a:bodyPr/>
        <a:lstStyle/>
        <a:p>
          <a:endParaRPr lang="en-US"/>
        </a:p>
      </dgm:t>
    </dgm:pt>
    <dgm:pt modelId="{37377794-0C25-4871-867C-F43D69CFA345}">
      <dgm:prSet/>
      <dgm:spPr/>
      <dgm:t>
        <a:bodyPr/>
        <a:lstStyle/>
        <a:p>
          <a:r>
            <a:rPr lang="en-US"/>
            <a:t>Too many → </a:t>
          </a:r>
          <a:r>
            <a:rPr lang="en-US" b="1"/>
            <a:t>overfitting</a:t>
          </a:r>
          <a:r>
            <a:rPr lang="en-US"/>
            <a:t> (memorizes training data)</a:t>
          </a:r>
        </a:p>
      </dgm:t>
    </dgm:pt>
    <dgm:pt modelId="{BC2698B5-5730-476E-8A55-41F35BF0FBD6}" type="parTrans" cxnId="{6B061E3A-DECC-4DDA-8E36-B4B48CB29361}">
      <dgm:prSet/>
      <dgm:spPr/>
      <dgm:t>
        <a:bodyPr/>
        <a:lstStyle/>
        <a:p>
          <a:endParaRPr lang="en-US"/>
        </a:p>
      </dgm:t>
    </dgm:pt>
    <dgm:pt modelId="{2B225134-A06B-40F6-872D-29FDAAFB47C4}" type="sibTrans" cxnId="{6B061E3A-DECC-4DDA-8E36-B4B48CB29361}">
      <dgm:prSet/>
      <dgm:spPr/>
      <dgm:t>
        <a:bodyPr/>
        <a:lstStyle/>
        <a:p>
          <a:endParaRPr lang="en-US"/>
        </a:p>
      </dgm:t>
    </dgm:pt>
    <dgm:pt modelId="{9F264082-7C58-4F85-9538-2E87FDFDF262}">
      <dgm:prSet/>
      <dgm:spPr/>
      <dgm:t>
        <a:bodyPr/>
        <a:lstStyle/>
        <a:p>
          <a:r>
            <a:rPr lang="en-US" b="1"/>
            <a:t>Common heuristics:</a:t>
          </a:r>
          <a:endParaRPr lang="en-US"/>
        </a:p>
      </dgm:t>
    </dgm:pt>
    <dgm:pt modelId="{138703CE-E3FC-4FD2-B7EA-F0AB1F863411}" type="parTrans" cxnId="{18FE6A5D-A7E2-4D35-9585-B4B43288BDB8}">
      <dgm:prSet/>
      <dgm:spPr/>
      <dgm:t>
        <a:bodyPr/>
        <a:lstStyle/>
        <a:p>
          <a:endParaRPr lang="en-US"/>
        </a:p>
      </dgm:t>
    </dgm:pt>
    <dgm:pt modelId="{73CB4BBC-E240-482C-821C-35E3CACF2A4A}" type="sibTrans" cxnId="{18FE6A5D-A7E2-4D35-9585-B4B43288BDB8}">
      <dgm:prSet/>
      <dgm:spPr/>
      <dgm:t>
        <a:bodyPr/>
        <a:lstStyle/>
        <a:p>
          <a:endParaRPr lang="en-US"/>
        </a:p>
      </dgm:t>
    </dgm:pt>
    <dgm:pt modelId="{8F01193C-06FB-43C7-A3F7-D23233E1C26F}">
      <dgm:prSet/>
      <dgm:spPr/>
      <dgm:t>
        <a:bodyPr/>
        <a:lstStyle/>
        <a:p>
          <a:r>
            <a:rPr lang="en-US" dirty="0"/>
            <a:t>Between </a:t>
          </a:r>
          <a:r>
            <a:rPr lang="en-US" b="1" dirty="0"/>
            <a:t>input size</a:t>
          </a:r>
          <a:r>
            <a:rPr lang="en-US" dirty="0"/>
            <a:t> and </a:t>
          </a:r>
          <a:r>
            <a:rPr lang="en-US" b="1" dirty="0"/>
            <a:t>output size</a:t>
          </a:r>
          <a:r>
            <a:rPr lang="en-US" dirty="0"/>
            <a:t> (often 2x–3x input features for first hidden layer).</a:t>
          </a:r>
        </a:p>
      </dgm:t>
    </dgm:pt>
    <dgm:pt modelId="{7ED5404B-C32A-49BF-9BD9-4E51BA8263F0}" type="parTrans" cxnId="{38D5C2B8-71FD-43FD-BCA1-DBD60D842927}">
      <dgm:prSet/>
      <dgm:spPr/>
      <dgm:t>
        <a:bodyPr/>
        <a:lstStyle/>
        <a:p>
          <a:endParaRPr lang="en-US"/>
        </a:p>
      </dgm:t>
    </dgm:pt>
    <dgm:pt modelId="{E532AF92-DC05-4616-8415-8152B849933E}" type="sibTrans" cxnId="{38D5C2B8-71FD-43FD-BCA1-DBD60D842927}">
      <dgm:prSet/>
      <dgm:spPr/>
      <dgm:t>
        <a:bodyPr/>
        <a:lstStyle/>
        <a:p>
          <a:endParaRPr lang="en-US"/>
        </a:p>
      </dgm:t>
    </dgm:pt>
    <dgm:pt modelId="{07D04DAA-BFF3-437B-B3A3-E348D4C5E841}">
      <dgm:prSet/>
      <dgm:spPr/>
      <dgm:t>
        <a:bodyPr/>
        <a:lstStyle/>
        <a:p>
          <a:r>
            <a:rPr lang="en-US"/>
            <a:t>Gradually </a:t>
          </a:r>
          <a:r>
            <a:rPr lang="en-US" b="1"/>
            <a:t>decrease neurons</a:t>
          </a:r>
          <a:r>
            <a:rPr lang="en-US"/>
            <a:t> in deeper layers.</a:t>
          </a:r>
        </a:p>
      </dgm:t>
    </dgm:pt>
    <dgm:pt modelId="{01051EFC-95CF-4FB9-BF6F-D3323136A369}" type="parTrans" cxnId="{875A3265-1059-48F9-A80B-4BD3118B75EA}">
      <dgm:prSet/>
      <dgm:spPr/>
      <dgm:t>
        <a:bodyPr/>
        <a:lstStyle/>
        <a:p>
          <a:endParaRPr lang="en-US"/>
        </a:p>
      </dgm:t>
    </dgm:pt>
    <dgm:pt modelId="{49238629-17BE-4973-AC71-7295F90C25A8}" type="sibTrans" cxnId="{875A3265-1059-48F9-A80B-4BD3118B75EA}">
      <dgm:prSet/>
      <dgm:spPr/>
      <dgm:t>
        <a:bodyPr/>
        <a:lstStyle/>
        <a:p>
          <a:endParaRPr lang="en-US"/>
        </a:p>
      </dgm:t>
    </dgm:pt>
    <dgm:pt modelId="{1230B592-E4CB-4DC5-AC03-C2436658AD8D}">
      <dgm:prSet/>
      <dgm:spPr/>
      <dgm:t>
        <a:bodyPr/>
        <a:lstStyle/>
        <a:p>
          <a:r>
            <a:rPr lang="en-US" dirty="0"/>
            <a:t>Example: Input 10 features → hidden layers [32 → 16 → 8] → output 1</a:t>
          </a:r>
        </a:p>
      </dgm:t>
    </dgm:pt>
    <dgm:pt modelId="{C7D218C0-D7CC-4FD7-AAED-DA35B0DB775B}" type="parTrans" cxnId="{3E234F58-FAE0-436A-B168-4E0B1A7E5875}">
      <dgm:prSet/>
      <dgm:spPr/>
      <dgm:t>
        <a:bodyPr/>
        <a:lstStyle/>
        <a:p>
          <a:endParaRPr lang="en-US"/>
        </a:p>
      </dgm:t>
    </dgm:pt>
    <dgm:pt modelId="{5345A225-4215-448B-A12A-5952B0177C6A}" type="sibTrans" cxnId="{3E234F58-FAE0-436A-B168-4E0B1A7E5875}">
      <dgm:prSet/>
      <dgm:spPr/>
      <dgm:t>
        <a:bodyPr/>
        <a:lstStyle/>
        <a:p>
          <a:endParaRPr lang="en-US"/>
        </a:p>
      </dgm:t>
    </dgm:pt>
    <dgm:pt modelId="{573E178E-DE3C-495F-91E5-25017A65707E}" type="pres">
      <dgm:prSet presAssocID="{91126351-C703-4BBB-92DB-5B2AE06B9AD0}" presName="linear" presStyleCnt="0">
        <dgm:presLayoutVars>
          <dgm:animLvl val="lvl"/>
          <dgm:resizeHandles val="exact"/>
        </dgm:presLayoutVars>
      </dgm:prSet>
      <dgm:spPr/>
    </dgm:pt>
    <dgm:pt modelId="{51FA14F3-EA7B-44C4-90EA-C50AEE45C751}" type="pres">
      <dgm:prSet presAssocID="{CA713B61-6A23-4B56-AF16-BAB7202DFEC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8BAB804-1DB6-4F8D-840E-A7DBE46019C4}" type="pres">
      <dgm:prSet presAssocID="{CA713B61-6A23-4B56-AF16-BAB7202DFECC}" presName="childText" presStyleLbl="revTx" presStyleIdx="0" presStyleCnt="2">
        <dgm:presLayoutVars>
          <dgm:bulletEnabled val="1"/>
        </dgm:presLayoutVars>
      </dgm:prSet>
      <dgm:spPr/>
    </dgm:pt>
    <dgm:pt modelId="{F7B8B350-3524-4CF8-B7A6-009C92641225}" type="pres">
      <dgm:prSet presAssocID="{9F264082-7C58-4F85-9538-2E87FDFDF26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60B38CB-6B83-44E6-B493-CBFDA9188495}" type="pres">
      <dgm:prSet presAssocID="{9F264082-7C58-4F85-9538-2E87FDFDF262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501A911-812A-4605-82CD-583AE94E8E3E}" type="presOf" srcId="{CA713B61-6A23-4B56-AF16-BAB7202DFECC}" destId="{51FA14F3-EA7B-44C4-90EA-C50AEE45C751}" srcOrd="0" destOrd="0" presId="urn:microsoft.com/office/officeart/2005/8/layout/vList2"/>
    <dgm:cxn modelId="{06B6E330-E24F-4C0A-BF47-8BEE7447F821}" type="presOf" srcId="{91126351-C703-4BBB-92DB-5B2AE06B9AD0}" destId="{573E178E-DE3C-495F-91E5-25017A65707E}" srcOrd="0" destOrd="0" presId="urn:microsoft.com/office/officeart/2005/8/layout/vList2"/>
    <dgm:cxn modelId="{E9988034-77DA-4496-91AB-56C9316A3103}" type="presOf" srcId="{07D04DAA-BFF3-437B-B3A3-E348D4C5E841}" destId="{060B38CB-6B83-44E6-B493-CBFDA9188495}" srcOrd="0" destOrd="1" presId="urn:microsoft.com/office/officeart/2005/8/layout/vList2"/>
    <dgm:cxn modelId="{6B061E3A-DECC-4DDA-8E36-B4B48CB29361}" srcId="{CA713B61-6A23-4B56-AF16-BAB7202DFECC}" destId="{37377794-0C25-4871-867C-F43D69CFA345}" srcOrd="1" destOrd="0" parTransId="{BC2698B5-5730-476E-8A55-41F35BF0FBD6}" sibTransId="{2B225134-A06B-40F6-872D-29FDAAFB47C4}"/>
    <dgm:cxn modelId="{18FE6A5D-A7E2-4D35-9585-B4B43288BDB8}" srcId="{91126351-C703-4BBB-92DB-5B2AE06B9AD0}" destId="{9F264082-7C58-4F85-9538-2E87FDFDF262}" srcOrd="1" destOrd="0" parTransId="{138703CE-E3FC-4FD2-B7EA-F0AB1F863411}" sibTransId="{73CB4BBC-E240-482C-821C-35E3CACF2A4A}"/>
    <dgm:cxn modelId="{0CFFF644-B837-4AA7-BCCF-EBB2DA9AA34C}" type="presOf" srcId="{1230B592-E4CB-4DC5-AC03-C2436658AD8D}" destId="{060B38CB-6B83-44E6-B493-CBFDA9188495}" srcOrd="0" destOrd="2" presId="urn:microsoft.com/office/officeart/2005/8/layout/vList2"/>
    <dgm:cxn modelId="{8F782365-90E0-4ACA-A47B-E38B409F5934}" type="presOf" srcId="{0B4D21C7-55F2-48C8-AE4F-DCA84FFADE6C}" destId="{38BAB804-1DB6-4F8D-840E-A7DBE46019C4}" srcOrd="0" destOrd="0" presId="urn:microsoft.com/office/officeart/2005/8/layout/vList2"/>
    <dgm:cxn modelId="{875A3265-1059-48F9-A80B-4BD3118B75EA}" srcId="{9F264082-7C58-4F85-9538-2E87FDFDF262}" destId="{07D04DAA-BFF3-437B-B3A3-E348D4C5E841}" srcOrd="1" destOrd="0" parTransId="{01051EFC-95CF-4FB9-BF6F-D3323136A369}" sibTransId="{49238629-17BE-4973-AC71-7295F90C25A8}"/>
    <dgm:cxn modelId="{290C6C45-7F91-4787-B61F-7E4A431F75B2}" type="presOf" srcId="{9F264082-7C58-4F85-9538-2E87FDFDF262}" destId="{F7B8B350-3524-4CF8-B7A6-009C92641225}" srcOrd="0" destOrd="0" presId="urn:microsoft.com/office/officeart/2005/8/layout/vList2"/>
    <dgm:cxn modelId="{086A0A67-77F0-4DA6-AFE4-8DD3F42C7E6C}" srcId="{91126351-C703-4BBB-92DB-5B2AE06B9AD0}" destId="{CA713B61-6A23-4B56-AF16-BAB7202DFECC}" srcOrd="0" destOrd="0" parTransId="{156A54C3-5DC7-4FBA-9EDC-9BF05D0F38E2}" sibTransId="{4EA5F370-DCF3-4F4E-A635-F76E1A8223ED}"/>
    <dgm:cxn modelId="{3E234F58-FAE0-436A-B168-4E0B1A7E5875}" srcId="{9F264082-7C58-4F85-9538-2E87FDFDF262}" destId="{1230B592-E4CB-4DC5-AC03-C2436658AD8D}" srcOrd="2" destOrd="0" parTransId="{C7D218C0-D7CC-4FD7-AAED-DA35B0DB775B}" sibTransId="{5345A225-4215-448B-A12A-5952B0177C6A}"/>
    <dgm:cxn modelId="{BE70697F-D8CB-49DF-AC71-E5F5C5289FF2}" type="presOf" srcId="{8F01193C-06FB-43C7-A3F7-D23233E1C26F}" destId="{060B38CB-6B83-44E6-B493-CBFDA9188495}" srcOrd="0" destOrd="0" presId="urn:microsoft.com/office/officeart/2005/8/layout/vList2"/>
    <dgm:cxn modelId="{259B9A7F-083B-4E46-A8CB-9461ECE66B0C}" type="presOf" srcId="{37377794-0C25-4871-867C-F43D69CFA345}" destId="{38BAB804-1DB6-4F8D-840E-A7DBE46019C4}" srcOrd="0" destOrd="1" presId="urn:microsoft.com/office/officeart/2005/8/layout/vList2"/>
    <dgm:cxn modelId="{26C95B87-B629-45D9-B260-12338D442A0F}" srcId="{CA713B61-6A23-4B56-AF16-BAB7202DFECC}" destId="{0B4D21C7-55F2-48C8-AE4F-DCA84FFADE6C}" srcOrd="0" destOrd="0" parTransId="{857E0140-02DE-465D-83EB-90DF3F4B98D5}" sibTransId="{6B49F0D3-554A-471D-9BB4-280B512561E5}"/>
    <dgm:cxn modelId="{38D5C2B8-71FD-43FD-BCA1-DBD60D842927}" srcId="{9F264082-7C58-4F85-9538-2E87FDFDF262}" destId="{8F01193C-06FB-43C7-A3F7-D23233E1C26F}" srcOrd="0" destOrd="0" parTransId="{7ED5404B-C32A-49BF-9BD9-4E51BA8263F0}" sibTransId="{E532AF92-DC05-4616-8415-8152B849933E}"/>
    <dgm:cxn modelId="{DBF6EE23-8487-4DA9-861E-01FC19FAC934}" type="presParOf" srcId="{573E178E-DE3C-495F-91E5-25017A65707E}" destId="{51FA14F3-EA7B-44C4-90EA-C50AEE45C751}" srcOrd="0" destOrd="0" presId="urn:microsoft.com/office/officeart/2005/8/layout/vList2"/>
    <dgm:cxn modelId="{A7DF61CC-4CD2-41AC-A37C-7D41303327FA}" type="presParOf" srcId="{573E178E-DE3C-495F-91E5-25017A65707E}" destId="{38BAB804-1DB6-4F8D-840E-A7DBE46019C4}" srcOrd="1" destOrd="0" presId="urn:microsoft.com/office/officeart/2005/8/layout/vList2"/>
    <dgm:cxn modelId="{499EF1F5-D36D-49B1-B63E-5B08FA9A4E84}" type="presParOf" srcId="{573E178E-DE3C-495F-91E5-25017A65707E}" destId="{F7B8B350-3524-4CF8-B7A6-009C92641225}" srcOrd="2" destOrd="0" presId="urn:microsoft.com/office/officeart/2005/8/layout/vList2"/>
    <dgm:cxn modelId="{665842BF-14B4-4A8D-A00A-F6A9330D4378}" type="presParOf" srcId="{573E178E-DE3C-495F-91E5-25017A65707E}" destId="{060B38CB-6B83-44E6-B493-CBFDA918849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CDE453-8FDB-4A56-8BE5-C9748399E55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EBBAF97-8F41-4F48-A300-4504A0382910}">
      <dgm:prSet/>
      <dgm:spPr/>
      <dgm:t>
        <a:bodyPr/>
        <a:lstStyle/>
        <a:p>
          <a:r>
            <a:rPr lang="en-US"/>
            <a:t>Epochs = number of times the model sees the entire dataset.</a:t>
          </a:r>
        </a:p>
      </dgm:t>
    </dgm:pt>
    <dgm:pt modelId="{0C3EAE41-C90B-45F8-AE19-8716FDA5FA77}" type="parTrans" cxnId="{C8F8D738-6D06-4F7C-95C6-B69B4794D965}">
      <dgm:prSet/>
      <dgm:spPr/>
      <dgm:t>
        <a:bodyPr/>
        <a:lstStyle/>
        <a:p>
          <a:endParaRPr lang="en-US"/>
        </a:p>
      </dgm:t>
    </dgm:pt>
    <dgm:pt modelId="{FBCF6134-5888-4E4E-9898-0821483DAD37}" type="sibTrans" cxnId="{C8F8D738-6D06-4F7C-95C6-B69B4794D965}">
      <dgm:prSet/>
      <dgm:spPr/>
      <dgm:t>
        <a:bodyPr/>
        <a:lstStyle/>
        <a:p>
          <a:endParaRPr lang="en-US"/>
        </a:p>
      </dgm:t>
    </dgm:pt>
    <dgm:pt modelId="{A22EF384-1425-48BE-BEA7-0EAFC7309C7B}">
      <dgm:prSet/>
      <dgm:spPr/>
      <dgm:t>
        <a:bodyPr/>
        <a:lstStyle/>
        <a:p>
          <a:r>
            <a:rPr lang="en-US"/>
            <a:t>How to decide:</a:t>
          </a:r>
        </a:p>
      </dgm:t>
    </dgm:pt>
    <dgm:pt modelId="{0FDFF758-8420-4193-81C9-2B32114A3271}" type="parTrans" cxnId="{6EDD3732-6D64-4990-9742-3B0358A723C1}">
      <dgm:prSet/>
      <dgm:spPr/>
      <dgm:t>
        <a:bodyPr/>
        <a:lstStyle/>
        <a:p>
          <a:endParaRPr lang="en-US"/>
        </a:p>
      </dgm:t>
    </dgm:pt>
    <dgm:pt modelId="{EFA1548B-5E78-473C-B0F7-5B5FE1F36FF7}" type="sibTrans" cxnId="{6EDD3732-6D64-4990-9742-3B0358A723C1}">
      <dgm:prSet/>
      <dgm:spPr/>
      <dgm:t>
        <a:bodyPr/>
        <a:lstStyle/>
        <a:p>
          <a:endParaRPr lang="en-US"/>
        </a:p>
      </dgm:t>
    </dgm:pt>
    <dgm:pt modelId="{9D14136C-B0C0-4EE5-BF92-D7B55DAD524B}">
      <dgm:prSet/>
      <dgm:spPr/>
      <dgm:t>
        <a:bodyPr/>
        <a:lstStyle/>
        <a:p>
          <a:r>
            <a:rPr lang="en-US"/>
            <a:t>1. Start with a moderate number (e.g., 50–100).</a:t>
          </a:r>
        </a:p>
      </dgm:t>
    </dgm:pt>
    <dgm:pt modelId="{427B1F59-5686-4A2E-A9D8-AED4628927C4}" type="parTrans" cxnId="{1D89AED9-AFBC-4AAB-8678-B17B5A19F319}">
      <dgm:prSet/>
      <dgm:spPr/>
      <dgm:t>
        <a:bodyPr/>
        <a:lstStyle/>
        <a:p>
          <a:endParaRPr lang="en-US"/>
        </a:p>
      </dgm:t>
    </dgm:pt>
    <dgm:pt modelId="{E392F8CD-D933-4542-A4F9-24FA4CAD0747}" type="sibTrans" cxnId="{1D89AED9-AFBC-4AAB-8678-B17B5A19F319}">
      <dgm:prSet/>
      <dgm:spPr/>
      <dgm:t>
        <a:bodyPr/>
        <a:lstStyle/>
        <a:p>
          <a:endParaRPr lang="en-US"/>
        </a:p>
      </dgm:t>
    </dgm:pt>
    <dgm:pt modelId="{E2AA83D7-BBE0-46E5-BBDE-95AE6BD6E5C3}">
      <dgm:prSet/>
      <dgm:spPr/>
      <dgm:t>
        <a:bodyPr/>
        <a:lstStyle/>
        <a:p>
          <a:r>
            <a:rPr lang="en-US" dirty="0"/>
            <a:t>2. Use </a:t>
          </a:r>
          <a:r>
            <a:rPr lang="en-US" dirty="0" err="1"/>
            <a:t>EarlyStopping</a:t>
          </a:r>
          <a:r>
            <a:rPr lang="en-US" dirty="0"/>
            <a:t> to stop automatically when validation loss stops improving. </a:t>
          </a:r>
        </a:p>
      </dgm:t>
    </dgm:pt>
    <dgm:pt modelId="{1764C2B7-DBD4-4A5B-87A2-6873A76B924F}" type="parTrans" cxnId="{923AE0F1-5FBF-4620-8544-7FD45C176A8C}">
      <dgm:prSet/>
      <dgm:spPr/>
      <dgm:t>
        <a:bodyPr/>
        <a:lstStyle/>
        <a:p>
          <a:endParaRPr lang="en-US"/>
        </a:p>
      </dgm:t>
    </dgm:pt>
    <dgm:pt modelId="{22B7BB5F-908E-4939-9206-B72C17423CDA}" type="sibTrans" cxnId="{923AE0F1-5FBF-4620-8544-7FD45C176A8C}">
      <dgm:prSet/>
      <dgm:spPr/>
      <dgm:t>
        <a:bodyPr/>
        <a:lstStyle/>
        <a:p>
          <a:endParaRPr lang="en-US"/>
        </a:p>
      </dgm:t>
    </dgm:pt>
    <dgm:pt modelId="{B9045EF0-E1D5-4EF0-BBC4-612BD38A5F9A}">
      <dgm:prSet/>
      <dgm:spPr/>
      <dgm:t>
        <a:bodyPr/>
        <a:lstStyle/>
        <a:p>
          <a:r>
            <a:rPr lang="en-US"/>
            <a:t>Avoid training too long → overfitting.</a:t>
          </a:r>
        </a:p>
      </dgm:t>
    </dgm:pt>
    <dgm:pt modelId="{7FCA7796-BECB-4431-AF88-21AB94C72FE4}" type="parTrans" cxnId="{9936A65C-C6E2-46A8-AAF0-2A9D55D9FD5D}">
      <dgm:prSet/>
      <dgm:spPr/>
      <dgm:t>
        <a:bodyPr/>
        <a:lstStyle/>
        <a:p>
          <a:endParaRPr lang="en-US"/>
        </a:p>
      </dgm:t>
    </dgm:pt>
    <dgm:pt modelId="{3DB2109A-E541-4EE9-8DC2-95E68B4600CD}" type="sibTrans" cxnId="{9936A65C-C6E2-46A8-AAF0-2A9D55D9FD5D}">
      <dgm:prSet/>
      <dgm:spPr/>
      <dgm:t>
        <a:bodyPr/>
        <a:lstStyle/>
        <a:p>
          <a:endParaRPr lang="en-US"/>
        </a:p>
      </dgm:t>
    </dgm:pt>
    <dgm:pt modelId="{67EDD3FA-ED9E-462B-A566-E51E7FFAEE92}" type="pres">
      <dgm:prSet presAssocID="{36CDE453-8FDB-4A56-8BE5-C9748399E55E}" presName="linear" presStyleCnt="0">
        <dgm:presLayoutVars>
          <dgm:animLvl val="lvl"/>
          <dgm:resizeHandles val="exact"/>
        </dgm:presLayoutVars>
      </dgm:prSet>
      <dgm:spPr/>
    </dgm:pt>
    <dgm:pt modelId="{5610FAB0-C671-40F1-8D5A-2DEB882449E9}" type="pres">
      <dgm:prSet presAssocID="{7EBBAF97-8F41-4F48-A300-4504A038291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1AC8B8F-3D14-48D9-B11D-6F5801488A29}" type="pres">
      <dgm:prSet presAssocID="{FBCF6134-5888-4E4E-9898-0821483DAD37}" presName="spacer" presStyleCnt="0"/>
      <dgm:spPr/>
    </dgm:pt>
    <dgm:pt modelId="{67055D5E-12B9-49DE-8C82-5B65AA0D7DE5}" type="pres">
      <dgm:prSet presAssocID="{A22EF384-1425-48BE-BEA7-0EAFC7309C7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81144D5-9969-4211-AD6B-B49DBE814A73}" type="pres">
      <dgm:prSet presAssocID="{A22EF384-1425-48BE-BEA7-0EAFC7309C7B}" presName="childText" presStyleLbl="revTx" presStyleIdx="0" presStyleCnt="1">
        <dgm:presLayoutVars>
          <dgm:bulletEnabled val="1"/>
        </dgm:presLayoutVars>
      </dgm:prSet>
      <dgm:spPr/>
    </dgm:pt>
    <dgm:pt modelId="{57B596EF-46E1-489C-99E1-C65B79ABF12C}" type="pres">
      <dgm:prSet presAssocID="{B9045EF0-E1D5-4EF0-BBC4-612BD38A5F9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EDD3732-6D64-4990-9742-3B0358A723C1}" srcId="{36CDE453-8FDB-4A56-8BE5-C9748399E55E}" destId="{A22EF384-1425-48BE-BEA7-0EAFC7309C7B}" srcOrd="1" destOrd="0" parTransId="{0FDFF758-8420-4193-81C9-2B32114A3271}" sibTransId="{EFA1548B-5E78-473C-B0F7-5B5FE1F36FF7}"/>
    <dgm:cxn modelId="{C8F8D738-6D06-4F7C-95C6-B69B4794D965}" srcId="{36CDE453-8FDB-4A56-8BE5-C9748399E55E}" destId="{7EBBAF97-8F41-4F48-A300-4504A0382910}" srcOrd="0" destOrd="0" parTransId="{0C3EAE41-C90B-45F8-AE19-8716FDA5FA77}" sibTransId="{FBCF6134-5888-4E4E-9898-0821483DAD37}"/>
    <dgm:cxn modelId="{4E0E3A39-D7E5-4FDE-862B-3A073518767A}" type="presOf" srcId="{E2AA83D7-BBE0-46E5-BBDE-95AE6BD6E5C3}" destId="{E81144D5-9969-4211-AD6B-B49DBE814A73}" srcOrd="0" destOrd="1" presId="urn:microsoft.com/office/officeart/2005/8/layout/vList2"/>
    <dgm:cxn modelId="{21EA7A39-688A-4613-879B-5A1EE50BC3E6}" type="presOf" srcId="{A22EF384-1425-48BE-BEA7-0EAFC7309C7B}" destId="{67055D5E-12B9-49DE-8C82-5B65AA0D7DE5}" srcOrd="0" destOrd="0" presId="urn:microsoft.com/office/officeart/2005/8/layout/vList2"/>
    <dgm:cxn modelId="{9936A65C-C6E2-46A8-AAF0-2A9D55D9FD5D}" srcId="{36CDE453-8FDB-4A56-8BE5-C9748399E55E}" destId="{B9045EF0-E1D5-4EF0-BBC4-612BD38A5F9A}" srcOrd="2" destOrd="0" parTransId="{7FCA7796-BECB-4431-AF88-21AB94C72FE4}" sibTransId="{3DB2109A-E541-4EE9-8DC2-95E68B4600CD}"/>
    <dgm:cxn modelId="{3D1BAE66-9E99-4FA4-9AB6-64EA38B7877C}" type="presOf" srcId="{B9045EF0-E1D5-4EF0-BBC4-612BD38A5F9A}" destId="{57B596EF-46E1-489C-99E1-C65B79ABF12C}" srcOrd="0" destOrd="0" presId="urn:microsoft.com/office/officeart/2005/8/layout/vList2"/>
    <dgm:cxn modelId="{B8845578-C3D2-4689-ADFA-4CD0FC64709F}" type="presOf" srcId="{9D14136C-B0C0-4EE5-BF92-D7B55DAD524B}" destId="{E81144D5-9969-4211-AD6B-B49DBE814A73}" srcOrd="0" destOrd="0" presId="urn:microsoft.com/office/officeart/2005/8/layout/vList2"/>
    <dgm:cxn modelId="{9EE5E78B-2E03-400B-8913-ED06C5031B0C}" type="presOf" srcId="{36CDE453-8FDB-4A56-8BE5-C9748399E55E}" destId="{67EDD3FA-ED9E-462B-A566-E51E7FFAEE92}" srcOrd="0" destOrd="0" presId="urn:microsoft.com/office/officeart/2005/8/layout/vList2"/>
    <dgm:cxn modelId="{995118AD-ED5E-447B-B915-F1B16E701F03}" type="presOf" srcId="{7EBBAF97-8F41-4F48-A300-4504A0382910}" destId="{5610FAB0-C671-40F1-8D5A-2DEB882449E9}" srcOrd="0" destOrd="0" presId="urn:microsoft.com/office/officeart/2005/8/layout/vList2"/>
    <dgm:cxn modelId="{1D89AED9-AFBC-4AAB-8678-B17B5A19F319}" srcId="{A22EF384-1425-48BE-BEA7-0EAFC7309C7B}" destId="{9D14136C-B0C0-4EE5-BF92-D7B55DAD524B}" srcOrd="0" destOrd="0" parTransId="{427B1F59-5686-4A2E-A9D8-AED4628927C4}" sibTransId="{E392F8CD-D933-4542-A4F9-24FA4CAD0747}"/>
    <dgm:cxn modelId="{923AE0F1-5FBF-4620-8544-7FD45C176A8C}" srcId="{A22EF384-1425-48BE-BEA7-0EAFC7309C7B}" destId="{E2AA83D7-BBE0-46E5-BBDE-95AE6BD6E5C3}" srcOrd="1" destOrd="0" parTransId="{1764C2B7-DBD4-4A5B-87A2-6873A76B924F}" sibTransId="{22B7BB5F-908E-4939-9206-B72C17423CDA}"/>
    <dgm:cxn modelId="{DD1695B7-C5C7-4B02-9742-6C804F5FABDD}" type="presParOf" srcId="{67EDD3FA-ED9E-462B-A566-E51E7FFAEE92}" destId="{5610FAB0-C671-40F1-8D5A-2DEB882449E9}" srcOrd="0" destOrd="0" presId="urn:microsoft.com/office/officeart/2005/8/layout/vList2"/>
    <dgm:cxn modelId="{231E3AD9-C23E-47A8-B951-C173B809E6FB}" type="presParOf" srcId="{67EDD3FA-ED9E-462B-A566-E51E7FFAEE92}" destId="{41AC8B8F-3D14-48D9-B11D-6F5801488A29}" srcOrd="1" destOrd="0" presId="urn:microsoft.com/office/officeart/2005/8/layout/vList2"/>
    <dgm:cxn modelId="{FF3CFD4E-2140-47A4-A892-B1704E457F3F}" type="presParOf" srcId="{67EDD3FA-ED9E-462B-A566-E51E7FFAEE92}" destId="{67055D5E-12B9-49DE-8C82-5B65AA0D7DE5}" srcOrd="2" destOrd="0" presId="urn:microsoft.com/office/officeart/2005/8/layout/vList2"/>
    <dgm:cxn modelId="{E359A044-537B-4BEF-8942-76006125C9D4}" type="presParOf" srcId="{67EDD3FA-ED9E-462B-A566-E51E7FFAEE92}" destId="{E81144D5-9969-4211-AD6B-B49DBE814A73}" srcOrd="3" destOrd="0" presId="urn:microsoft.com/office/officeart/2005/8/layout/vList2"/>
    <dgm:cxn modelId="{A8B84A65-2EF0-4646-BB1F-F40F27E22526}" type="presParOf" srcId="{67EDD3FA-ED9E-462B-A566-E51E7FFAEE92}" destId="{57B596EF-46E1-489C-99E1-C65B79ABF12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F4535B-4113-4730-AAB2-C84B6DEC26CC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A2B4747-A738-499E-BDC6-7EA2C772A3F7}">
      <dgm:prSet/>
      <dgm:spPr/>
      <dgm:t>
        <a:bodyPr/>
        <a:lstStyle/>
        <a:p>
          <a:r>
            <a:rPr lang="en-US"/>
            <a:t>Start with small network (1–2 layers, 16–32 neurons).</a:t>
          </a:r>
        </a:p>
      </dgm:t>
    </dgm:pt>
    <dgm:pt modelId="{9B138560-1EA8-475F-954E-F7F8B71E2524}" type="parTrans" cxnId="{B535C20D-DB8D-4B36-ADAA-3326B65521DA}">
      <dgm:prSet/>
      <dgm:spPr/>
      <dgm:t>
        <a:bodyPr/>
        <a:lstStyle/>
        <a:p>
          <a:endParaRPr lang="en-US"/>
        </a:p>
      </dgm:t>
    </dgm:pt>
    <dgm:pt modelId="{98389E52-7296-4898-A68C-AE4256A9D63E}" type="sibTrans" cxnId="{B535C20D-DB8D-4B36-ADAA-3326B65521DA}">
      <dgm:prSet/>
      <dgm:spPr/>
      <dgm:t>
        <a:bodyPr/>
        <a:lstStyle/>
        <a:p>
          <a:endParaRPr lang="en-US"/>
        </a:p>
      </dgm:t>
    </dgm:pt>
    <dgm:pt modelId="{EE181B38-3FD7-469B-8CEF-8D60326EE397}">
      <dgm:prSet/>
      <dgm:spPr/>
      <dgm:t>
        <a:bodyPr/>
        <a:lstStyle/>
        <a:p>
          <a:r>
            <a:rPr lang="en-US"/>
            <a:t>Train and monitor:</a:t>
          </a:r>
        </a:p>
      </dgm:t>
    </dgm:pt>
    <dgm:pt modelId="{63BB48BC-E9EB-484A-8F0B-1666FDC84903}" type="parTrans" cxnId="{60FAE899-A341-4ECB-801A-3BAFD41C071A}">
      <dgm:prSet/>
      <dgm:spPr/>
      <dgm:t>
        <a:bodyPr/>
        <a:lstStyle/>
        <a:p>
          <a:endParaRPr lang="en-US"/>
        </a:p>
      </dgm:t>
    </dgm:pt>
    <dgm:pt modelId="{8BA31F9D-41BE-4DA7-ACEC-5FE002DF42C8}" type="sibTrans" cxnId="{60FAE899-A341-4ECB-801A-3BAFD41C071A}">
      <dgm:prSet/>
      <dgm:spPr/>
      <dgm:t>
        <a:bodyPr/>
        <a:lstStyle/>
        <a:p>
          <a:endParaRPr lang="en-US"/>
        </a:p>
      </dgm:t>
    </dgm:pt>
    <dgm:pt modelId="{A4B7861E-2946-4FF8-B207-CACC89A9C3AF}">
      <dgm:prSet/>
      <dgm:spPr/>
      <dgm:t>
        <a:bodyPr/>
        <a:lstStyle/>
        <a:p>
          <a:r>
            <a:rPr lang="en-US" dirty="0"/>
            <a:t>Check training vs validation accuracy/loss</a:t>
          </a:r>
        </a:p>
      </dgm:t>
    </dgm:pt>
    <dgm:pt modelId="{96E3E7BB-5BD2-48EE-97BC-8C7E7A2C7E41}" type="parTrans" cxnId="{131B0D9A-F781-48D0-A6DA-DA560F3524FE}">
      <dgm:prSet/>
      <dgm:spPr/>
      <dgm:t>
        <a:bodyPr/>
        <a:lstStyle/>
        <a:p>
          <a:endParaRPr lang="en-US"/>
        </a:p>
      </dgm:t>
    </dgm:pt>
    <dgm:pt modelId="{A171513D-B588-4FFD-BC7C-BBB4AB17B130}" type="sibTrans" cxnId="{131B0D9A-F781-48D0-A6DA-DA560F3524FE}">
      <dgm:prSet/>
      <dgm:spPr/>
      <dgm:t>
        <a:bodyPr/>
        <a:lstStyle/>
        <a:p>
          <a:endParaRPr lang="en-US"/>
        </a:p>
      </dgm:t>
    </dgm:pt>
    <dgm:pt modelId="{AA06A413-BB88-4A28-875F-247E89371E20}">
      <dgm:prSet/>
      <dgm:spPr/>
      <dgm:t>
        <a:bodyPr/>
        <a:lstStyle/>
        <a:p>
          <a:r>
            <a:rPr lang="en-US"/>
            <a:t>If underfitting → add neurons or layers</a:t>
          </a:r>
        </a:p>
      </dgm:t>
    </dgm:pt>
    <dgm:pt modelId="{C9159A34-2285-4EF9-A431-499CF150E78A}" type="parTrans" cxnId="{86D8971D-FCF9-47F2-9D89-141D480210B7}">
      <dgm:prSet/>
      <dgm:spPr/>
      <dgm:t>
        <a:bodyPr/>
        <a:lstStyle/>
        <a:p>
          <a:endParaRPr lang="en-US"/>
        </a:p>
      </dgm:t>
    </dgm:pt>
    <dgm:pt modelId="{92D913E0-0259-446C-B8F4-919602EC5697}" type="sibTrans" cxnId="{86D8971D-FCF9-47F2-9D89-141D480210B7}">
      <dgm:prSet/>
      <dgm:spPr/>
      <dgm:t>
        <a:bodyPr/>
        <a:lstStyle/>
        <a:p>
          <a:endParaRPr lang="en-US"/>
        </a:p>
      </dgm:t>
    </dgm:pt>
    <dgm:pt modelId="{2AF07165-B356-4D22-995B-0C0392699AEB}">
      <dgm:prSet/>
      <dgm:spPr/>
      <dgm:t>
        <a:bodyPr/>
        <a:lstStyle/>
        <a:p>
          <a:r>
            <a:rPr lang="en-US" dirty="0"/>
            <a:t>If overfitting → reduce neurons, add Dropout, or collect more data</a:t>
          </a:r>
        </a:p>
      </dgm:t>
    </dgm:pt>
    <dgm:pt modelId="{A7ADF96B-B2A8-4C68-A403-DD741EB6B72F}" type="parTrans" cxnId="{D7E708B7-1944-4352-B452-B2428407EF93}">
      <dgm:prSet/>
      <dgm:spPr/>
      <dgm:t>
        <a:bodyPr/>
        <a:lstStyle/>
        <a:p>
          <a:endParaRPr lang="en-US"/>
        </a:p>
      </dgm:t>
    </dgm:pt>
    <dgm:pt modelId="{C57DD144-5829-4232-B042-45BC8AD40F65}" type="sibTrans" cxnId="{D7E708B7-1944-4352-B452-B2428407EF93}">
      <dgm:prSet/>
      <dgm:spPr/>
      <dgm:t>
        <a:bodyPr/>
        <a:lstStyle/>
        <a:p>
          <a:endParaRPr lang="en-US"/>
        </a:p>
      </dgm:t>
    </dgm:pt>
    <dgm:pt modelId="{CE33D809-2485-4C4F-8606-0A188FDD7F01}">
      <dgm:prSet/>
      <dgm:spPr/>
      <dgm:t>
        <a:bodyPr/>
        <a:lstStyle/>
        <a:p>
          <a:r>
            <a:rPr lang="en-US"/>
            <a:t>Use grid search or random search for hyperparameter tuning:</a:t>
          </a:r>
        </a:p>
      </dgm:t>
    </dgm:pt>
    <dgm:pt modelId="{E17D5F1E-0B7B-4C26-BAFE-30BC926351B3}" type="parTrans" cxnId="{680D8354-7118-4B00-A19C-2594C00CD6C8}">
      <dgm:prSet/>
      <dgm:spPr/>
      <dgm:t>
        <a:bodyPr/>
        <a:lstStyle/>
        <a:p>
          <a:endParaRPr lang="en-US"/>
        </a:p>
      </dgm:t>
    </dgm:pt>
    <dgm:pt modelId="{3B162A46-C301-4637-B260-AC15646D068B}" type="sibTrans" cxnId="{680D8354-7118-4B00-A19C-2594C00CD6C8}">
      <dgm:prSet/>
      <dgm:spPr/>
      <dgm:t>
        <a:bodyPr/>
        <a:lstStyle/>
        <a:p>
          <a:endParaRPr lang="en-US"/>
        </a:p>
      </dgm:t>
    </dgm:pt>
    <dgm:pt modelId="{D1B9D6D0-3C1E-4EB4-9ECB-46B3A08E2928}">
      <dgm:prSet/>
      <dgm:spPr/>
      <dgm:t>
        <a:bodyPr/>
        <a:lstStyle/>
        <a:p>
          <a:r>
            <a:rPr lang="en-US"/>
            <a:t>Layers: 1–3</a:t>
          </a:r>
        </a:p>
      </dgm:t>
    </dgm:pt>
    <dgm:pt modelId="{79032579-95C0-41BA-85DA-ADAC9F3B923F}" type="parTrans" cxnId="{5A5FA225-15CF-45CE-ABB2-A24492C57116}">
      <dgm:prSet/>
      <dgm:spPr/>
      <dgm:t>
        <a:bodyPr/>
        <a:lstStyle/>
        <a:p>
          <a:endParaRPr lang="en-US"/>
        </a:p>
      </dgm:t>
    </dgm:pt>
    <dgm:pt modelId="{FD544631-BB80-48D9-997B-6A352D21DB3A}" type="sibTrans" cxnId="{5A5FA225-15CF-45CE-ABB2-A24492C57116}">
      <dgm:prSet/>
      <dgm:spPr/>
      <dgm:t>
        <a:bodyPr/>
        <a:lstStyle/>
        <a:p>
          <a:endParaRPr lang="en-US"/>
        </a:p>
      </dgm:t>
    </dgm:pt>
    <dgm:pt modelId="{0DDD4E10-3DB5-498B-B020-6B1BDF92E7A2}">
      <dgm:prSet/>
      <dgm:spPr/>
      <dgm:t>
        <a:bodyPr/>
        <a:lstStyle/>
        <a:p>
          <a:r>
            <a:rPr lang="en-US"/>
            <a:t>Neurons: 8, 16, 32, 64</a:t>
          </a:r>
        </a:p>
      </dgm:t>
    </dgm:pt>
    <dgm:pt modelId="{5643353F-B607-4E28-8DE3-289BB0FA177D}" type="parTrans" cxnId="{48E81E5C-8EF9-4B08-AA82-D7E4F003D426}">
      <dgm:prSet/>
      <dgm:spPr/>
      <dgm:t>
        <a:bodyPr/>
        <a:lstStyle/>
        <a:p>
          <a:endParaRPr lang="en-US"/>
        </a:p>
      </dgm:t>
    </dgm:pt>
    <dgm:pt modelId="{D8FE544A-02E4-4FCF-8C76-BC65E6DFF785}" type="sibTrans" cxnId="{48E81E5C-8EF9-4B08-AA82-D7E4F003D426}">
      <dgm:prSet/>
      <dgm:spPr/>
      <dgm:t>
        <a:bodyPr/>
        <a:lstStyle/>
        <a:p>
          <a:endParaRPr lang="en-US"/>
        </a:p>
      </dgm:t>
    </dgm:pt>
    <dgm:pt modelId="{3F483197-5983-4CD9-9B8A-310E2D7F4417}">
      <dgm:prSet/>
      <dgm:spPr/>
      <dgm:t>
        <a:bodyPr/>
        <a:lstStyle/>
        <a:p>
          <a:r>
            <a:rPr lang="en-US"/>
            <a:t>Learning rate: 0.01, 0.001</a:t>
          </a:r>
        </a:p>
      </dgm:t>
    </dgm:pt>
    <dgm:pt modelId="{37209207-CE03-4669-B866-B935CA772E05}" type="parTrans" cxnId="{177123BD-8F1B-4DF3-A575-120BE9C02E2B}">
      <dgm:prSet/>
      <dgm:spPr/>
      <dgm:t>
        <a:bodyPr/>
        <a:lstStyle/>
        <a:p>
          <a:endParaRPr lang="en-US"/>
        </a:p>
      </dgm:t>
    </dgm:pt>
    <dgm:pt modelId="{F6A39045-E3D9-472C-9905-85E94138A1BC}" type="sibTrans" cxnId="{177123BD-8F1B-4DF3-A575-120BE9C02E2B}">
      <dgm:prSet/>
      <dgm:spPr/>
      <dgm:t>
        <a:bodyPr/>
        <a:lstStyle/>
        <a:p>
          <a:endParaRPr lang="en-US"/>
        </a:p>
      </dgm:t>
    </dgm:pt>
    <dgm:pt modelId="{780D6EB5-3309-4E4D-99CB-5C8E974A279D}">
      <dgm:prSet/>
      <dgm:spPr/>
      <dgm:t>
        <a:bodyPr/>
        <a:lstStyle/>
        <a:p>
          <a:r>
            <a:rPr lang="en-US"/>
            <a:t>Epochs: use EarlyStopping</a:t>
          </a:r>
        </a:p>
      </dgm:t>
    </dgm:pt>
    <dgm:pt modelId="{EE85FEA1-F135-4507-A4F8-20FEA0EF1BC2}" type="parTrans" cxnId="{3C3AF5C7-68DD-4A19-A545-1C2232EF8EF4}">
      <dgm:prSet/>
      <dgm:spPr/>
      <dgm:t>
        <a:bodyPr/>
        <a:lstStyle/>
        <a:p>
          <a:endParaRPr lang="en-US"/>
        </a:p>
      </dgm:t>
    </dgm:pt>
    <dgm:pt modelId="{17F42207-A8B7-42C3-8423-FCD3A973D16B}" type="sibTrans" cxnId="{3C3AF5C7-68DD-4A19-A545-1C2232EF8EF4}">
      <dgm:prSet/>
      <dgm:spPr/>
      <dgm:t>
        <a:bodyPr/>
        <a:lstStyle/>
        <a:p>
          <a:endParaRPr lang="en-US"/>
        </a:p>
      </dgm:t>
    </dgm:pt>
    <dgm:pt modelId="{5018DD95-9072-4F99-BF98-8D6AD48E7539}">
      <dgm:prSet/>
      <dgm:spPr/>
      <dgm:t>
        <a:bodyPr/>
        <a:lstStyle/>
        <a:p>
          <a:r>
            <a:rPr lang="en-US"/>
            <a:t>Visualize learning curves to make decisions.</a:t>
          </a:r>
        </a:p>
      </dgm:t>
    </dgm:pt>
    <dgm:pt modelId="{C2606260-5FCE-4F4F-B2CF-862F3DE4A36D}" type="parTrans" cxnId="{F3737726-CF29-47D1-A89D-9D9008C55B14}">
      <dgm:prSet/>
      <dgm:spPr/>
      <dgm:t>
        <a:bodyPr/>
        <a:lstStyle/>
        <a:p>
          <a:endParaRPr lang="en-US"/>
        </a:p>
      </dgm:t>
    </dgm:pt>
    <dgm:pt modelId="{F6B54C6E-5CFB-42F5-A65C-668F1484BDD0}" type="sibTrans" cxnId="{F3737726-CF29-47D1-A89D-9D9008C55B14}">
      <dgm:prSet/>
      <dgm:spPr/>
      <dgm:t>
        <a:bodyPr/>
        <a:lstStyle/>
        <a:p>
          <a:endParaRPr lang="en-US"/>
        </a:p>
      </dgm:t>
    </dgm:pt>
    <dgm:pt modelId="{CCFFF3A6-CE0E-4C0A-A102-9E6C0C31AAF7}" type="pres">
      <dgm:prSet presAssocID="{CBF4535B-4113-4730-AAB2-C84B6DEC26CC}" presName="Name0" presStyleCnt="0">
        <dgm:presLayoutVars>
          <dgm:dir/>
          <dgm:animLvl val="lvl"/>
          <dgm:resizeHandles val="exact"/>
        </dgm:presLayoutVars>
      </dgm:prSet>
      <dgm:spPr/>
    </dgm:pt>
    <dgm:pt modelId="{2911C062-1ED5-4ACD-B2DE-EB644D35E827}" type="pres">
      <dgm:prSet presAssocID="{5018DD95-9072-4F99-BF98-8D6AD48E7539}" presName="boxAndChildren" presStyleCnt="0"/>
      <dgm:spPr/>
    </dgm:pt>
    <dgm:pt modelId="{AEE8CC95-A9E6-4845-B1FC-39645EB3DB22}" type="pres">
      <dgm:prSet presAssocID="{5018DD95-9072-4F99-BF98-8D6AD48E7539}" presName="parentTextBox" presStyleLbl="node1" presStyleIdx="0" presStyleCnt="4"/>
      <dgm:spPr/>
    </dgm:pt>
    <dgm:pt modelId="{22C79741-9B50-4887-A112-7805D2A681C8}" type="pres">
      <dgm:prSet presAssocID="{3B162A46-C301-4637-B260-AC15646D068B}" presName="sp" presStyleCnt="0"/>
      <dgm:spPr/>
    </dgm:pt>
    <dgm:pt modelId="{DF001242-E212-4081-98C3-83360E099975}" type="pres">
      <dgm:prSet presAssocID="{CE33D809-2485-4C4F-8606-0A188FDD7F01}" presName="arrowAndChildren" presStyleCnt="0"/>
      <dgm:spPr/>
    </dgm:pt>
    <dgm:pt modelId="{F8758BE1-00A2-4684-A6D4-873B7EECC957}" type="pres">
      <dgm:prSet presAssocID="{CE33D809-2485-4C4F-8606-0A188FDD7F01}" presName="parentTextArrow" presStyleLbl="node1" presStyleIdx="0" presStyleCnt="4"/>
      <dgm:spPr/>
    </dgm:pt>
    <dgm:pt modelId="{F2AD86E7-CC37-4E77-9E0D-55237B3E3EF3}" type="pres">
      <dgm:prSet presAssocID="{CE33D809-2485-4C4F-8606-0A188FDD7F01}" presName="arrow" presStyleLbl="node1" presStyleIdx="1" presStyleCnt="4"/>
      <dgm:spPr/>
    </dgm:pt>
    <dgm:pt modelId="{1AF6C9BA-102B-4201-9567-321E30E28086}" type="pres">
      <dgm:prSet presAssocID="{CE33D809-2485-4C4F-8606-0A188FDD7F01}" presName="descendantArrow" presStyleCnt="0"/>
      <dgm:spPr/>
    </dgm:pt>
    <dgm:pt modelId="{311215D7-FB33-4F0B-94E1-00D2511E9E99}" type="pres">
      <dgm:prSet presAssocID="{D1B9D6D0-3C1E-4EB4-9ECB-46B3A08E2928}" presName="childTextArrow" presStyleLbl="fgAccFollowNode1" presStyleIdx="0" presStyleCnt="7">
        <dgm:presLayoutVars>
          <dgm:bulletEnabled val="1"/>
        </dgm:presLayoutVars>
      </dgm:prSet>
      <dgm:spPr/>
    </dgm:pt>
    <dgm:pt modelId="{09FC3552-D619-42C9-8775-663B5320EFC9}" type="pres">
      <dgm:prSet presAssocID="{0DDD4E10-3DB5-498B-B020-6B1BDF92E7A2}" presName="childTextArrow" presStyleLbl="fgAccFollowNode1" presStyleIdx="1" presStyleCnt="7">
        <dgm:presLayoutVars>
          <dgm:bulletEnabled val="1"/>
        </dgm:presLayoutVars>
      </dgm:prSet>
      <dgm:spPr/>
    </dgm:pt>
    <dgm:pt modelId="{3F94C95A-D3F1-4076-91FA-CA344FE58FCA}" type="pres">
      <dgm:prSet presAssocID="{3F483197-5983-4CD9-9B8A-310E2D7F4417}" presName="childTextArrow" presStyleLbl="fgAccFollowNode1" presStyleIdx="2" presStyleCnt="7">
        <dgm:presLayoutVars>
          <dgm:bulletEnabled val="1"/>
        </dgm:presLayoutVars>
      </dgm:prSet>
      <dgm:spPr/>
    </dgm:pt>
    <dgm:pt modelId="{829A5E1D-2548-4493-A7D2-D9C6577ABCB3}" type="pres">
      <dgm:prSet presAssocID="{780D6EB5-3309-4E4D-99CB-5C8E974A279D}" presName="childTextArrow" presStyleLbl="fgAccFollowNode1" presStyleIdx="3" presStyleCnt="7">
        <dgm:presLayoutVars>
          <dgm:bulletEnabled val="1"/>
        </dgm:presLayoutVars>
      </dgm:prSet>
      <dgm:spPr/>
    </dgm:pt>
    <dgm:pt modelId="{1F9A7614-7D27-4BAB-BCDA-D9A0C0968346}" type="pres">
      <dgm:prSet presAssocID="{8BA31F9D-41BE-4DA7-ACEC-5FE002DF42C8}" presName="sp" presStyleCnt="0"/>
      <dgm:spPr/>
    </dgm:pt>
    <dgm:pt modelId="{2130B79B-1C75-49AC-880F-5DE80D37A485}" type="pres">
      <dgm:prSet presAssocID="{EE181B38-3FD7-469B-8CEF-8D60326EE397}" presName="arrowAndChildren" presStyleCnt="0"/>
      <dgm:spPr/>
    </dgm:pt>
    <dgm:pt modelId="{7B5FD7E2-D430-4E07-9301-BADFEB5F993C}" type="pres">
      <dgm:prSet presAssocID="{EE181B38-3FD7-469B-8CEF-8D60326EE397}" presName="parentTextArrow" presStyleLbl="node1" presStyleIdx="1" presStyleCnt="4"/>
      <dgm:spPr/>
    </dgm:pt>
    <dgm:pt modelId="{24693769-4ABC-498E-93C3-A71CCB881F42}" type="pres">
      <dgm:prSet presAssocID="{EE181B38-3FD7-469B-8CEF-8D60326EE397}" presName="arrow" presStyleLbl="node1" presStyleIdx="2" presStyleCnt="4"/>
      <dgm:spPr/>
    </dgm:pt>
    <dgm:pt modelId="{0DFA7F19-A4C4-433D-82C5-E2891EA1C161}" type="pres">
      <dgm:prSet presAssocID="{EE181B38-3FD7-469B-8CEF-8D60326EE397}" presName="descendantArrow" presStyleCnt="0"/>
      <dgm:spPr/>
    </dgm:pt>
    <dgm:pt modelId="{D2588490-580E-4FF4-8B43-FD2E2E2ECA30}" type="pres">
      <dgm:prSet presAssocID="{A4B7861E-2946-4FF8-B207-CACC89A9C3AF}" presName="childTextArrow" presStyleLbl="fgAccFollowNode1" presStyleIdx="4" presStyleCnt="7">
        <dgm:presLayoutVars>
          <dgm:bulletEnabled val="1"/>
        </dgm:presLayoutVars>
      </dgm:prSet>
      <dgm:spPr/>
    </dgm:pt>
    <dgm:pt modelId="{7DDBE49F-6D9F-4D4E-87B1-B19FCBC4C326}" type="pres">
      <dgm:prSet presAssocID="{AA06A413-BB88-4A28-875F-247E89371E20}" presName="childTextArrow" presStyleLbl="fgAccFollowNode1" presStyleIdx="5" presStyleCnt="7">
        <dgm:presLayoutVars>
          <dgm:bulletEnabled val="1"/>
        </dgm:presLayoutVars>
      </dgm:prSet>
      <dgm:spPr/>
    </dgm:pt>
    <dgm:pt modelId="{E27D9945-BE40-4753-A7C6-8B8B6D5D5EB0}" type="pres">
      <dgm:prSet presAssocID="{2AF07165-B356-4D22-995B-0C0392699AEB}" presName="childTextArrow" presStyleLbl="fgAccFollowNode1" presStyleIdx="6" presStyleCnt="7">
        <dgm:presLayoutVars>
          <dgm:bulletEnabled val="1"/>
        </dgm:presLayoutVars>
      </dgm:prSet>
      <dgm:spPr/>
    </dgm:pt>
    <dgm:pt modelId="{266736F7-315B-4C6B-8A2D-5F021AFE60B5}" type="pres">
      <dgm:prSet presAssocID="{98389E52-7296-4898-A68C-AE4256A9D63E}" presName="sp" presStyleCnt="0"/>
      <dgm:spPr/>
    </dgm:pt>
    <dgm:pt modelId="{AAE4A601-ACEC-4376-90F1-B7EEBDBC8C25}" type="pres">
      <dgm:prSet presAssocID="{DA2B4747-A738-499E-BDC6-7EA2C772A3F7}" presName="arrowAndChildren" presStyleCnt="0"/>
      <dgm:spPr/>
    </dgm:pt>
    <dgm:pt modelId="{A994F227-8A7F-49D2-95F2-9E53AAC43EC3}" type="pres">
      <dgm:prSet presAssocID="{DA2B4747-A738-499E-BDC6-7EA2C772A3F7}" presName="parentTextArrow" presStyleLbl="node1" presStyleIdx="3" presStyleCnt="4"/>
      <dgm:spPr/>
    </dgm:pt>
  </dgm:ptLst>
  <dgm:cxnLst>
    <dgm:cxn modelId="{E6E52008-6EF5-4FC3-B669-5BAD4300E6E4}" type="presOf" srcId="{3F483197-5983-4CD9-9B8A-310E2D7F4417}" destId="{3F94C95A-D3F1-4076-91FA-CA344FE58FCA}" srcOrd="0" destOrd="0" presId="urn:microsoft.com/office/officeart/2005/8/layout/process4"/>
    <dgm:cxn modelId="{B535C20D-DB8D-4B36-ADAA-3326B65521DA}" srcId="{CBF4535B-4113-4730-AAB2-C84B6DEC26CC}" destId="{DA2B4747-A738-499E-BDC6-7EA2C772A3F7}" srcOrd="0" destOrd="0" parTransId="{9B138560-1EA8-475F-954E-F7F8B71E2524}" sibTransId="{98389E52-7296-4898-A68C-AE4256A9D63E}"/>
    <dgm:cxn modelId="{5E206413-A340-4F2F-99B8-B4068FF3A26B}" type="presOf" srcId="{EE181B38-3FD7-469B-8CEF-8D60326EE397}" destId="{24693769-4ABC-498E-93C3-A71CCB881F42}" srcOrd="1" destOrd="0" presId="urn:microsoft.com/office/officeart/2005/8/layout/process4"/>
    <dgm:cxn modelId="{86D8971D-FCF9-47F2-9D89-141D480210B7}" srcId="{EE181B38-3FD7-469B-8CEF-8D60326EE397}" destId="{AA06A413-BB88-4A28-875F-247E89371E20}" srcOrd="1" destOrd="0" parTransId="{C9159A34-2285-4EF9-A431-499CF150E78A}" sibTransId="{92D913E0-0259-446C-B8F4-919602EC5697}"/>
    <dgm:cxn modelId="{0BFCF01D-E3BF-49DE-B3CA-BB86980710F1}" type="presOf" srcId="{780D6EB5-3309-4E4D-99CB-5C8E974A279D}" destId="{829A5E1D-2548-4493-A7D2-D9C6577ABCB3}" srcOrd="0" destOrd="0" presId="urn:microsoft.com/office/officeart/2005/8/layout/process4"/>
    <dgm:cxn modelId="{5A5FA225-15CF-45CE-ABB2-A24492C57116}" srcId="{CE33D809-2485-4C4F-8606-0A188FDD7F01}" destId="{D1B9D6D0-3C1E-4EB4-9ECB-46B3A08E2928}" srcOrd="0" destOrd="0" parTransId="{79032579-95C0-41BA-85DA-ADAC9F3B923F}" sibTransId="{FD544631-BB80-48D9-997B-6A352D21DB3A}"/>
    <dgm:cxn modelId="{F3737726-CF29-47D1-A89D-9D9008C55B14}" srcId="{CBF4535B-4113-4730-AAB2-C84B6DEC26CC}" destId="{5018DD95-9072-4F99-BF98-8D6AD48E7539}" srcOrd="3" destOrd="0" parTransId="{C2606260-5FCE-4F4F-B2CF-862F3DE4A36D}" sibTransId="{F6B54C6E-5CFB-42F5-A65C-668F1484BDD0}"/>
    <dgm:cxn modelId="{E5368D39-CD4E-4D1C-811E-49E6109C1252}" type="presOf" srcId="{CE33D809-2485-4C4F-8606-0A188FDD7F01}" destId="{F2AD86E7-CC37-4E77-9E0D-55237B3E3EF3}" srcOrd="1" destOrd="0" presId="urn:microsoft.com/office/officeart/2005/8/layout/process4"/>
    <dgm:cxn modelId="{48E81E5C-8EF9-4B08-AA82-D7E4F003D426}" srcId="{CE33D809-2485-4C4F-8606-0A188FDD7F01}" destId="{0DDD4E10-3DB5-498B-B020-6B1BDF92E7A2}" srcOrd="1" destOrd="0" parTransId="{5643353F-B607-4E28-8DE3-289BB0FA177D}" sibTransId="{D8FE544A-02E4-4FCF-8C76-BC65E6DFF785}"/>
    <dgm:cxn modelId="{1404244E-D53B-4AB2-91FF-59D50A5E9569}" type="presOf" srcId="{0DDD4E10-3DB5-498B-B020-6B1BDF92E7A2}" destId="{09FC3552-D619-42C9-8775-663B5320EFC9}" srcOrd="0" destOrd="0" presId="urn:microsoft.com/office/officeart/2005/8/layout/process4"/>
    <dgm:cxn modelId="{680D8354-7118-4B00-A19C-2594C00CD6C8}" srcId="{CBF4535B-4113-4730-AAB2-C84B6DEC26CC}" destId="{CE33D809-2485-4C4F-8606-0A188FDD7F01}" srcOrd="2" destOrd="0" parTransId="{E17D5F1E-0B7B-4C26-BAFE-30BC926351B3}" sibTransId="{3B162A46-C301-4637-B260-AC15646D068B}"/>
    <dgm:cxn modelId="{122CE894-9176-451E-8EBD-6B76083D6CEF}" type="presOf" srcId="{5018DD95-9072-4F99-BF98-8D6AD48E7539}" destId="{AEE8CC95-A9E6-4845-B1FC-39645EB3DB22}" srcOrd="0" destOrd="0" presId="urn:microsoft.com/office/officeart/2005/8/layout/process4"/>
    <dgm:cxn modelId="{60FAE899-A341-4ECB-801A-3BAFD41C071A}" srcId="{CBF4535B-4113-4730-AAB2-C84B6DEC26CC}" destId="{EE181B38-3FD7-469B-8CEF-8D60326EE397}" srcOrd="1" destOrd="0" parTransId="{63BB48BC-E9EB-484A-8F0B-1666FDC84903}" sibTransId="{8BA31F9D-41BE-4DA7-ACEC-5FE002DF42C8}"/>
    <dgm:cxn modelId="{131B0D9A-F781-48D0-A6DA-DA560F3524FE}" srcId="{EE181B38-3FD7-469B-8CEF-8D60326EE397}" destId="{A4B7861E-2946-4FF8-B207-CACC89A9C3AF}" srcOrd="0" destOrd="0" parTransId="{96E3E7BB-5BD2-48EE-97BC-8C7E7A2C7E41}" sibTransId="{A171513D-B588-4FFD-BC7C-BBB4AB17B130}"/>
    <dgm:cxn modelId="{906253A2-5964-400B-A6F9-E475F4FDAEBD}" type="presOf" srcId="{EE181B38-3FD7-469B-8CEF-8D60326EE397}" destId="{7B5FD7E2-D430-4E07-9301-BADFEB5F993C}" srcOrd="0" destOrd="0" presId="urn:microsoft.com/office/officeart/2005/8/layout/process4"/>
    <dgm:cxn modelId="{74FEDEB0-A252-4F35-A950-013664950383}" type="presOf" srcId="{D1B9D6D0-3C1E-4EB4-9ECB-46B3A08E2928}" destId="{311215D7-FB33-4F0B-94E1-00D2511E9E99}" srcOrd="0" destOrd="0" presId="urn:microsoft.com/office/officeart/2005/8/layout/process4"/>
    <dgm:cxn modelId="{3261BDB4-C48D-47ED-B589-D07C6B467C6B}" type="presOf" srcId="{DA2B4747-A738-499E-BDC6-7EA2C772A3F7}" destId="{A994F227-8A7F-49D2-95F2-9E53AAC43EC3}" srcOrd="0" destOrd="0" presId="urn:microsoft.com/office/officeart/2005/8/layout/process4"/>
    <dgm:cxn modelId="{D7E708B7-1944-4352-B452-B2428407EF93}" srcId="{EE181B38-3FD7-469B-8CEF-8D60326EE397}" destId="{2AF07165-B356-4D22-995B-0C0392699AEB}" srcOrd="2" destOrd="0" parTransId="{A7ADF96B-B2A8-4C68-A403-DD741EB6B72F}" sibTransId="{C57DD144-5829-4232-B042-45BC8AD40F65}"/>
    <dgm:cxn modelId="{177123BD-8F1B-4DF3-A575-120BE9C02E2B}" srcId="{CE33D809-2485-4C4F-8606-0A188FDD7F01}" destId="{3F483197-5983-4CD9-9B8A-310E2D7F4417}" srcOrd="2" destOrd="0" parTransId="{37209207-CE03-4669-B866-B935CA772E05}" sibTransId="{F6A39045-E3D9-472C-9905-85E94138A1BC}"/>
    <dgm:cxn modelId="{8A8350C7-87F8-4F63-BEA0-990DB0E5FC49}" type="presOf" srcId="{CE33D809-2485-4C4F-8606-0A188FDD7F01}" destId="{F8758BE1-00A2-4684-A6D4-873B7EECC957}" srcOrd="0" destOrd="0" presId="urn:microsoft.com/office/officeart/2005/8/layout/process4"/>
    <dgm:cxn modelId="{3C3AF5C7-68DD-4A19-A545-1C2232EF8EF4}" srcId="{CE33D809-2485-4C4F-8606-0A188FDD7F01}" destId="{780D6EB5-3309-4E4D-99CB-5C8E974A279D}" srcOrd="3" destOrd="0" parTransId="{EE85FEA1-F135-4507-A4F8-20FEA0EF1BC2}" sibTransId="{17F42207-A8B7-42C3-8423-FCD3A973D16B}"/>
    <dgm:cxn modelId="{D1E95CD1-476F-455E-88DD-BEC42A96810C}" type="presOf" srcId="{AA06A413-BB88-4A28-875F-247E89371E20}" destId="{7DDBE49F-6D9F-4D4E-87B1-B19FCBC4C326}" srcOrd="0" destOrd="0" presId="urn:microsoft.com/office/officeart/2005/8/layout/process4"/>
    <dgm:cxn modelId="{0EF2D4DA-AFA0-40BD-80EF-AD56E2613570}" type="presOf" srcId="{2AF07165-B356-4D22-995B-0C0392699AEB}" destId="{E27D9945-BE40-4753-A7C6-8B8B6D5D5EB0}" srcOrd="0" destOrd="0" presId="urn:microsoft.com/office/officeart/2005/8/layout/process4"/>
    <dgm:cxn modelId="{652773DF-E5CF-44EE-9A1C-03E4A19F3A34}" type="presOf" srcId="{CBF4535B-4113-4730-AAB2-C84B6DEC26CC}" destId="{CCFFF3A6-CE0E-4C0A-A102-9E6C0C31AAF7}" srcOrd="0" destOrd="0" presId="urn:microsoft.com/office/officeart/2005/8/layout/process4"/>
    <dgm:cxn modelId="{732981FE-865C-424F-9BB9-5DE682383CA7}" type="presOf" srcId="{A4B7861E-2946-4FF8-B207-CACC89A9C3AF}" destId="{D2588490-580E-4FF4-8B43-FD2E2E2ECA30}" srcOrd="0" destOrd="0" presId="urn:microsoft.com/office/officeart/2005/8/layout/process4"/>
    <dgm:cxn modelId="{3DF3D452-48B7-447F-AAE0-F965EE224336}" type="presParOf" srcId="{CCFFF3A6-CE0E-4C0A-A102-9E6C0C31AAF7}" destId="{2911C062-1ED5-4ACD-B2DE-EB644D35E827}" srcOrd="0" destOrd="0" presId="urn:microsoft.com/office/officeart/2005/8/layout/process4"/>
    <dgm:cxn modelId="{5C53B692-F025-44B2-9623-BB99FECD5A86}" type="presParOf" srcId="{2911C062-1ED5-4ACD-B2DE-EB644D35E827}" destId="{AEE8CC95-A9E6-4845-B1FC-39645EB3DB22}" srcOrd="0" destOrd="0" presId="urn:microsoft.com/office/officeart/2005/8/layout/process4"/>
    <dgm:cxn modelId="{156559D7-16B0-4CA0-A24F-C7E3D888F382}" type="presParOf" srcId="{CCFFF3A6-CE0E-4C0A-A102-9E6C0C31AAF7}" destId="{22C79741-9B50-4887-A112-7805D2A681C8}" srcOrd="1" destOrd="0" presId="urn:microsoft.com/office/officeart/2005/8/layout/process4"/>
    <dgm:cxn modelId="{1F2730EC-01D2-4206-8F95-7F244D4698B9}" type="presParOf" srcId="{CCFFF3A6-CE0E-4C0A-A102-9E6C0C31AAF7}" destId="{DF001242-E212-4081-98C3-83360E099975}" srcOrd="2" destOrd="0" presId="urn:microsoft.com/office/officeart/2005/8/layout/process4"/>
    <dgm:cxn modelId="{2C827849-D981-4E51-94AC-65578F10C3DB}" type="presParOf" srcId="{DF001242-E212-4081-98C3-83360E099975}" destId="{F8758BE1-00A2-4684-A6D4-873B7EECC957}" srcOrd="0" destOrd="0" presId="urn:microsoft.com/office/officeart/2005/8/layout/process4"/>
    <dgm:cxn modelId="{E1B260C6-3F52-4FFA-BD99-B940C3F7FE71}" type="presParOf" srcId="{DF001242-E212-4081-98C3-83360E099975}" destId="{F2AD86E7-CC37-4E77-9E0D-55237B3E3EF3}" srcOrd="1" destOrd="0" presId="urn:microsoft.com/office/officeart/2005/8/layout/process4"/>
    <dgm:cxn modelId="{325C6E0A-84B3-4897-A628-B60B70885046}" type="presParOf" srcId="{DF001242-E212-4081-98C3-83360E099975}" destId="{1AF6C9BA-102B-4201-9567-321E30E28086}" srcOrd="2" destOrd="0" presId="urn:microsoft.com/office/officeart/2005/8/layout/process4"/>
    <dgm:cxn modelId="{69C0AF5C-D731-4AE9-A863-76571FDA8482}" type="presParOf" srcId="{1AF6C9BA-102B-4201-9567-321E30E28086}" destId="{311215D7-FB33-4F0B-94E1-00D2511E9E99}" srcOrd="0" destOrd="0" presId="urn:microsoft.com/office/officeart/2005/8/layout/process4"/>
    <dgm:cxn modelId="{BDADC372-BAD1-4053-8DE3-5F8A9891B01A}" type="presParOf" srcId="{1AF6C9BA-102B-4201-9567-321E30E28086}" destId="{09FC3552-D619-42C9-8775-663B5320EFC9}" srcOrd="1" destOrd="0" presId="urn:microsoft.com/office/officeart/2005/8/layout/process4"/>
    <dgm:cxn modelId="{CA9A9079-A16D-4E7C-A4BB-52F08B02A653}" type="presParOf" srcId="{1AF6C9BA-102B-4201-9567-321E30E28086}" destId="{3F94C95A-D3F1-4076-91FA-CA344FE58FCA}" srcOrd="2" destOrd="0" presId="urn:microsoft.com/office/officeart/2005/8/layout/process4"/>
    <dgm:cxn modelId="{56B0F319-5584-4E04-B93B-DB14EF0F40D6}" type="presParOf" srcId="{1AF6C9BA-102B-4201-9567-321E30E28086}" destId="{829A5E1D-2548-4493-A7D2-D9C6577ABCB3}" srcOrd="3" destOrd="0" presId="urn:microsoft.com/office/officeart/2005/8/layout/process4"/>
    <dgm:cxn modelId="{E93643FC-12F8-4AE6-8650-00681A7FB3CB}" type="presParOf" srcId="{CCFFF3A6-CE0E-4C0A-A102-9E6C0C31AAF7}" destId="{1F9A7614-7D27-4BAB-BCDA-D9A0C0968346}" srcOrd="3" destOrd="0" presId="urn:microsoft.com/office/officeart/2005/8/layout/process4"/>
    <dgm:cxn modelId="{35419071-6CF6-4AB4-BF79-3108FE9C3CED}" type="presParOf" srcId="{CCFFF3A6-CE0E-4C0A-A102-9E6C0C31AAF7}" destId="{2130B79B-1C75-49AC-880F-5DE80D37A485}" srcOrd="4" destOrd="0" presId="urn:microsoft.com/office/officeart/2005/8/layout/process4"/>
    <dgm:cxn modelId="{17A5295D-B04A-4057-9694-8F622C70E914}" type="presParOf" srcId="{2130B79B-1C75-49AC-880F-5DE80D37A485}" destId="{7B5FD7E2-D430-4E07-9301-BADFEB5F993C}" srcOrd="0" destOrd="0" presId="urn:microsoft.com/office/officeart/2005/8/layout/process4"/>
    <dgm:cxn modelId="{E3507FE3-F782-40E4-AF1E-BF8514F2E1D2}" type="presParOf" srcId="{2130B79B-1C75-49AC-880F-5DE80D37A485}" destId="{24693769-4ABC-498E-93C3-A71CCB881F42}" srcOrd="1" destOrd="0" presId="urn:microsoft.com/office/officeart/2005/8/layout/process4"/>
    <dgm:cxn modelId="{147607DD-1A8D-4A47-9021-6A41D85B28FF}" type="presParOf" srcId="{2130B79B-1C75-49AC-880F-5DE80D37A485}" destId="{0DFA7F19-A4C4-433D-82C5-E2891EA1C161}" srcOrd="2" destOrd="0" presId="urn:microsoft.com/office/officeart/2005/8/layout/process4"/>
    <dgm:cxn modelId="{B6B26B97-FC96-4DBC-92AC-35AA3B2A09B5}" type="presParOf" srcId="{0DFA7F19-A4C4-433D-82C5-E2891EA1C161}" destId="{D2588490-580E-4FF4-8B43-FD2E2E2ECA30}" srcOrd="0" destOrd="0" presId="urn:microsoft.com/office/officeart/2005/8/layout/process4"/>
    <dgm:cxn modelId="{295ACACD-AC64-4EA2-9856-B1318BD31BEA}" type="presParOf" srcId="{0DFA7F19-A4C4-433D-82C5-E2891EA1C161}" destId="{7DDBE49F-6D9F-4D4E-87B1-B19FCBC4C326}" srcOrd="1" destOrd="0" presId="urn:microsoft.com/office/officeart/2005/8/layout/process4"/>
    <dgm:cxn modelId="{B583D2E3-63A9-4574-9668-6D6E46C13CD2}" type="presParOf" srcId="{0DFA7F19-A4C4-433D-82C5-E2891EA1C161}" destId="{E27D9945-BE40-4753-A7C6-8B8B6D5D5EB0}" srcOrd="2" destOrd="0" presId="urn:microsoft.com/office/officeart/2005/8/layout/process4"/>
    <dgm:cxn modelId="{01512D9D-9320-458C-BD2F-D919A042C894}" type="presParOf" srcId="{CCFFF3A6-CE0E-4C0A-A102-9E6C0C31AAF7}" destId="{266736F7-315B-4C6B-8A2D-5F021AFE60B5}" srcOrd="5" destOrd="0" presId="urn:microsoft.com/office/officeart/2005/8/layout/process4"/>
    <dgm:cxn modelId="{E1A3339F-FE5F-4622-9AA3-B1470E09D60A}" type="presParOf" srcId="{CCFFF3A6-CE0E-4C0A-A102-9E6C0C31AAF7}" destId="{AAE4A601-ACEC-4376-90F1-B7EEBDBC8C25}" srcOrd="6" destOrd="0" presId="urn:microsoft.com/office/officeart/2005/8/layout/process4"/>
    <dgm:cxn modelId="{7FC2865C-4991-400F-BFA7-D5FE1C9F472D}" type="presParOf" srcId="{AAE4A601-ACEC-4376-90F1-B7EEBDBC8C25}" destId="{A994F227-8A7F-49D2-95F2-9E53AAC43EC3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C1E0C9-7D79-4690-8D4A-F0937D373978}">
      <dsp:nvSpPr>
        <dsp:cNvPr id="0" name=""/>
        <dsp:cNvSpPr/>
      </dsp:nvSpPr>
      <dsp:spPr>
        <a:xfrm rot="5400000">
          <a:off x="6589693" y="-2661723"/>
          <a:ext cx="1121829" cy="6729984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Often enough for simple problems (like binary classification, small tabular datasets).</a:t>
          </a:r>
        </a:p>
      </dsp:txBody>
      <dsp:txXfrm rot="-5400000">
        <a:off x="3785616" y="197117"/>
        <a:ext cx="6675221" cy="1012303"/>
      </dsp:txXfrm>
    </dsp:sp>
    <dsp:sp modelId="{6392EAB3-2753-40BC-901F-76A64B1C6314}">
      <dsp:nvSpPr>
        <dsp:cNvPr id="0" name=""/>
        <dsp:cNvSpPr/>
      </dsp:nvSpPr>
      <dsp:spPr>
        <a:xfrm>
          <a:off x="0" y="2124"/>
          <a:ext cx="3785616" cy="1402286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Shallow networks (1–2 hidden layers)</a:t>
          </a:r>
        </a:p>
      </dsp:txBody>
      <dsp:txXfrm>
        <a:off x="68454" y="70578"/>
        <a:ext cx="3648708" cy="1265378"/>
      </dsp:txXfrm>
    </dsp:sp>
    <dsp:sp modelId="{39193E25-D06C-4C2E-A1C2-6E202DEBACA9}">
      <dsp:nvSpPr>
        <dsp:cNvPr id="0" name=""/>
        <dsp:cNvSpPr/>
      </dsp:nvSpPr>
      <dsp:spPr>
        <a:xfrm rot="5400000">
          <a:off x="6589693" y="-1189323"/>
          <a:ext cx="1121829" cy="6729984"/>
        </a:xfrm>
        <a:prstGeom prst="round2SameRect">
          <a:avLst/>
        </a:prstGeom>
        <a:solidFill>
          <a:schemeClr val="accent5">
            <a:tint val="40000"/>
            <a:alpha val="90000"/>
            <a:hueOff val="-5972333"/>
            <a:satOff val="1333"/>
            <a:lumOff val="20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5972333"/>
              <a:satOff val="1333"/>
              <a:lumOff val="20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Useful for complex problems, e.g., images, text, speech.</a:t>
          </a:r>
        </a:p>
      </dsp:txBody>
      <dsp:txXfrm rot="-5400000">
        <a:off x="3785616" y="1669517"/>
        <a:ext cx="6675221" cy="1012303"/>
      </dsp:txXfrm>
    </dsp:sp>
    <dsp:sp modelId="{C81792BC-696E-413E-8F68-52869794CF52}">
      <dsp:nvSpPr>
        <dsp:cNvPr id="0" name=""/>
        <dsp:cNvSpPr/>
      </dsp:nvSpPr>
      <dsp:spPr>
        <a:xfrm>
          <a:off x="0" y="1474525"/>
          <a:ext cx="3785616" cy="1402286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Deep networks (3+ hidden layers)</a:t>
          </a:r>
        </a:p>
      </dsp:txBody>
      <dsp:txXfrm>
        <a:off x="68454" y="1542979"/>
        <a:ext cx="3648708" cy="1265378"/>
      </dsp:txXfrm>
    </dsp:sp>
    <dsp:sp modelId="{28B56592-76A7-45FD-90D1-811E9FF8BE82}">
      <dsp:nvSpPr>
        <dsp:cNvPr id="0" name=""/>
        <dsp:cNvSpPr/>
      </dsp:nvSpPr>
      <dsp:spPr>
        <a:xfrm rot="5400000">
          <a:off x="6589693" y="283077"/>
          <a:ext cx="1121829" cy="6729984"/>
        </a:xfrm>
        <a:prstGeom prst="round2Same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Start small. You can always increase layers if the model underfits.</a:t>
          </a:r>
        </a:p>
      </dsp:txBody>
      <dsp:txXfrm rot="-5400000">
        <a:off x="3785616" y="3141918"/>
        <a:ext cx="6675221" cy="1012303"/>
      </dsp:txXfrm>
    </dsp:sp>
    <dsp:sp modelId="{4A0EEA69-00AB-4CD9-B811-1192A6C2EFAD}">
      <dsp:nvSpPr>
        <dsp:cNvPr id="0" name=""/>
        <dsp:cNvSpPr/>
      </dsp:nvSpPr>
      <dsp:spPr>
        <a:xfrm>
          <a:off x="0" y="2946926"/>
          <a:ext cx="3785616" cy="1402286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Rule of thumb:</a:t>
          </a:r>
        </a:p>
      </dsp:txBody>
      <dsp:txXfrm>
        <a:off x="68454" y="3015380"/>
        <a:ext cx="3648708" cy="12653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FA14F3-EA7B-44C4-90EA-C50AEE45C751}">
      <dsp:nvSpPr>
        <dsp:cNvPr id="0" name=""/>
        <dsp:cNvSpPr/>
      </dsp:nvSpPr>
      <dsp:spPr>
        <a:xfrm>
          <a:off x="0" y="58430"/>
          <a:ext cx="10515600" cy="8108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Start small and increase gradually</a:t>
          </a:r>
          <a:r>
            <a:rPr lang="en-US" sz="3300" kern="1200"/>
            <a:t>:</a:t>
          </a:r>
        </a:p>
      </dsp:txBody>
      <dsp:txXfrm>
        <a:off x="39580" y="98010"/>
        <a:ext cx="10436440" cy="731650"/>
      </dsp:txXfrm>
    </dsp:sp>
    <dsp:sp modelId="{38BAB804-1DB6-4F8D-840E-A7DBE46019C4}">
      <dsp:nvSpPr>
        <dsp:cNvPr id="0" name=""/>
        <dsp:cNvSpPr/>
      </dsp:nvSpPr>
      <dsp:spPr>
        <a:xfrm>
          <a:off x="0" y="869240"/>
          <a:ext cx="10515600" cy="9051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/>
            <a:t>Too few → </a:t>
          </a:r>
          <a:r>
            <a:rPr lang="en-US" sz="2600" b="1" kern="1200"/>
            <a:t>underfitting</a:t>
          </a:r>
          <a:r>
            <a:rPr lang="en-US" sz="2600" kern="1200"/>
            <a:t> (model can’t capture patterns)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/>
            <a:t>Too many → </a:t>
          </a:r>
          <a:r>
            <a:rPr lang="en-US" sz="2600" b="1" kern="1200"/>
            <a:t>overfitting</a:t>
          </a:r>
          <a:r>
            <a:rPr lang="en-US" sz="2600" kern="1200"/>
            <a:t> (memorizes training data)</a:t>
          </a:r>
        </a:p>
      </dsp:txBody>
      <dsp:txXfrm>
        <a:off x="0" y="869240"/>
        <a:ext cx="10515600" cy="905107"/>
      </dsp:txXfrm>
    </dsp:sp>
    <dsp:sp modelId="{F7B8B350-3524-4CF8-B7A6-009C92641225}">
      <dsp:nvSpPr>
        <dsp:cNvPr id="0" name=""/>
        <dsp:cNvSpPr/>
      </dsp:nvSpPr>
      <dsp:spPr>
        <a:xfrm>
          <a:off x="0" y="1774347"/>
          <a:ext cx="10515600" cy="81081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Common heuristics:</a:t>
          </a:r>
          <a:endParaRPr lang="en-US" sz="3300" kern="1200"/>
        </a:p>
      </dsp:txBody>
      <dsp:txXfrm>
        <a:off x="39580" y="1813927"/>
        <a:ext cx="10436440" cy="731650"/>
      </dsp:txXfrm>
    </dsp:sp>
    <dsp:sp modelId="{060B38CB-6B83-44E6-B493-CBFDA9188495}">
      <dsp:nvSpPr>
        <dsp:cNvPr id="0" name=""/>
        <dsp:cNvSpPr/>
      </dsp:nvSpPr>
      <dsp:spPr>
        <a:xfrm>
          <a:off x="0" y="2585157"/>
          <a:ext cx="10515600" cy="1707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 dirty="0"/>
            <a:t>Between </a:t>
          </a:r>
          <a:r>
            <a:rPr lang="en-US" sz="2600" b="1" kern="1200" dirty="0"/>
            <a:t>input size</a:t>
          </a:r>
          <a:r>
            <a:rPr lang="en-US" sz="2600" kern="1200" dirty="0"/>
            <a:t> and </a:t>
          </a:r>
          <a:r>
            <a:rPr lang="en-US" sz="2600" b="1" kern="1200" dirty="0"/>
            <a:t>output size</a:t>
          </a:r>
          <a:r>
            <a:rPr lang="en-US" sz="2600" kern="1200" dirty="0"/>
            <a:t> (often 2x–3x input features for first hidden layer).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/>
            <a:t>Gradually </a:t>
          </a:r>
          <a:r>
            <a:rPr lang="en-US" sz="2600" b="1" kern="1200"/>
            <a:t>decrease neurons</a:t>
          </a:r>
          <a:r>
            <a:rPr lang="en-US" sz="2600" kern="1200"/>
            <a:t> in deeper layers.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 dirty="0"/>
            <a:t>Example: Input 10 features → hidden layers [32 → 16 → 8] → output 1</a:t>
          </a:r>
        </a:p>
      </dsp:txBody>
      <dsp:txXfrm>
        <a:off x="0" y="2585157"/>
        <a:ext cx="10515600" cy="17077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10FAB0-C671-40F1-8D5A-2DEB882449E9}">
      <dsp:nvSpPr>
        <dsp:cNvPr id="0" name=""/>
        <dsp:cNvSpPr/>
      </dsp:nvSpPr>
      <dsp:spPr>
        <a:xfrm>
          <a:off x="0" y="35534"/>
          <a:ext cx="6253721" cy="11536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Epochs = number of times the model sees the entire dataset.</a:t>
          </a:r>
        </a:p>
      </dsp:txBody>
      <dsp:txXfrm>
        <a:off x="56315" y="91849"/>
        <a:ext cx="6141091" cy="1040990"/>
      </dsp:txXfrm>
    </dsp:sp>
    <dsp:sp modelId="{67055D5E-12B9-49DE-8C82-5B65AA0D7DE5}">
      <dsp:nvSpPr>
        <dsp:cNvPr id="0" name=""/>
        <dsp:cNvSpPr/>
      </dsp:nvSpPr>
      <dsp:spPr>
        <a:xfrm>
          <a:off x="0" y="1272675"/>
          <a:ext cx="6253721" cy="115362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How to decide:</a:t>
          </a:r>
        </a:p>
      </dsp:txBody>
      <dsp:txXfrm>
        <a:off x="56315" y="1328990"/>
        <a:ext cx="6141091" cy="1040990"/>
      </dsp:txXfrm>
    </dsp:sp>
    <dsp:sp modelId="{E81144D5-9969-4211-AD6B-B49DBE814A73}">
      <dsp:nvSpPr>
        <dsp:cNvPr id="0" name=""/>
        <dsp:cNvSpPr/>
      </dsp:nvSpPr>
      <dsp:spPr>
        <a:xfrm>
          <a:off x="0" y="2426294"/>
          <a:ext cx="6253721" cy="14407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556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1. Start with a moderate number (e.g., 50–100).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2. Use </a:t>
          </a:r>
          <a:r>
            <a:rPr lang="en-US" sz="2300" kern="1200" dirty="0" err="1"/>
            <a:t>EarlyStopping</a:t>
          </a:r>
          <a:r>
            <a:rPr lang="en-US" sz="2300" kern="1200" dirty="0"/>
            <a:t> to stop automatically when validation loss stops improving. </a:t>
          </a:r>
        </a:p>
      </dsp:txBody>
      <dsp:txXfrm>
        <a:off x="0" y="2426294"/>
        <a:ext cx="6253721" cy="1440719"/>
      </dsp:txXfrm>
    </dsp:sp>
    <dsp:sp modelId="{57B596EF-46E1-489C-99E1-C65B79ABF12C}">
      <dsp:nvSpPr>
        <dsp:cNvPr id="0" name=""/>
        <dsp:cNvSpPr/>
      </dsp:nvSpPr>
      <dsp:spPr>
        <a:xfrm>
          <a:off x="0" y="3867015"/>
          <a:ext cx="6253721" cy="115362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Avoid training too long → overfitting.</a:t>
          </a:r>
        </a:p>
      </dsp:txBody>
      <dsp:txXfrm>
        <a:off x="56315" y="3923330"/>
        <a:ext cx="6141091" cy="10409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E8CC95-A9E6-4845-B1FC-39645EB3DB22}">
      <dsp:nvSpPr>
        <dsp:cNvPr id="0" name=""/>
        <dsp:cNvSpPr/>
      </dsp:nvSpPr>
      <dsp:spPr>
        <a:xfrm>
          <a:off x="0" y="4764397"/>
          <a:ext cx="8464118" cy="10423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Visualize learning curves to make decisions.</a:t>
          </a:r>
        </a:p>
      </dsp:txBody>
      <dsp:txXfrm>
        <a:off x="0" y="4764397"/>
        <a:ext cx="8464118" cy="1042333"/>
      </dsp:txXfrm>
    </dsp:sp>
    <dsp:sp modelId="{F2AD86E7-CC37-4E77-9E0D-55237B3E3EF3}">
      <dsp:nvSpPr>
        <dsp:cNvPr id="0" name=""/>
        <dsp:cNvSpPr/>
      </dsp:nvSpPr>
      <dsp:spPr>
        <a:xfrm rot="10800000">
          <a:off x="0" y="3176923"/>
          <a:ext cx="8464118" cy="1603109"/>
        </a:xfrm>
        <a:prstGeom prst="upArrowCallou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 grid search or random search for hyperparameter tuning:</a:t>
          </a:r>
        </a:p>
      </dsp:txBody>
      <dsp:txXfrm rot="-10800000">
        <a:off x="0" y="3176923"/>
        <a:ext cx="8464118" cy="562691"/>
      </dsp:txXfrm>
    </dsp:sp>
    <dsp:sp modelId="{311215D7-FB33-4F0B-94E1-00D2511E9E99}">
      <dsp:nvSpPr>
        <dsp:cNvPr id="0" name=""/>
        <dsp:cNvSpPr/>
      </dsp:nvSpPr>
      <dsp:spPr>
        <a:xfrm>
          <a:off x="0" y="3739614"/>
          <a:ext cx="2116029" cy="47932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Layers: 1–3</a:t>
          </a:r>
        </a:p>
      </dsp:txBody>
      <dsp:txXfrm>
        <a:off x="0" y="3739614"/>
        <a:ext cx="2116029" cy="479329"/>
      </dsp:txXfrm>
    </dsp:sp>
    <dsp:sp modelId="{09FC3552-D619-42C9-8775-663B5320EFC9}">
      <dsp:nvSpPr>
        <dsp:cNvPr id="0" name=""/>
        <dsp:cNvSpPr/>
      </dsp:nvSpPr>
      <dsp:spPr>
        <a:xfrm>
          <a:off x="2116029" y="3739614"/>
          <a:ext cx="2116029" cy="479329"/>
        </a:xfrm>
        <a:prstGeom prst="rect">
          <a:avLst/>
        </a:prstGeom>
        <a:solidFill>
          <a:schemeClr val="accent2">
            <a:tint val="40000"/>
            <a:alpha val="90000"/>
            <a:hueOff val="1122453"/>
            <a:satOff val="-10372"/>
            <a:lumOff val="-1169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122453"/>
              <a:satOff val="-10372"/>
              <a:lumOff val="-11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Neurons: 8, 16, 32, 64</a:t>
          </a:r>
        </a:p>
      </dsp:txBody>
      <dsp:txXfrm>
        <a:off x="2116029" y="3739614"/>
        <a:ext cx="2116029" cy="479329"/>
      </dsp:txXfrm>
    </dsp:sp>
    <dsp:sp modelId="{3F94C95A-D3F1-4076-91FA-CA344FE58FCA}">
      <dsp:nvSpPr>
        <dsp:cNvPr id="0" name=""/>
        <dsp:cNvSpPr/>
      </dsp:nvSpPr>
      <dsp:spPr>
        <a:xfrm>
          <a:off x="4232059" y="3739614"/>
          <a:ext cx="2116029" cy="479329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Learning rate: 0.01, 0.001</a:t>
          </a:r>
        </a:p>
      </dsp:txBody>
      <dsp:txXfrm>
        <a:off x="4232059" y="3739614"/>
        <a:ext cx="2116029" cy="479329"/>
      </dsp:txXfrm>
    </dsp:sp>
    <dsp:sp modelId="{829A5E1D-2548-4493-A7D2-D9C6577ABCB3}">
      <dsp:nvSpPr>
        <dsp:cNvPr id="0" name=""/>
        <dsp:cNvSpPr/>
      </dsp:nvSpPr>
      <dsp:spPr>
        <a:xfrm>
          <a:off x="6348088" y="3739614"/>
          <a:ext cx="2116029" cy="479329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Epochs: use EarlyStopping</a:t>
          </a:r>
        </a:p>
      </dsp:txBody>
      <dsp:txXfrm>
        <a:off x="6348088" y="3739614"/>
        <a:ext cx="2116029" cy="479329"/>
      </dsp:txXfrm>
    </dsp:sp>
    <dsp:sp modelId="{24693769-4ABC-498E-93C3-A71CCB881F42}">
      <dsp:nvSpPr>
        <dsp:cNvPr id="0" name=""/>
        <dsp:cNvSpPr/>
      </dsp:nvSpPr>
      <dsp:spPr>
        <a:xfrm rot="10800000">
          <a:off x="0" y="1589449"/>
          <a:ext cx="8464118" cy="1603109"/>
        </a:xfrm>
        <a:prstGeom prst="upArrowCallou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Train and monitor:</a:t>
          </a:r>
        </a:p>
      </dsp:txBody>
      <dsp:txXfrm rot="-10800000">
        <a:off x="0" y="1589449"/>
        <a:ext cx="8464118" cy="562691"/>
      </dsp:txXfrm>
    </dsp:sp>
    <dsp:sp modelId="{D2588490-580E-4FF4-8B43-FD2E2E2ECA30}">
      <dsp:nvSpPr>
        <dsp:cNvPr id="0" name=""/>
        <dsp:cNvSpPr/>
      </dsp:nvSpPr>
      <dsp:spPr>
        <a:xfrm>
          <a:off x="4132" y="2152140"/>
          <a:ext cx="2818617" cy="479329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Check training vs validation accuracy/loss</a:t>
          </a:r>
        </a:p>
      </dsp:txBody>
      <dsp:txXfrm>
        <a:off x="4132" y="2152140"/>
        <a:ext cx="2818617" cy="479329"/>
      </dsp:txXfrm>
    </dsp:sp>
    <dsp:sp modelId="{7DDBE49F-6D9F-4D4E-87B1-B19FCBC4C326}">
      <dsp:nvSpPr>
        <dsp:cNvPr id="0" name=""/>
        <dsp:cNvSpPr/>
      </dsp:nvSpPr>
      <dsp:spPr>
        <a:xfrm>
          <a:off x="2822750" y="2152140"/>
          <a:ext cx="2818617" cy="479329"/>
        </a:xfrm>
        <a:prstGeom prst="rect">
          <a:avLst/>
        </a:prstGeom>
        <a:solidFill>
          <a:schemeClr val="accent2">
            <a:tint val="40000"/>
            <a:alpha val="90000"/>
            <a:hueOff val="5612265"/>
            <a:satOff val="-51860"/>
            <a:lumOff val="-584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612265"/>
              <a:satOff val="-51860"/>
              <a:lumOff val="-58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If underfitting → add neurons or layers</a:t>
          </a:r>
        </a:p>
      </dsp:txBody>
      <dsp:txXfrm>
        <a:off x="2822750" y="2152140"/>
        <a:ext cx="2818617" cy="479329"/>
      </dsp:txXfrm>
    </dsp:sp>
    <dsp:sp modelId="{E27D9945-BE40-4753-A7C6-8B8B6D5D5EB0}">
      <dsp:nvSpPr>
        <dsp:cNvPr id="0" name=""/>
        <dsp:cNvSpPr/>
      </dsp:nvSpPr>
      <dsp:spPr>
        <a:xfrm>
          <a:off x="5641367" y="2152140"/>
          <a:ext cx="2818617" cy="479329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If overfitting → reduce neurons, add Dropout, or collect more data</a:t>
          </a:r>
        </a:p>
      </dsp:txBody>
      <dsp:txXfrm>
        <a:off x="5641367" y="2152140"/>
        <a:ext cx="2818617" cy="479329"/>
      </dsp:txXfrm>
    </dsp:sp>
    <dsp:sp modelId="{A994F227-8A7F-49D2-95F2-9E53AAC43EC3}">
      <dsp:nvSpPr>
        <dsp:cNvPr id="0" name=""/>
        <dsp:cNvSpPr/>
      </dsp:nvSpPr>
      <dsp:spPr>
        <a:xfrm rot="10800000">
          <a:off x="0" y="1974"/>
          <a:ext cx="8464118" cy="1603109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Start with small network (1–2 layers, 16–32 neurons).</a:t>
          </a:r>
        </a:p>
      </dsp:txBody>
      <dsp:txXfrm rot="10800000">
        <a:off x="0" y="1974"/>
        <a:ext cx="8464118" cy="10416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35DB7-7CB5-EDCA-B416-1AB894266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5C57FE-9D21-5763-58AA-671050C47A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AE782-05A7-B277-2DF4-FAA9D8484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5ACD-4566-47AD-81FB-C7433B115AAE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FA788-9C37-C08A-E7AA-2CA610CE4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4ADCA-E9DF-768E-3C67-85B20BBE9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6018-EFC7-4199-B77F-24D18BF2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3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365B1-C87D-106C-08ED-82819468C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D9010-D71E-23F9-1E72-02F486AD2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1107E-0ABD-6BF9-FCF1-C093C5C4E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5ACD-4566-47AD-81FB-C7433B115AAE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53F51-1342-C43B-27A2-F9218231D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0CF86-F415-F0A1-B760-B59CFFD4C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6018-EFC7-4199-B77F-24D18BF2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67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82252-6025-B971-9C2B-1D368673F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A9FCD-6221-4B16-C3FF-D8AED2406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38A7E-C5C7-160B-95E1-406EFE882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5ACD-4566-47AD-81FB-C7433B115AAE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5F57F-901F-F827-9D29-173B764B5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BD314-0F82-77F2-D1BE-A300463B1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6018-EFC7-4199-B77F-24D18BF2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77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F4C9F-E5D6-ECB0-11EF-3DC2A5B8A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93AB6-1081-B377-4552-9395F2170A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CF2619-C019-96A5-EC77-BA74DFA1C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D6AF6-C15D-80C9-195A-F00C29328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5ACD-4566-47AD-81FB-C7433B115AAE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6EF46-F61A-FC48-D9AA-4A3F5AF9E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D68B6-8907-1B96-F47A-B63616A85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6018-EFC7-4199-B77F-24D18BF2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385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4A01E-79E3-A7E3-D7D1-91F29C49F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3F613-188F-7332-FFE8-7873538DB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862540-BE8E-7F5B-F3F6-A7FB17CBD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0AEA4E-DF28-1086-BC2A-BA93D745E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1629F7-909C-5992-405B-C63FC2F1C9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F3EEC5-4986-2850-F38D-1C1E849AE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5ACD-4566-47AD-81FB-C7433B115AAE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30380C-204D-9134-2DD8-A4005782F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44DE32-AAA2-E085-6F1D-8802C3AF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6018-EFC7-4199-B77F-24D18BF2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8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25541-2B59-5966-15D8-6C925CB5F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2EF77A-01E2-E9C6-48D4-34F27489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5ACD-4566-47AD-81FB-C7433B115AAE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BA34F-480E-F50C-AB4F-6FC0A7B23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4A9BB-0362-6D52-16C6-743D618C9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6018-EFC7-4199-B77F-24D18BF2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187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563C39-C40B-704A-9802-CA6C8FFB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5ACD-4566-47AD-81FB-C7433B115AAE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BDA38A-DB2D-391C-F6A9-1F3369281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CC30A-B5B7-07BF-F02F-001646C8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6018-EFC7-4199-B77F-24D18BF2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187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01B95-726A-0ECE-5260-5DB283A5A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73CF1-B05F-D9B4-F770-67EB242F9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585D7-8827-E262-541E-DE7716F6B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F207A7-1385-BFB1-6652-1D976A6BF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5ACD-4566-47AD-81FB-C7433B115AAE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F05B3-3B77-E31A-AE4E-C9D282B12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448828-CDC7-02C0-A795-49DC1D86C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6018-EFC7-4199-B77F-24D18BF2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19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A352C-7BA3-2AE6-9F00-E2538EC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290527-0EAD-A466-AABB-D497538A4B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48FE5-7A3F-73E2-06FE-EBCCF0F04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3D5E5-A996-BBA5-8819-FDFC38DCD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5ACD-4566-47AD-81FB-C7433B115AAE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C916E-7A9B-65D0-83A1-6D60CBC0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186AE-E94D-815A-7A2F-C1633F3F9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6018-EFC7-4199-B77F-24D18BF2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13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5F65D-407A-DAF5-6AB0-CF6313C3D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7DCDA3-BDDD-C3A0-CC24-D39782BAE8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5888C-C62C-88D5-802D-6BD0B50C9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5ACD-4566-47AD-81FB-C7433B115AAE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95C61-D9F5-D538-D4E7-A639F67A9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7BCBF-F37E-3C16-31A5-505F0E091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6018-EFC7-4199-B77F-24D18BF2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676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91ABA8-0D45-E0F3-73FB-26D38E4C77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1D4F1-95FF-4E39-0217-20546E588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BD86E-1F6A-7808-15DF-2D1147428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5ACD-4566-47AD-81FB-C7433B115AAE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E6F6C-590D-7A95-906A-AB862D1CD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35672-201B-F45C-E7FB-E19247E33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6018-EFC7-4199-B77F-24D18BF2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75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88E272-76F2-4657-0647-A68216DF1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EA5FA-1599-C0EC-04A7-4FE3FB29C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E62A1-1DD5-7B24-0EE3-AAF11DC09F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115ACD-4566-47AD-81FB-C7433B115AAE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8B211-D598-5E0B-0825-5EB4EE35DF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258D7-E57A-F9F9-4268-6DC4A6BD07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476018-EFC7-4199-B77F-24D18BF2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1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379D-4F79-BCE8-FE68-A2ABB8CDE4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Classic “it depends” questions in ANN design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0FBEC-135A-BA3A-E63D-52D7B23B35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600" i="1" dirty="0"/>
              <a:t>How to choose the optimal parameters while designing an ANN</a:t>
            </a:r>
          </a:p>
        </p:txBody>
      </p:sp>
    </p:spTree>
    <p:extLst>
      <p:ext uri="{BB962C8B-B14F-4D97-AF65-F5344CB8AC3E}">
        <p14:creationId xmlns:p14="http://schemas.microsoft.com/office/powerpoint/2010/main" val="969544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7BD3FC-1125-6BAE-0D0E-D0923CEB7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Underfitting vs Overfitting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1AA996-501E-2B2B-6801-A50D7E2AB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115118"/>
              </p:ext>
            </p:extLst>
          </p:nvPr>
        </p:nvGraphicFramePr>
        <p:xfrm>
          <a:off x="643467" y="1813707"/>
          <a:ext cx="10905067" cy="4117241"/>
        </p:xfrm>
        <a:graphic>
          <a:graphicData uri="http://schemas.openxmlformats.org/drawingml/2006/table">
            <a:tbl>
              <a:tblPr/>
              <a:tblGrid>
                <a:gridCol w="2120151">
                  <a:extLst>
                    <a:ext uri="{9D8B030D-6E8A-4147-A177-3AD203B41FA5}">
                      <a16:colId xmlns:a16="http://schemas.microsoft.com/office/drawing/2014/main" val="3817854330"/>
                    </a:ext>
                  </a:extLst>
                </a:gridCol>
                <a:gridCol w="2956173">
                  <a:extLst>
                    <a:ext uri="{9D8B030D-6E8A-4147-A177-3AD203B41FA5}">
                      <a16:colId xmlns:a16="http://schemas.microsoft.com/office/drawing/2014/main" val="1146905205"/>
                    </a:ext>
                  </a:extLst>
                </a:gridCol>
                <a:gridCol w="2237194">
                  <a:extLst>
                    <a:ext uri="{9D8B030D-6E8A-4147-A177-3AD203B41FA5}">
                      <a16:colId xmlns:a16="http://schemas.microsoft.com/office/drawing/2014/main" val="4273676598"/>
                    </a:ext>
                  </a:extLst>
                </a:gridCol>
                <a:gridCol w="3591549">
                  <a:extLst>
                    <a:ext uri="{9D8B030D-6E8A-4147-A177-3AD203B41FA5}">
                      <a16:colId xmlns:a16="http://schemas.microsoft.com/office/drawing/2014/main" val="841010093"/>
                    </a:ext>
                  </a:extLst>
                </a:gridCol>
              </a:tblGrid>
              <a:tr h="529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Term</a:t>
                      </a:r>
                    </a:p>
                  </a:txBody>
                  <a:tcPr marL="120387" marR="120387" marT="60194" marB="601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What it means</a:t>
                      </a:r>
                    </a:p>
                  </a:txBody>
                  <a:tcPr marL="120387" marR="120387" marT="60194" marB="601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Symptoms</a:t>
                      </a:r>
                    </a:p>
                  </a:txBody>
                  <a:tcPr marL="120387" marR="120387" marT="60194" marB="601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How to fix</a:t>
                      </a:r>
                    </a:p>
                  </a:txBody>
                  <a:tcPr marL="120387" marR="120387" marT="60194" marB="601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314520"/>
                  </a:ext>
                </a:extLst>
              </a:tr>
              <a:tr h="1613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Underfitting</a:t>
                      </a:r>
                      <a:endParaRPr lang="en-US" sz="2400"/>
                    </a:p>
                  </a:txBody>
                  <a:tcPr marL="120387" marR="120387" marT="60194" marB="601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Model is too simple to capture patterns</a:t>
                      </a:r>
                    </a:p>
                  </a:txBody>
                  <a:tcPr marL="120387" marR="120387" marT="60194" marB="601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Low training accuracy, low validation accuracy</a:t>
                      </a:r>
                    </a:p>
                  </a:txBody>
                  <a:tcPr marL="120387" marR="120387" marT="60194" marB="601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Increase neurons/layers, train longer, better features</a:t>
                      </a:r>
                    </a:p>
                  </a:txBody>
                  <a:tcPr marL="120387" marR="120387" marT="60194" marB="601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802548"/>
                  </a:ext>
                </a:extLst>
              </a:tr>
              <a:tr h="1974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Overfitting</a:t>
                      </a:r>
                      <a:endParaRPr lang="en-US" sz="2400"/>
                    </a:p>
                  </a:txBody>
                  <a:tcPr marL="120387" marR="120387" marT="60194" marB="601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Model is too complex and memorizes training data</a:t>
                      </a:r>
                    </a:p>
                  </a:txBody>
                  <a:tcPr marL="120387" marR="120387" marT="60194" marB="601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High training accuracy, low validation accuracy</a:t>
                      </a:r>
                    </a:p>
                  </a:txBody>
                  <a:tcPr marL="120387" marR="120387" marT="60194" marB="601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Reduce neurons/layers, use Dropout/regularization, early stopping, more data</a:t>
                      </a:r>
                    </a:p>
                  </a:txBody>
                  <a:tcPr marL="120387" marR="120387" marT="60194" marB="601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193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3154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network&#10;&#10;AI-generated content may be incorrect.">
            <a:extLst>
              <a:ext uri="{FF2B5EF4-FFF2-40B4-BE49-F238E27FC236}">
                <a16:creationId xmlns:a16="http://schemas.microsoft.com/office/drawing/2014/main" id="{FDF2EA1A-2EC1-2E59-FABC-6973BC9709C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5578" r="2866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C8A9CD-ACFA-C0A5-200A-5A6CA78A9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Choosing the </a:t>
            </a:r>
            <a:r>
              <a:rPr lang="en-US" b="1"/>
              <a:t>Number of Layers</a:t>
            </a:r>
            <a:endParaRPr lang="en-US" dirty="0"/>
          </a:p>
        </p:txBody>
      </p:sp>
      <p:graphicFrame>
        <p:nvGraphicFramePr>
          <p:cNvPr id="19" name="TextBox 4">
            <a:extLst>
              <a:ext uri="{FF2B5EF4-FFF2-40B4-BE49-F238E27FC236}">
                <a16:creationId xmlns:a16="http://schemas.microsoft.com/office/drawing/2014/main" id="{8D91F06A-C93F-46E2-5E98-91298053CF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29347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86709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blue and green background&#10;&#10;AI-generated content may be incorrect.">
            <a:extLst>
              <a:ext uri="{FF2B5EF4-FFF2-40B4-BE49-F238E27FC236}">
                <a16:creationId xmlns:a16="http://schemas.microsoft.com/office/drawing/2014/main" id="{7ECE50E2-99D5-9BB9-1F48-A1DA8BE77B3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7838" b="757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5B7DB2-263E-46A0-67E0-1A142A0A3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Choosing the </a:t>
            </a:r>
            <a:r>
              <a:rPr lang="en-US" b="1" dirty="0"/>
              <a:t>Number of Neurons per Layer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34A1A6BC-FFAB-5380-F743-82FDA3B652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50054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30561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967629-A9F2-F601-8EBB-75297C76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95992"/>
            <a:ext cx="4195140" cy="5638831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Choosing the </a:t>
            </a: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Number of Epochs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9AFFE91E-410C-AB00-E594-E099DA09E8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5683660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76084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1B71DB0-B039-C048-DE99-08E7D277B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95992"/>
            <a:ext cx="4195140" cy="5638831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Practical Approach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0DD84C76-CFCF-8DE0-ADF4-014AA45FCC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642276"/>
              </p:ext>
            </p:extLst>
          </p:nvPr>
        </p:nvGraphicFramePr>
        <p:xfrm>
          <a:off x="3498210" y="548706"/>
          <a:ext cx="8464118" cy="5808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7119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D4AD0ED-45F1-4AB2-8C18-7DED238A0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430622-9855-482E-98A8-1FAECC909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5C76D5-716D-420A-ABDC-55BF6D9ED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9875022-E2DB-4A9E-8832-E7009F0E4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BFBDCA6-4D2C-451E-8205-8C334DCEE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395B2B7-3263-461B-8800-669EBE884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727DC78-6D51-415D-878D-516F840FB6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405FB7A-34E4-454E-80C1-3AF31F6003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56EC0F8-CE39-4C95-B52D-033DBF561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95B2FF-4A89-B8F8-3536-1396CDF5C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326" y="609600"/>
            <a:ext cx="8229600" cy="2819399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162FBC-1EE8-4355-8B2B-CB9A5B4BD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2940EF9-7ECF-49BA-8F14-5EBC7ADE0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F9A5AE3-5A1E-4528-BDC2-D32A66EFF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39C6801-3BB8-4C41-9385-D9CE4F148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8EA6929-FF51-4E95-8E16-80E9F371AE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BE91CBD-B19A-4299-90BD-CC3AB6976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6CE109B-4241-4CF1-B587-868774BB4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D107650-C271-404F-98D8-BB8E7E030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1F01725-EDBB-493E-A610-EF9ACBABB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C8E2A80-F420-488D-AE39-E20BC61B19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58A20B2-85E4-4C64-A75F-376DA772A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88BDCE8-2392-4F5E-B6B4-AD19C903B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93947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371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Classic “it depends” questions in ANN design</vt:lpstr>
      <vt:lpstr>Underfitting vs Overfitting</vt:lpstr>
      <vt:lpstr>Choosing the Number of Layers</vt:lpstr>
      <vt:lpstr>Choosing the Number of Neurons per Layer</vt:lpstr>
      <vt:lpstr>Choosing the Number of Epochs</vt:lpstr>
      <vt:lpstr>Practical Approach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 Mirajkar</dc:creator>
  <cp:lastModifiedBy>Ankit Mirajkar</cp:lastModifiedBy>
  <cp:revision>11</cp:revision>
  <dcterms:created xsi:type="dcterms:W3CDTF">2025-10-25T04:24:38Z</dcterms:created>
  <dcterms:modified xsi:type="dcterms:W3CDTF">2025-10-25T04:33:40Z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9e9a456-2778-4ca9-be06-1190b1e1118a_Enabled">
    <vt:lpwstr>true</vt:lpwstr>
  </property>
  <property fmtid="{D5CDD505-2E9C-101B-9397-08002B2CF9AE}" pid="3" name="MSIP_Label_09e9a456-2778-4ca9-be06-1190b1e1118a_SetDate">
    <vt:lpwstr>2025-10-25T04:25:27Z</vt:lpwstr>
  </property>
  <property fmtid="{D5CDD505-2E9C-101B-9397-08002B2CF9AE}" pid="4" name="MSIP_Label_09e9a456-2778-4ca9-be06-1190b1e1118a_Method">
    <vt:lpwstr>Standard</vt:lpwstr>
  </property>
  <property fmtid="{D5CDD505-2E9C-101B-9397-08002B2CF9AE}" pid="5" name="MSIP_Label_09e9a456-2778-4ca9-be06-1190b1e1118a_Name">
    <vt:lpwstr>D3</vt:lpwstr>
  </property>
  <property fmtid="{D5CDD505-2E9C-101B-9397-08002B2CF9AE}" pid="6" name="MSIP_Label_09e9a456-2778-4ca9-be06-1190b1e1118a_SiteId">
    <vt:lpwstr>658ba197-6c73-4fea-91bd-1c7d8de6bf2c</vt:lpwstr>
  </property>
  <property fmtid="{D5CDD505-2E9C-101B-9397-08002B2CF9AE}" pid="7" name="MSIP_Label_09e9a456-2778-4ca9-be06-1190b1e1118a_ActionId">
    <vt:lpwstr>d75beba1-7213-4674-bf14-6acbfda911bb</vt:lpwstr>
  </property>
  <property fmtid="{D5CDD505-2E9C-101B-9397-08002B2CF9AE}" pid="8" name="MSIP_Label_09e9a456-2778-4ca9-be06-1190b1e1118a_ContentBits">
    <vt:lpwstr>0</vt:lpwstr>
  </property>
  <property fmtid="{D5CDD505-2E9C-101B-9397-08002B2CF9AE}" pid="9" name="MSIP_Label_09e9a456-2778-4ca9-be06-1190b1e1118a_Tag">
    <vt:lpwstr>10, 3, 0, 1</vt:lpwstr>
  </property>
</Properties>
</file>