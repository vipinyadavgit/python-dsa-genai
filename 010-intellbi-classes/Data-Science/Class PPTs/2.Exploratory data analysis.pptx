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9" r:id="rId4"/>
    <p:sldId id="258" r:id="rId5"/>
    <p:sldId id="270" r:id="rId6"/>
    <p:sldId id="260" r:id="rId7"/>
    <p:sldId id="261" r:id="rId8"/>
    <p:sldId id="262" r:id="rId9"/>
    <p:sldId id="263" r:id="rId10"/>
    <p:sldId id="264" r:id="rId11"/>
    <p:sldId id="265" r:id="rId12"/>
    <p:sldId id="266" r:id="rId13"/>
    <p:sldId id="267" r:id="rId14"/>
    <p:sldId id="259" r:id="rId15"/>
    <p:sldId id="271" r:id="rId16"/>
    <p:sldId id="268"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04"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61AA19-DBEF-44DF-A27D-7392388849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69700FA-26F2-4DB9-8931-47D2E01DEACF}">
      <dgm:prSet phldrT="[Text]"/>
      <dgm:spPr/>
      <dgm:t>
        <a:bodyPr/>
        <a:lstStyle/>
        <a:p>
          <a:r>
            <a:rPr lang="en-US" b="0" i="0" dirty="0"/>
            <a:t>1. Understand the Problem and the Data</a:t>
          </a:r>
          <a:endParaRPr lang="en-US" dirty="0"/>
        </a:p>
      </dgm:t>
    </dgm:pt>
    <dgm:pt modelId="{78C4BC97-8116-4B81-BD11-60FD318B5269}" type="parTrans" cxnId="{D030D936-9F1F-42CA-8928-331D41DE442E}">
      <dgm:prSet/>
      <dgm:spPr/>
      <dgm:t>
        <a:bodyPr/>
        <a:lstStyle/>
        <a:p>
          <a:endParaRPr lang="en-US"/>
        </a:p>
      </dgm:t>
    </dgm:pt>
    <dgm:pt modelId="{D6A5EFBA-69E7-4B14-8D68-34AA9D270A1C}" type="sibTrans" cxnId="{D030D936-9F1F-42CA-8928-331D41DE442E}">
      <dgm:prSet/>
      <dgm:spPr/>
      <dgm:t>
        <a:bodyPr/>
        <a:lstStyle/>
        <a:p>
          <a:endParaRPr lang="en-US"/>
        </a:p>
      </dgm:t>
    </dgm:pt>
    <dgm:pt modelId="{6C4272BC-49F1-428C-A079-E9DA950B934B}">
      <dgm:prSet phldrT="[Text]"/>
      <dgm:spPr/>
      <dgm:t>
        <a:bodyPr/>
        <a:lstStyle/>
        <a:p>
          <a:r>
            <a:rPr lang="en-US" b="0" i="0" dirty="0"/>
            <a:t>Clearly define the analysis goal, research the domain, and familiarize yourself with available datasets, their context, and relevant features</a:t>
          </a:r>
          <a:endParaRPr lang="en-US" dirty="0"/>
        </a:p>
      </dgm:t>
    </dgm:pt>
    <dgm:pt modelId="{44C07F28-4086-4B36-84FA-2EA334183237}" type="parTrans" cxnId="{DF01C339-2499-4C90-A15C-CCB897132D7C}">
      <dgm:prSet/>
      <dgm:spPr/>
      <dgm:t>
        <a:bodyPr/>
        <a:lstStyle/>
        <a:p>
          <a:endParaRPr lang="en-US"/>
        </a:p>
      </dgm:t>
    </dgm:pt>
    <dgm:pt modelId="{97700DB4-9B4D-498D-AA3D-67F536F6166C}" type="sibTrans" cxnId="{DF01C339-2499-4C90-A15C-CCB897132D7C}">
      <dgm:prSet/>
      <dgm:spPr/>
      <dgm:t>
        <a:bodyPr/>
        <a:lstStyle/>
        <a:p>
          <a:endParaRPr lang="en-US"/>
        </a:p>
      </dgm:t>
    </dgm:pt>
    <dgm:pt modelId="{66EF5ACF-EA33-47E7-AB33-0C6BD3C9C216}">
      <dgm:prSet phldrT="[Text]"/>
      <dgm:spPr/>
      <dgm:t>
        <a:bodyPr/>
        <a:lstStyle/>
        <a:p>
          <a:r>
            <a:rPr lang="en-US" b="0" i="0" dirty="0"/>
            <a:t>2. Import and Inspect the Data</a:t>
          </a:r>
          <a:endParaRPr lang="en-US" dirty="0"/>
        </a:p>
      </dgm:t>
    </dgm:pt>
    <dgm:pt modelId="{B860B761-5DE7-44C8-B633-19484D81E92B}" type="parTrans" cxnId="{41D6A688-4EF7-4884-83CC-5F8EADF5991C}">
      <dgm:prSet/>
      <dgm:spPr/>
      <dgm:t>
        <a:bodyPr/>
        <a:lstStyle/>
        <a:p>
          <a:endParaRPr lang="en-US"/>
        </a:p>
      </dgm:t>
    </dgm:pt>
    <dgm:pt modelId="{854C39C8-BE03-47B4-AC64-D579B3F6E3E4}" type="sibTrans" cxnId="{41D6A688-4EF7-4884-83CC-5F8EADF5991C}">
      <dgm:prSet/>
      <dgm:spPr/>
      <dgm:t>
        <a:bodyPr/>
        <a:lstStyle/>
        <a:p>
          <a:endParaRPr lang="en-US"/>
        </a:p>
      </dgm:t>
    </dgm:pt>
    <dgm:pt modelId="{A35EB0C6-38F8-41E8-8905-BA688A3265F8}">
      <dgm:prSet phldrT="[Text]"/>
      <dgm:spPr/>
      <dgm:t>
        <a:bodyPr/>
        <a:lstStyle/>
        <a:p>
          <a:r>
            <a:rPr lang="en-US" b="0" i="0" dirty="0"/>
            <a:t>Review its structure (rows, columns, types), examine variable names, and perform a quick scan </a:t>
          </a:r>
          <a:endParaRPr lang="en-US" dirty="0"/>
        </a:p>
      </dgm:t>
    </dgm:pt>
    <dgm:pt modelId="{9A04F6E7-BA8C-45E6-8E1E-DCCBE68FC2E2}" type="parTrans" cxnId="{D63B7636-9987-4837-859D-6AB24D04A9FD}">
      <dgm:prSet/>
      <dgm:spPr/>
      <dgm:t>
        <a:bodyPr/>
        <a:lstStyle/>
        <a:p>
          <a:endParaRPr lang="en-US"/>
        </a:p>
      </dgm:t>
    </dgm:pt>
    <dgm:pt modelId="{D86124B6-DF1E-464F-95E8-BC2A7C15CF38}" type="sibTrans" cxnId="{D63B7636-9987-4837-859D-6AB24D04A9FD}">
      <dgm:prSet/>
      <dgm:spPr/>
      <dgm:t>
        <a:bodyPr/>
        <a:lstStyle/>
        <a:p>
          <a:endParaRPr lang="en-US"/>
        </a:p>
      </dgm:t>
    </dgm:pt>
    <dgm:pt modelId="{23BF9BB8-7E56-4F55-83DF-B7F62D8AF0A6}">
      <dgm:prSet phldrT="[Text]"/>
      <dgm:spPr/>
      <dgm:t>
        <a:bodyPr/>
        <a:lstStyle/>
        <a:p>
          <a:r>
            <a:rPr lang="en-US" b="0" i="0" dirty="0"/>
            <a:t>3. Data Cleaning (Handle Missing Values and Errors)</a:t>
          </a:r>
          <a:endParaRPr lang="en-US" dirty="0"/>
        </a:p>
      </dgm:t>
    </dgm:pt>
    <dgm:pt modelId="{0936CB9F-A984-4FA7-96F6-792BE22A655B}" type="parTrans" cxnId="{29AE4FE3-6DEC-4E44-88D6-C07C6EAFC00B}">
      <dgm:prSet/>
      <dgm:spPr/>
      <dgm:t>
        <a:bodyPr/>
        <a:lstStyle/>
        <a:p>
          <a:endParaRPr lang="en-US"/>
        </a:p>
      </dgm:t>
    </dgm:pt>
    <dgm:pt modelId="{2C077D10-65A7-410E-9533-0E1809BEF823}" type="sibTrans" cxnId="{29AE4FE3-6DEC-4E44-88D6-C07C6EAFC00B}">
      <dgm:prSet/>
      <dgm:spPr/>
      <dgm:t>
        <a:bodyPr/>
        <a:lstStyle/>
        <a:p>
          <a:endParaRPr lang="en-US"/>
        </a:p>
      </dgm:t>
    </dgm:pt>
    <dgm:pt modelId="{F04ACFC1-D739-48F4-A8A1-94E394B1DE9B}">
      <dgm:prSet phldrT="[Text]"/>
      <dgm:spPr/>
      <dgm:t>
        <a:bodyPr/>
        <a:lstStyle/>
        <a:p>
          <a:r>
            <a:rPr lang="en-US" b="0" i="0" dirty="0"/>
            <a:t>4. Data Transformation</a:t>
          </a:r>
          <a:endParaRPr lang="en-US" dirty="0"/>
        </a:p>
      </dgm:t>
    </dgm:pt>
    <dgm:pt modelId="{9564BF0A-07CB-4115-93B8-A61927B1630A}" type="parTrans" cxnId="{1E62751B-B042-44D2-B541-E4E3BB04E4C3}">
      <dgm:prSet/>
      <dgm:spPr/>
      <dgm:t>
        <a:bodyPr/>
        <a:lstStyle/>
        <a:p>
          <a:endParaRPr lang="en-US"/>
        </a:p>
      </dgm:t>
    </dgm:pt>
    <dgm:pt modelId="{A3B7729D-A34E-4F33-9E39-EFF494E69459}" type="sibTrans" cxnId="{1E62751B-B042-44D2-B541-E4E3BB04E4C3}">
      <dgm:prSet/>
      <dgm:spPr/>
      <dgm:t>
        <a:bodyPr/>
        <a:lstStyle/>
        <a:p>
          <a:endParaRPr lang="en-US"/>
        </a:p>
      </dgm:t>
    </dgm:pt>
    <dgm:pt modelId="{BF57BB77-3D86-4118-A9BF-2EE0392D194A}">
      <dgm:prSet phldrT="[Text]"/>
      <dgm:spPr/>
      <dgm:t>
        <a:bodyPr/>
        <a:lstStyle/>
        <a:p>
          <a:r>
            <a:rPr lang="en-US" b="0" i="0" dirty="0"/>
            <a:t>5. Data Exploration</a:t>
          </a:r>
          <a:endParaRPr lang="en-US" dirty="0"/>
        </a:p>
      </dgm:t>
    </dgm:pt>
    <dgm:pt modelId="{7A07D67B-65FC-4C50-9DA8-53417C253EC0}" type="parTrans" cxnId="{A675B5DB-6855-4F3C-A9BA-B9DAEDC0E7A8}">
      <dgm:prSet/>
      <dgm:spPr/>
      <dgm:t>
        <a:bodyPr/>
        <a:lstStyle/>
        <a:p>
          <a:endParaRPr lang="en-US"/>
        </a:p>
      </dgm:t>
    </dgm:pt>
    <dgm:pt modelId="{A930D2D2-5600-4B5B-A0E6-8E4608A49A2D}" type="sibTrans" cxnId="{A675B5DB-6855-4F3C-A9BA-B9DAEDC0E7A8}">
      <dgm:prSet/>
      <dgm:spPr/>
      <dgm:t>
        <a:bodyPr/>
        <a:lstStyle/>
        <a:p>
          <a:endParaRPr lang="en-US"/>
        </a:p>
      </dgm:t>
    </dgm:pt>
    <dgm:pt modelId="{820055AF-1AC5-45D4-9B95-4E33CD061780}">
      <dgm:prSet phldrT="[Text]"/>
      <dgm:spPr/>
      <dgm:t>
        <a:bodyPr/>
        <a:lstStyle/>
        <a:p>
          <a:r>
            <a:rPr lang="en-US" b="0" i="0" dirty="0"/>
            <a:t>6. Data Visualization</a:t>
          </a:r>
          <a:endParaRPr lang="en-US" dirty="0"/>
        </a:p>
      </dgm:t>
    </dgm:pt>
    <dgm:pt modelId="{8E5B1A01-D9E5-4752-81BC-8DC3306014A9}" type="parTrans" cxnId="{8E60F7E2-02DD-4B63-B27E-C3BF0CA527E6}">
      <dgm:prSet/>
      <dgm:spPr/>
      <dgm:t>
        <a:bodyPr/>
        <a:lstStyle/>
        <a:p>
          <a:endParaRPr lang="en-US"/>
        </a:p>
      </dgm:t>
    </dgm:pt>
    <dgm:pt modelId="{812225F1-2B77-4168-B211-7E4B92271273}" type="sibTrans" cxnId="{8E60F7E2-02DD-4B63-B27E-C3BF0CA527E6}">
      <dgm:prSet/>
      <dgm:spPr/>
      <dgm:t>
        <a:bodyPr/>
        <a:lstStyle/>
        <a:p>
          <a:endParaRPr lang="en-US"/>
        </a:p>
      </dgm:t>
    </dgm:pt>
    <dgm:pt modelId="{DA0A2CC2-2612-42C2-9C4A-B860D919D4CE}">
      <dgm:prSet phldrT="[Text]"/>
      <dgm:spPr/>
      <dgm:t>
        <a:bodyPr/>
        <a:lstStyle/>
        <a:p>
          <a:r>
            <a:rPr lang="en-US" b="0" i="0" dirty="0"/>
            <a:t>7. Handling Outliers</a:t>
          </a:r>
          <a:endParaRPr lang="en-US" dirty="0"/>
        </a:p>
      </dgm:t>
    </dgm:pt>
    <dgm:pt modelId="{D1805D68-9B67-4D4F-922D-7D75A2A4B660}" type="parTrans" cxnId="{3F984D16-FA5D-4EA5-9DB9-85EABCD8727F}">
      <dgm:prSet/>
      <dgm:spPr/>
      <dgm:t>
        <a:bodyPr/>
        <a:lstStyle/>
        <a:p>
          <a:endParaRPr lang="en-US"/>
        </a:p>
      </dgm:t>
    </dgm:pt>
    <dgm:pt modelId="{AC4E19D6-240C-4029-8819-ABA064C6112F}" type="sibTrans" cxnId="{3F984D16-FA5D-4EA5-9DB9-85EABCD8727F}">
      <dgm:prSet/>
      <dgm:spPr/>
      <dgm:t>
        <a:bodyPr/>
        <a:lstStyle/>
        <a:p>
          <a:endParaRPr lang="en-US"/>
        </a:p>
      </dgm:t>
    </dgm:pt>
    <dgm:pt modelId="{0B0BE76D-DAA5-4F6E-9214-765C1012789B}">
      <dgm:prSet phldrT="[Text]"/>
      <dgm:spPr/>
      <dgm:t>
        <a:bodyPr/>
        <a:lstStyle/>
        <a:p>
          <a:r>
            <a:rPr lang="en-US" b="0" i="0" dirty="0"/>
            <a:t>8. Data Summarization and Reporting</a:t>
          </a:r>
          <a:endParaRPr lang="en-US" dirty="0"/>
        </a:p>
      </dgm:t>
    </dgm:pt>
    <dgm:pt modelId="{22231C60-92DF-449F-9326-2ED3D2B61446}" type="parTrans" cxnId="{FC7BDC75-C4A1-415F-B6A9-7818E206FAD2}">
      <dgm:prSet/>
      <dgm:spPr/>
      <dgm:t>
        <a:bodyPr/>
        <a:lstStyle/>
        <a:p>
          <a:endParaRPr lang="en-US"/>
        </a:p>
      </dgm:t>
    </dgm:pt>
    <dgm:pt modelId="{BC882A7D-3604-48F0-B17E-E36E18DCA127}" type="sibTrans" cxnId="{FC7BDC75-C4A1-415F-B6A9-7818E206FAD2}">
      <dgm:prSet/>
      <dgm:spPr/>
      <dgm:t>
        <a:bodyPr/>
        <a:lstStyle/>
        <a:p>
          <a:endParaRPr lang="en-US"/>
        </a:p>
      </dgm:t>
    </dgm:pt>
    <dgm:pt modelId="{8953542B-70CA-4DD8-8C16-D83198205F35}">
      <dgm:prSet phldrT="[Text]"/>
      <dgm:spPr/>
      <dgm:t>
        <a:bodyPr/>
        <a:lstStyle/>
        <a:p>
          <a:r>
            <a:rPr lang="en-US" b="0" i="0"/>
            <a:t>Identify and address missing values, remove duplicates, correct data types, and resolve inconsistencies or errors.</a:t>
          </a:r>
          <a:endParaRPr lang="en-US" dirty="0"/>
        </a:p>
      </dgm:t>
    </dgm:pt>
    <dgm:pt modelId="{5979DB9F-6438-49E9-A8F2-BFC0B4CAE2B0}" type="parTrans" cxnId="{D625053C-0782-48C1-87C8-C54B2BBA96E4}">
      <dgm:prSet/>
      <dgm:spPr/>
      <dgm:t>
        <a:bodyPr/>
        <a:lstStyle/>
        <a:p>
          <a:endParaRPr lang="en-US"/>
        </a:p>
      </dgm:t>
    </dgm:pt>
    <dgm:pt modelId="{A985EA86-992E-45D6-BAA6-421CB9743FA0}" type="sibTrans" cxnId="{D625053C-0782-48C1-87C8-C54B2BBA96E4}">
      <dgm:prSet/>
      <dgm:spPr/>
      <dgm:t>
        <a:bodyPr/>
        <a:lstStyle/>
        <a:p>
          <a:endParaRPr lang="en-US"/>
        </a:p>
      </dgm:t>
    </dgm:pt>
    <dgm:pt modelId="{A129F34E-D7BD-4DA4-8788-7F8C01C7F044}">
      <dgm:prSet phldrT="[Text]"/>
      <dgm:spPr/>
      <dgm:t>
        <a:bodyPr/>
        <a:lstStyle/>
        <a:p>
          <a:r>
            <a:rPr lang="en-US" b="0" i="0"/>
            <a:t>Normalize or standardize data, encode categorical variables if needed, perform feature engineering, and aggregate or disaggregate as required for subsequent analysis</a:t>
          </a:r>
          <a:endParaRPr lang="en-US" dirty="0"/>
        </a:p>
      </dgm:t>
    </dgm:pt>
    <dgm:pt modelId="{BA4C7C2F-62F2-49E5-9A18-D6B6E24BFFD2}" type="parTrans" cxnId="{5B4DB0FE-FD86-4F44-8505-5407A74A0398}">
      <dgm:prSet/>
      <dgm:spPr/>
      <dgm:t>
        <a:bodyPr/>
        <a:lstStyle/>
        <a:p>
          <a:endParaRPr lang="en-US"/>
        </a:p>
      </dgm:t>
    </dgm:pt>
    <dgm:pt modelId="{5D2410FF-6FE0-4F35-8AE5-FF2D54A0C9C4}" type="sibTrans" cxnId="{5B4DB0FE-FD86-4F44-8505-5407A74A0398}">
      <dgm:prSet/>
      <dgm:spPr/>
      <dgm:t>
        <a:bodyPr/>
        <a:lstStyle/>
        <a:p>
          <a:endParaRPr lang="en-US"/>
        </a:p>
      </dgm:t>
    </dgm:pt>
    <dgm:pt modelId="{BA31E66F-D5C5-4D8F-8178-0DDE0CE4037B}">
      <dgm:prSet phldrT="[Text]"/>
      <dgm:spPr/>
      <dgm:t>
        <a:bodyPr/>
        <a:lstStyle/>
        <a:p>
          <a:r>
            <a:rPr lang="en-US" b="0" i="0"/>
            <a:t>Use univariate, bivariate, and multivariate analyses to study the distribution and relationships between features.</a:t>
          </a:r>
          <a:endParaRPr lang="en-US" dirty="0"/>
        </a:p>
      </dgm:t>
    </dgm:pt>
    <dgm:pt modelId="{E9D6D838-0AB6-4E4D-B495-03B30E5CB920}" type="parTrans" cxnId="{16FE6C81-DCDD-4184-8A6F-2D56DC1FDE9A}">
      <dgm:prSet/>
      <dgm:spPr/>
      <dgm:t>
        <a:bodyPr/>
        <a:lstStyle/>
        <a:p>
          <a:endParaRPr lang="en-US"/>
        </a:p>
      </dgm:t>
    </dgm:pt>
    <dgm:pt modelId="{507CA395-A449-4C50-98E6-2E885870FB28}" type="sibTrans" cxnId="{16FE6C81-DCDD-4184-8A6F-2D56DC1FDE9A}">
      <dgm:prSet/>
      <dgm:spPr/>
      <dgm:t>
        <a:bodyPr/>
        <a:lstStyle/>
        <a:p>
          <a:endParaRPr lang="en-US"/>
        </a:p>
      </dgm:t>
    </dgm:pt>
    <dgm:pt modelId="{79F699C1-DCE8-4602-855A-2FB2208AFE51}">
      <dgm:prSet phldrT="[Text]"/>
      <dgm:spPr/>
      <dgm:t>
        <a:bodyPr/>
        <a:lstStyle/>
        <a:p>
          <a:r>
            <a:rPr lang="en-US" b="0" i="0"/>
            <a:t>Create visual representations―histograms, box plots, scatter plots, heatmaps, bar charts, etc.</a:t>
          </a:r>
          <a:endParaRPr lang="en-US" dirty="0"/>
        </a:p>
      </dgm:t>
    </dgm:pt>
    <dgm:pt modelId="{946311ED-D1DB-4F10-8868-F16331654D92}" type="parTrans" cxnId="{A5157548-6639-4B37-B3CA-E4CEFDD8AAEE}">
      <dgm:prSet/>
      <dgm:spPr/>
      <dgm:t>
        <a:bodyPr/>
        <a:lstStyle/>
        <a:p>
          <a:endParaRPr lang="en-US"/>
        </a:p>
      </dgm:t>
    </dgm:pt>
    <dgm:pt modelId="{36CDC029-4AB8-4234-AAB2-05A6C9CE6296}" type="sibTrans" cxnId="{A5157548-6639-4B37-B3CA-E4CEFDD8AAEE}">
      <dgm:prSet/>
      <dgm:spPr/>
      <dgm:t>
        <a:bodyPr/>
        <a:lstStyle/>
        <a:p>
          <a:endParaRPr lang="en-US"/>
        </a:p>
      </dgm:t>
    </dgm:pt>
    <dgm:pt modelId="{926C8094-9B03-4580-9C16-3422344CB8DB}">
      <dgm:prSet phldrT="[Text]"/>
      <dgm:spPr/>
      <dgm:t>
        <a:bodyPr/>
        <a:lstStyle/>
        <a:p>
          <a:r>
            <a:rPr lang="en-US" b="0" i="0"/>
            <a:t>Detect and assess outliers using statistical methods</a:t>
          </a:r>
          <a:endParaRPr lang="en-US" dirty="0"/>
        </a:p>
      </dgm:t>
    </dgm:pt>
    <dgm:pt modelId="{94BE5FEC-6E2D-4DB3-8D1E-53A23E98D5AB}" type="parTrans" cxnId="{50F1BAE4-F6F4-4B45-9ECE-E65349BB5DE5}">
      <dgm:prSet/>
      <dgm:spPr/>
      <dgm:t>
        <a:bodyPr/>
        <a:lstStyle/>
        <a:p>
          <a:endParaRPr lang="en-US"/>
        </a:p>
      </dgm:t>
    </dgm:pt>
    <dgm:pt modelId="{63C390A8-AF92-42B4-A6BF-A13C491CACF5}" type="sibTrans" cxnId="{50F1BAE4-F6F4-4B45-9ECE-E65349BB5DE5}">
      <dgm:prSet/>
      <dgm:spPr/>
      <dgm:t>
        <a:bodyPr/>
        <a:lstStyle/>
        <a:p>
          <a:endParaRPr lang="en-US"/>
        </a:p>
      </dgm:t>
    </dgm:pt>
    <dgm:pt modelId="{876EE541-28DD-42FE-9DBA-41515BD070E1}">
      <dgm:prSet phldrT="[Text]"/>
      <dgm:spPr/>
      <dgm:t>
        <a:bodyPr/>
        <a:lstStyle/>
        <a:p>
          <a:r>
            <a:rPr lang="en-US" b="0" i="0"/>
            <a:t>Document the process and main findings, summarize the results with clear descriptive statistics and visualizations</a:t>
          </a:r>
          <a:endParaRPr lang="en-US" dirty="0"/>
        </a:p>
      </dgm:t>
    </dgm:pt>
    <dgm:pt modelId="{BC50F39A-C0BB-4F25-BF4E-1519CC57E3E6}" type="parTrans" cxnId="{879BB8FE-31BD-4D03-90F6-1B92794F8EBB}">
      <dgm:prSet/>
      <dgm:spPr/>
      <dgm:t>
        <a:bodyPr/>
        <a:lstStyle/>
        <a:p>
          <a:endParaRPr lang="en-US"/>
        </a:p>
      </dgm:t>
    </dgm:pt>
    <dgm:pt modelId="{E6E0D2D7-5948-4301-90C0-64B0FD121E5F}" type="sibTrans" cxnId="{879BB8FE-31BD-4D03-90F6-1B92794F8EBB}">
      <dgm:prSet/>
      <dgm:spPr/>
      <dgm:t>
        <a:bodyPr/>
        <a:lstStyle/>
        <a:p>
          <a:endParaRPr lang="en-US"/>
        </a:p>
      </dgm:t>
    </dgm:pt>
    <dgm:pt modelId="{2EB535D6-4352-4DBA-94FD-FCDF4B541196}" type="pres">
      <dgm:prSet presAssocID="{E961AA19-DBEF-44DF-A27D-7392388849F7}" presName="linear" presStyleCnt="0">
        <dgm:presLayoutVars>
          <dgm:animLvl val="lvl"/>
          <dgm:resizeHandles val="exact"/>
        </dgm:presLayoutVars>
      </dgm:prSet>
      <dgm:spPr/>
    </dgm:pt>
    <dgm:pt modelId="{A5F634BE-B89E-43EA-8850-387A733C1439}" type="pres">
      <dgm:prSet presAssocID="{769700FA-26F2-4DB9-8931-47D2E01DEACF}" presName="parentText" presStyleLbl="node1" presStyleIdx="0" presStyleCnt="8">
        <dgm:presLayoutVars>
          <dgm:chMax val="0"/>
          <dgm:bulletEnabled val="1"/>
        </dgm:presLayoutVars>
      </dgm:prSet>
      <dgm:spPr/>
    </dgm:pt>
    <dgm:pt modelId="{6796BAB6-F30F-4E26-85E2-A13BD5DC02EF}" type="pres">
      <dgm:prSet presAssocID="{769700FA-26F2-4DB9-8931-47D2E01DEACF}" presName="childText" presStyleLbl="revTx" presStyleIdx="0" presStyleCnt="8">
        <dgm:presLayoutVars>
          <dgm:bulletEnabled val="1"/>
        </dgm:presLayoutVars>
      </dgm:prSet>
      <dgm:spPr/>
    </dgm:pt>
    <dgm:pt modelId="{D4755D87-6D2C-4FFA-9335-7E4253246F5F}" type="pres">
      <dgm:prSet presAssocID="{66EF5ACF-EA33-47E7-AB33-0C6BD3C9C216}" presName="parentText" presStyleLbl="node1" presStyleIdx="1" presStyleCnt="8">
        <dgm:presLayoutVars>
          <dgm:chMax val="0"/>
          <dgm:bulletEnabled val="1"/>
        </dgm:presLayoutVars>
      </dgm:prSet>
      <dgm:spPr/>
    </dgm:pt>
    <dgm:pt modelId="{FAFCCF80-978B-45A0-9109-5B4B8F10CE32}" type="pres">
      <dgm:prSet presAssocID="{66EF5ACF-EA33-47E7-AB33-0C6BD3C9C216}" presName="childText" presStyleLbl="revTx" presStyleIdx="1" presStyleCnt="8">
        <dgm:presLayoutVars>
          <dgm:bulletEnabled val="1"/>
        </dgm:presLayoutVars>
      </dgm:prSet>
      <dgm:spPr/>
    </dgm:pt>
    <dgm:pt modelId="{E96D75B9-BD77-4420-BE7E-5C8F418F7ABA}" type="pres">
      <dgm:prSet presAssocID="{23BF9BB8-7E56-4F55-83DF-B7F62D8AF0A6}" presName="parentText" presStyleLbl="node1" presStyleIdx="2" presStyleCnt="8">
        <dgm:presLayoutVars>
          <dgm:chMax val="0"/>
          <dgm:bulletEnabled val="1"/>
        </dgm:presLayoutVars>
      </dgm:prSet>
      <dgm:spPr/>
    </dgm:pt>
    <dgm:pt modelId="{A87BA210-6F08-4CD8-AEE1-C82B12430F59}" type="pres">
      <dgm:prSet presAssocID="{23BF9BB8-7E56-4F55-83DF-B7F62D8AF0A6}" presName="childText" presStyleLbl="revTx" presStyleIdx="2" presStyleCnt="8">
        <dgm:presLayoutVars>
          <dgm:bulletEnabled val="1"/>
        </dgm:presLayoutVars>
      </dgm:prSet>
      <dgm:spPr/>
    </dgm:pt>
    <dgm:pt modelId="{39DE8C96-F278-4456-961C-11B6A27ABFD5}" type="pres">
      <dgm:prSet presAssocID="{F04ACFC1-D739-48F4-A8A1-94E394B1DE9B}" presName="parentText" presStyleLbl="node1" presStyleIdx="3" presStyleCnt="8">
        <dgm:presLayoutVars>
          <dgm:chMax val="0"/>
          <dgm:bulletEnabled val="1"/>
        </dgm:presLayoutVars>
      </dgm:prSet>
      <dgm:spPr/>
    </dgm:pt>
    <dgm:pt modelId="{725E1297-1E21-49E6-99A6-59C067379086}" type="pres">
      <dgm:prSet presAssocID="{F04ACFC1-D739-48F4-A8A1-94E394B1DE9B}" presName="childText" presStyleLbl="revTx" presStyleIdx="3" presStyleCnt="8">
        <dgm:presLayoutVars>
          <dgm:bulletEnabled val="1"/>
        </dgm:presLayoutVars>
      </dgm:prSet>
      <dgm:spPr/>
    </dgm:pt>
    <dgm:pt modelId="{D8B9FAD7-5933-47F8-A9AC-CEA62E246F9D}" type="pres">
      <dgm:prSet presAssocID="{BF57BB77-3D86-4118-A9BF-2EE0392D194A}" presName="parentText" presStyleLbl="node1" presStyleIdx="4" presStyleCnt="8">
        <dgm:presLayoutVars>
          <dgm:chMax val="0"/>
          <dgm:bulletEnabled val="1"/>
        </dgm:presLayoutVars>
      </dgm:prSet>
      <dgm:spPr/>
    </dgm:pt>
    <dgm:pt modelId="{3057E7CE-B082-4D9D-9F15-CD0531355AC6}" type="pres">
      <dgm:prSet presAssocID="{BF57BB77-3D86-4118-A9BF-2EE0392D194A}" presName="childText" presStyleLbl="revTx" presStyleIdx="4" presStyleCnt="8">
        <dgm:presLayoutVars>
          <dgm:bulletEnabled val="1"/>
        </dgm:presLayoutVars>
      </dgm:prSet>
      <dgm:spPr/>
    </dgm:pt>
    <dgm:pt modelId="{33BD0AAA-6AD4-45FA-BCF9-DA09E8FCEC99}" type="pres">
      <dgm:prSet presAssocID="{820055AF-1AC5-45D4-9B95-4E33CD061780}" presName="parentText" presStyleLbl="node1" presStyleIdx="5" presStyleCnt="8">
        <dgm:presLayoutVars>
          <dgm:chMax val="0"/>
          <dgm:bulletEnabled val="1"/>
        </dgm:presLayoutVars>
      </dgm:prSet>
      <dgm:spPr/>
    </dgm:pt>
    <dgm:pt modelId="{6935D3E5-8CA2-491B-8284-C2E05FE48248}" type="pres">
      <dgm:prSet presAssocID="{820055AF-1AC5-45D4-9B95-4E33CD061780}" presName="childText" presStyleLbl="revTx" presStyleIdx="5" presStyleCnt="8">
        <dgm:presLayoutVars>
          <dgm:bulletEnabled val="1"/>
        </dgm:presLayoutVars>
      </dgm:prSet>
      <dgm:spPr/>
    </dgm:pt>
    <dgm:pt modelId="{2B712E00-56A6-4797-AD64-D04EE55345AC}" type="pres">
      <dgm:prSet presAssocID="{DA0A2CC2-2612-42C2-9C4A-B860D919D4CE}" presName="parentText" presStyleLbl="node1" presStyleIdx="6" presStyleCnt="8">
        <dgm:presLayoutVars>
          <dgm:chMax val="0"/>
          <dgm:bulletEnabled val="1"/>
        </dgm:presLayoutVars>
      </dgm:prSet>
      <dgm:spPr/>
    </dgm:pt>
    <dgm:pt modelId="{2D2EFB58-050E-4006-A7CF-4BF287E36D46}" type="pres">
      <dgm:prSet presAssocID="{DA0A2CC2-2612-42C2-9C4A-B860D919D4CE}" presName="childText" presStyleLbl="revTx" presStyleIdx="6" presStyleCnt="8">
        <dgm:presLayoutVars>
          <dgm:bulletEnabled val="1"/>
        </dgm:presLayoutVars>
      </dgm:prSet>
      <dgm:spPr/>
    </dgm:pt>
    <dgm:pt modelId="{C237F936-DC5A-42B0-842D-3CD7B7713762}" type="pres">
      <dgm:prSet presAssocID="{0B0BE76D-DAA5-4F6E-9214-765C1012789B}" presName="parentText" presStyleLbl="node1" presStyleIdx="7" presStyleCnt="8">
        <dgm:presLayoutVars>
          <dgm:chMax val="0"/>
          <dgm:bulletEnabled val="1"/>
        </dgm:presLayoutVars>
      </dgm:prSet>
      <dgm:spPr/>
    </dgm:pt>
    <dgm:pt modelId="{2B367C57-4305-412A-872B-75DEB7EEF4E9}" type="pres">
      <dgm:prSet presAssocID="{0B0BE76D-DAA5-4F6E-9214-765C1012789B}" presName="childText" presStyleLbl="revTx" presStyleIdx="7" presStyleCnt="8">
        <dgm:presLayoutVars>
          <dgm:bulletEnabled val="1"/>
        </dgm:presLayoutVars>
      </dgm:prSet>
      <dgm:spPr/>
    </dgm:pt>
  </dgm:ptLst>
  <dgm:cxnLst>
    <dgm:cxn modelId="{3F984D16-FA5D-4EA5-9DB9-85EABCD8727F}" srcId="{E961AA19-DBEF-44DF-A27D-7392388849F7}" destId="{DA0A2CC2-2612-42C2-9C4A-B860D919D4CE}" srcOrd="6" destOrd="0" parTransId="{D1805D68-9B67-4D4F-922D-7D75A2A4B660}" sibTransId="{AC4E19D6-240C-4029-8819-ABA064C6112F}"/>
    <dgm:cxn modelId="{1E62751B-B042-44D2-B541-E4E3BB04E4C3}" srcId="{E961AA19-DBEF-44DF-A27D-7392388849F7}" destId="{F04ACFC1-D739-48F4-A8A1-94E394B1DE9B}" srcOrd="3" destOrd="0" parTransId="{9564BF0A-07CB-4115-93B8-A61927B1630A}" sibTransId="{A3B7729D-A34E-4F33-9E39-EFF494E69459}"/>
    <dgm:cxn modelId="{FD43EE1D-EB39-4059-9BD0-39A469022A60}" type="presOf" srcId="{DA0A2CC2-2612-42C2-9C4A-B860D919D4CE}" destId="{2B712E00-56A6-4797-AD64-D04EE55345AC}" srcOrd="0" destOrd="0" presId="urn:microsoft.com/office/officeart/2005/8/layout/vList2"/>
    <dgm:cxn modelId="{D63B7636-9987-4837-859D-6AB24D04A9FD}" srcId="{66EF5ACF-EA33-47E7-AB33-0C6BD3C9C216}" destId="{A35EB0C6-38F8-41E8-8905-BA688A3265F8}" srcOrd="0" destOrd="0" parTransId="{9A04F6E7-BA8C-45E6-8E1E-DCCBE68FC2E2}" sibTransId="{D86124B6-DF1E-464F-95E8-BC2A7C15CF38}"/>
    <dgm:cxn modelId="{D030D936-9F1F-42CA-8928-331D41DE442E}" srcId="{E961AA19-DBEF-44DF-A27D-7392388849F7}" destId="{769700FA-26F2-4DB9-8931-47D2E01DEACF}" srcOrd="0" destOrd="0" parTransId="{78C4BC97-8116-4B81-BD11-60FD318B5269}" sibTransId="{D6A5EFBA-69E7-4B14-8D68-34AA9D270A1C}"/>
    <dgm:cxn modelId="{DF01C339-2499-4C90-A15C-CCB897132D7C}" srcId="{769700FA-26F2-4DB9-8931-47D2E01DEACF}" destId="{6C4272BC-49F1-428C-A079-E9DA950B934B}" srcOrd="0" destOrd="0" parTransId="{44C07F28-4086-4B36-84FA-2EA334183237}" sibTransId="{97700DB4-9B4D-498D-AA3D-67F536F6166C}"/>
    <dgm:cxn modelId="{D625053C-0782-48C1-87C8-C54B2BBA96E4}" srcId="{23BF9BB8-7E56-4F55-83DF-B7F62D8AF0A6}" destId="{8953542B-70CA-4DD8-8C16-D83198205F35}" srcOrd="0" destOrd="0" parTransId="{5979DB9F-6438-49E9-A8F2-BFC0B4CAE2B0}" sibTransId="{A985EA86-992E-45D6-BAA6-421CB9743FA0}"/>
    <dgm:cxn modelId="{E6262B42-DEC1-4A9A-B08C-BA3A74845916}" type="presOf" srcId="{79F699C1-DCE8-4602-855A-2FB2208AFE51}" destId="{6935D3E5-8CA2-491B-8284-C2E05FE48248}" srcOrd="0" destOrd="0" presId="urn:microsoft.com/office/officeart/2005/8/layout/vList2"/>
    <dgm:cxn modelId="{B82CA242-FEFA-4746-B148-0990AED38F14}" type="presOf" srcId="{769700FA-26F2-4DB9-8931-47D2E01DEACF}" destId="{A5F634BE-B89E-43EA-8850-387A733C1439}" srcOrd="0" destOrd="0" presId="urn:microsoft.com/office/officeart/2005/8/layout/vList2"/>
    <dgm:cxn modelId="{A2095764-F43E-4417-9383-FB510A04010B}" type="presOf" srcId="{926C8094-9B03-4580-9C16-3422344CB8DB}" destId="{2D2EFB58-050E-4006-A7CF-4BF287E36D46}" srcOrd="0" destOrd="0" presId="urn:microsoft.com/office/officeart/2005/8/layout/vList2"/>
    <dgm:cxn modelId="{3124E547-7D0D-4B1E-8E74-A1ACDC59BE45}" type="presOf" srcId="{876EE541-28DD-42FE-9DBA-41515BD070E1}" destId="{2B367C57-4305-412A-872B-75DEB7EEF4E9}" srcOrd="0" destOrd="0" presId="urn:microsoft.com/office/officeart/2005/8/layout/vList2"/>
    <dgm:cxn modelId="{A5157548-6639-4B37-B3CA-E4CEFDD8AAEE}" srcId="{820055AF-1AC5-45D4-9B95-4E33CD061780}" destId="{79F699C1-DCE8-4602-855A-2FB2208AFE51}" srcOrd="0" destOrd="0" parTransId="{946311ED-D1DB-4F10-8868-F16331654D92}" sibTransId="{36CDC029-4AB8-4234-AAB2-05A6C9CE6296}"/>
    <dgm:cxn modelId="{FC7BDC75-C4A1-415F-B6A9-7818E206FAD2}" srcId="{E961AA19-DBEF-44DF-A27D-7392388849F7}" destId="{0B0BE76D-DAA5-4F6E-9214-765C1012789B}" srcOrd="7" destOrd="0" parTransId="{22231C60-92DF-449F-9326-2ED3D2B61446}" sibTransId="{BC882A7D-3604-48F0-B17E-E36E18DCA127}"/>
    <dgm:cxn modelId="{5D8A6656-A449-4E79-B059-CB1FBA05DE73}" type="presOf" srcId="{BA31E66F-D5C5-4D8F-8178-0DDE0CE4037B}" destId="{3057E7CE-B082-4D9D-9F15-CD0531355AC6}" srcOrd="0" destOrd="0" presId="urn:microsoft.com/office/officeart/2005/8/layout/vList2"/>
    <dgm:cxn modelId="{F6B49A78-052A-4B9B-A16C-582C4AE97B14}" type="presOf" srcId="{A35EB0C6-38F8-41E8-8905-BA688A3265F8}" destId="{FAFCCF80-978B-45A0-9109-5B4B8F10CE32}" srcOrd="0" destOrd="0" presId="urn:microsoft.com/office/officeart/2005/8/layout/vList2"/>
    <dgm:cxn modelId="{16FE6C81-DCDD-4184-8A6F-2D56DC1FDE9A}" srcId="{BF57BB77-3D86-4118-A9BF-2EE0392D194A}" destId="{BA31E66F-D5C5-4D8F-8178-0DDE0CE4037B}" srcOrd="0" destOrd="0" parTransId="{E9D6D838-0AB6-4E4D-B495-03B30E5CB920}" sibTransId="{507CA395-A449-4C50-98E6-2E885870FB28}"/>
    <dgm:cxn modelId="{41D6A688-4EF7-4884-83CC-5F8EADF5991C}" srcId="{E961AA19-DBEF-44DF-A27D-7392388849F7}" destId="{66EF5ACF-EA33-47E7-AB33-0C6BD3C9C216}" srcOrd="1" destOrd="0" parTransId="{B860B761-5DE7-44C8-B633-19484D81E92B}" sibTransId="{854C39C8-BE03-47B4-AC64-D579B3F6E3E4}"/>
    <dgm:cxn modelId="{973FE190-469F-4B88-B05E-3F1F3AC3C47F}" type="presOf" srcId="{BF57BB77-3D86-4118-A9BF-2EE0392D194A}" destId="{D8B9FAD7-5933-47F8-A9AC-CEA62E246F9D}" srcOrd="0" destOrd="0" presId="urn:microsoft.com/office/officeart/2005/8/layout/vList2"/>
    <dgm:cxn modelId="{7BE2CF95-A8B7-45EF-A853-88D96A1B9EF8}" type="presOf" srcId="{23BF9BB8-7E56-4F55-83DF-B7F62D8AF0A6}" destId="{E96D75B9-BD77-4420-BE7E-5C8F418F7ABA}" srcOrd="0" destOrd="0" presId="urn:microsoft.com/office/officeart/2005/8/layout/vList2"/>
    <dgm:cxn modelId="{CD4A6C97-A1FB-4AB4-BE43-816BB77807F5}" type="presOf" srcId="{A129F34E-D7BD-4DA4-8788-7F8C01C7F044}" destId="{725E1297-1E21-49E6-99A6-59C067379086}" srcOrd="0" destOrd="0" presId="urn:microsoft.com/office/officeart/2005/8/layout/vList2"/>
    <dgm:cxn modelId="{A8BFD499-D71E-4F07-9CAD-B68DEBB24BA0}" type="presOf" srcId="{66EF5ACF-EA33-47E7-AB33-0C6BD3C9C216}" destId="{D4755D87-6D2C-4FFA-9335-7E4253246F5F}" srcOrd="0" destOrd="0" presId="urn:microsoft.com/office/officeart/2005/8/layout/vList2"/>
    <dgm:cxn modelId="{183C3EBB-FEA3-4598-BCC1-26F357538188}" type="presOf" srcId="{820055AF-1AC5-45D4-9B95-4E33CD061780}" destId="{33BD0AAA-6AD4-45FA-BCF9-DA09E8FCEC99}" srcOrd="0" destOrd="0" presId="urn:microsoft.com/office/officeart/2005/8/layout/vList2"/>
    <dgm:cxn modelId="{5130AEBC-5207-4409-8AF5-E07057DB054A}" type="presOf" srcId="{0B0BE76D-DAA5-4F6E-9214-765C1012789B}" destId="{C237F936-DC5A-42B0-842D-3CD7B7713762}" srcOrd="0" destOrd="0" presId="urn:microsoft.com/office/officeart/2005/8/layout/vList2"/>
    <dgm:cxn modelId="{A9C4EFBD-3196-4ECB-B24E-3BB65256842A}" type="presOf" srcId="{8953542B-70CA-4DD8-8C16-D83198205F35}" destId="{A87BA210-6F08-4CD8-AEE1-C82B12430F59}" srcOrd="0" destOrd="0" presId="urn:microsoft.com/office/officeart/2005/8/layout/vList2"/>
    <dgm:cxn modelId="{BAF2F9D3-D082-4A45-B858-CC62883AB001}" type="presOf" srcId="{F04ACFC1-D739-48F4-A8A1-94E394B1DE9B}" destId="{39DE8C96-F278-4456-961C-11B6A27ABFD5}" srcOrd="0" destOrd="0" presId="urn:microsoft.com/office/officeart/2005/8/layout/vList2"/>
    <dgm:cxn modelId="{4311FED4-2311-49F2-B572-05FE11F0B6EA}" type="presOf" srcId="{6C4272BC-49F1-428C-A079-E9DA950B934B}" destId="{6796BAB6-F30F-4E26-85E2-A13BD5DC02EF}" srcOrd="0" destOrd="0" presId="urn:microsoft.com/office/officeart/2005/8/layout/vList2"/>
    <dgm:cxn modelId="{A675B5DB-6855-4F3C-A9BA-B9DAEDC0E7A8}" srcId="{E961AA19-DBEF-44DF-A27D-7392388849F7}" destId="{BF57BB77-3D86-4118-A9BF-2EE0392D194A}" srcOrd="4" destOrd="0" parTransId="{7A07D67B-65FC-4C50-9DA8-53417C253EC0}" sibTransId="{A930D2D2-5600-4B5B-A0E6-8E4608A49A2D}"/>
    <dgm:cxn modelId="{8E60F7E2-02DD-4B63-B27E-C3BF0CA527E6}" srcId="{E961AA19-DBEF-44DF-A27D-7392388849F7}" destId="{820055AF-1AC5-45D4-9B95-4E33CD061780}" srcOrd="5" destOrd="0" parTransId="{8E5B1A01-D9E5-4752-81BC-8DC3306014A9}" sibTransId="{812225F1-2B77-4168-B211-7E4B92271273}"/>
    <dgm:cxn modelId="{29AE4FE3-6DEC-4E44-88D6-C07C6EAFC00B}" srcId="{E961AA19-DBEF-44DF-A27D-7392388849F7}" destId="{23BF9BB8-7E56-4F55-83DF-B7F62D8AF0A6}" srcOrd="2" destOrd="0" parTransId="{0936CB9F-A984-4FA7-96F6-792BE22A655B}" sibTransId="{2C077D10-65A7-410E-9533-0E1809BEF823}"/>
    <dgm:cxn modelId="{50F1BAE4-F6F4-4B45-9ECE-E65349BB5DE5}" srcId="{DA0A2CC2-2612-42C2-9C4A-B860D919D4CE}" destId="{926C8094-9B03-4580-9C16-3422344CB8DB}" srcOrd="0" destOrd="0" parTransId="{94BE5FEC-6E2D-4DB3-8D1E-53A23E98D5AB}" sibTransId="{63C390A8-AF92-42B4-A6BF-A13C491CACF5}"/>
    <dgm:cxn modelId="{D56F81F4-04D4-4EC8-B170-8674EB87FAC2}" type="presOf" srcId="{E961AA19-DBEF-44DF-A27D-7392388849F7}" destId="{2EB535D6-4352-4DBA-94FD-FCDF4B541196}" srcOrd="0" destOrd="0" presId="urn:microsoft.com/office/officeart/2005/8/layout/vList2"/>
    <dgm:cxn modelId="{5B4DB0FE-FD86-4F44-8505-5407A74A0398}" srcId="{F04ACFC1-D739-48F4-A8A1-94E394B1DE9B}" destId="{A129F34E-D7BD-4DA4-8788-7F8C01C7F044}" srcOrd="0" destOrd="0" parTransId="{BA4C7C2F-62F2-49E5-9A18-D6B6E24BFFD2}" sibTransId="{5D2410FF-6FE0-4F35-8AE5-FF2D54A0C9C4}"/>
    <dgm:cxn modelId="{879BB8FE-31BD-4D03-90F6-1B92794F8EBB}" srcId="{0B0BE76D-DAA5-4F6E-9214-765C1012789B}" destId="{876EE541-28DD-42FE-9DBA-41515BD070E1}" srcOrd="0" destOrd="0" parTransId="{BC50F39A-C0BB-4F25-BF4E-1519CC57E3E6}" sibTransId="{E6E0D2D7-5948-4301-90C0-64B0FD121E5F}"/>
    <dgm:cxn modelId="{D6180743-E4C6-4606-99A2-D6BFCBE874F1}" type="presParOf" srcId="{2EB535D6-4352-4DBA-94FD-FCDF4B541196}" destId="{A5F634BE-B89E-43EA-8850-387A733C1439}" srcOrd="0" destOrd="0" presId="urn:microsoft.com/office/officeart/2005/8/layout/vList2"/>
    <dgm:cxn modelId="{F5B9E5F9-DF91-47FB-A57D-5DB80D27A97A}" type="presParOf" srcId="{2EB535D6-4352-4DBA-94FD-FCDF4B541196}" destId="{6796BAB6-F30F-4E26-85E2-A13BD5DC02EF}" srcOrd="1" destOrd="0" presId="urn:microsoft.com/office/officeart/2005/8/layout/vList2"/>
    <dgm:cxn modelId="{78E2F16B-EE2F-45E0-BE94-ED99C2910529}" type="presParOf" srcId="{2EB535D6-4352-4DBA-94FD-FCDF4B541196}" destId="{D4755D87-6D2C-4FFA-9335-7E4253246F5F}" srcOrd="2" destOrd="0" presId="urn:microsoft.com/office/officeart/2005/8/layout/vList2"/>
    <dgm:cxn modelId="{18B343FC-7CD6-431E-B7A9-C49E89BD9BED}" type="presParOf" srcId="{2EB535D6-4352-4DBA-94FD-FCDF4B541196}" destId="{FAFCCF80-978B-45A0-9109-5B4B8F10CE32}" srcOrd="3" destOrd="0" presId="urn:microsoft.com/office/officeart/2005/8/layout/vList2"/>
    <dgm:cxn modelId="{91194558-7652-47D2-A22D-C418697A5C48}" type="presParOf" srcId="{2EB535D6-4352-4DBA-94FD-FCDF4B541196}" destId="{E96D75B9-BD77-4420-BE7E-5C8F418F7ABA}" srcOrd="4" destOrd="0" presId="urn:microsoft.com/office/officeart/2005/8/layout/vList2"/>
    <dgm:cxn modelId="{1AC2E787-0EEC-4C78-B1F1-69284C6EF738}" type="presParOf" srcId="{2EB535D6-4352-4DBA-94FD-FCDF4B541196}" destId="{A87BA210-6F08-4CD8-AEE1-C82B12430F59}" srcOrd="5" destOrd="0" presId="urn:microsoft.com/office/officeart/2005/8/layout/vList2"/>
    <dgm:cxn modelId="{9867ED92-0D6E-4D23-BEB9-3E037F7C190C}" type="presParOf" srcId="{2EB535D6-4352-4DBA-94FD-FCDF4B541196}" destId="{39DE8C96-F278-4456-961C-11B6A27ABFD5}" srcOrd="6" destOrd="0" presId="urn:microsoft.com/office/officeart/2005/8/layout/vList2"/>
    <dgm:cxn modelId="{3A32B5CD-C8BA-4DFF-A678-6699627B92C4}" type="presParOf" srcId="{2EB535D6-4352-4DBA-94FD-FCDF4B541196}" destId="{725E1297-1E21-49E6-99A6-59C067379086}" srcOrd="7" destOrd="0" presId="urn:microsoft.com/office/officeart/2005/8/layout/vList2"/>
    <dgm:cxn modelId="{59A05033-6FDF-4C84-8EC9-384DC9A36128}" type="presParOf" srcId="{2EB535D6-4352-4DBA-94FD-FCDF4B541196}" destId="{D8B9FAD7-5933-47F8-A9AC-CEA62E246F9D}" srcOrd="8" destOrd="0" presId="urn:microsoft.com/office/officeart/2005/8/layout/vList2"/>
    <dgm:cxn modelId="{14F2E35C-3DBC-43DE-92EB-66028B6EB30B}" type="presParOf" srcId="{2EB535D6-4352-4DBA-94FD-FCDF4B541196}" destId="{3057E7CE-B082-4D9D-9F15-CD0531355AC6}" srcOrd="9" destOrd="0" presId="urn:microsoft.com/office/officeart/2005/8/layout/vList2"/>
    <dgm:cxn modelId="{8607DAB2-6DE7-41A2-977D-AAF7D97CFF83}" type="presParOf" srcId="{2EB535D6-4352-4DBA-94FD-FCDF4B541196}" destId="{33BD0AAA-6AD4-45FA-BCF9-DA09E8FCEC99}" srcOrd="10" destOrd="0" presId="urn:microsoft.com/office/officeart/2005/8/layout/vList2"/>
    <dgm:cxn modelId="{85284BFE-808F-4800-856C-64B35FDBEA8C}" type="presParOf" srcId="{2EB535D6-4352-4DBA-94FD-FCDF4B541196}" destId="{6935D3E5-8CA2-491B-8284-C2E05FE48248}" srcOrd="11" destOrd="0" presId="urn:microsoft.com/office/officeart/2005/8/layout/vList2"/>
    <dgm:cxn modelId="{34E19BDE-4574-4CF0-9A82-178138977634}" type="presParOf" srcId="{2EB535D6-4352-4DBA-94FD-FCDF4B541196}" destId="{2B712E00-56A6-4797-AD64-D04EE55345AC}" srcOrd="12" destOrd="0" presId="urn:microsoft.com/office/officeart/2005/8/layout/vList2"/>
    <dgm:cxn modelId="{1B4F7BC3-7D93-40DB-853D-DBE629623FF1}" type="presParOf" srcId="{2EB535D6-4352-4DBA-94FD-FCDF4B541196}" destId="{2D2EFB58-050E-4006-A7CF-4BF287E36D46}" srcOrd="13" destOrd="0" presId="urn:microsoft.com/office/officeart/2005/8/layout/vList2"/>
    <dgm:cxn modelId="{B76D25FA-B389-4AB8-B853-74854C127D12}" type="presParOf" srcId="{2EB535D6-4352-4DBA-94FD-FCDF4B541196}" destId="{C237F936-DC5A-42B0-842D-3CD7B7713762}" srcOrd="14" destOrd="0" presId="urn:microsoft.com/office/officeart/2005/8/layout/vList2"/>
    <dgm:cxn modelId="{A64FFB28-A770-4A29-9336-7679FA5CD6F3}" type="presParOf" srcId="{2EB535D6-4352-4DBA-94FD-FCDF4B541196}" destId="{2B367C57-4305-412A-872B-75DEB7EEF4E9}" srcOrd="1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634BE-B89E-43EA-8850-387A733C1439}">
      <dsp:nvSpPr>
        <dsp:cNvPr id="0" name=""/>
        <dsp:cNvSpPr/>
      </dsp:nvSpPr>
      <dsp:spPr>
        <a:xfrm>
          <a:off x="0" y="154620"/>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1. Understand the Problem and the Data</a:t>
          </a:r>
          <a:endParaRPr lang="en-US" sz="1900" kern="1200" dirty="0"/>
        </a:p>
      </dsp:txBody>
      <dsp:txXfrm>
        <a:off x="22246" y="176866"/>
        <a:ext cx="11385508" cy="411223"/>
      </dsp:txXfrm>
    </dsp:sp>
    <dsp:sp modelId="{6796BAB6-F30F-4E26-85E2-A13BD5DC02EF}">
      <dsp:nvSpPr>
        <dsp:cNvPr id="0" name=""/>
        <dsp:cNvSpPr/>
      </dsp:nvSpPr>
      <dsp:spPr>
        <a:xfrm>
          <a:off x="0" y="610335"/>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dirty="0"/>
            <a:t>Clearly define the analysis goal, research the domain, and familiarize yourself with available datasets, their context, and relevant features</a:t>
          </a:r>
          <a:endParaRPr lang="en-US" sz="1500" kern="1200" dirty="0"/>
        </a:p>
      </dsp:txBody>
      <dsp:txXfrm>
        <a:off x="0" y="610335"/>
        <a:ext cx="11430000" cy="314640"/>
      </dsp:txXfrm>
    </dsp:sp>
    <dsp:sp modelId="{D4755D87-6D2C-4FFA-9335-7E4253246F5F}">
      <dsp:nvSpPr>
        <dsp:cNvPr id="0" name=""/>
        <dsp:cNvSpPr/>
      </dsp:nvSpPr>
      <dsp:spPr>
        <a:xfrm>
          <a:off x="0" y="924975"/>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2. Import and Inspect the Data</a:t>
          </a:r>
          <a:endParaRPr lang="en-US" sz="1900" kern="1200" dirty="0"/>
        </a:p>
      </dsp:txBody>
      <dsp:txXfrm>
        <a:off x="22246" y="947221"/>
        <a:ext cx="11385508" cy="411223"/>
      </dsp:txXfrm>
    </dsp:sp>
    <dsp:sp modelId="{FAFCCF80-978B-45A0-9109-5B4B8F10CE32}">
      <dsp:nvSpPr>
        <dsp:cNvPr id="0" name=""/>
        <dsp:cNvSpPr/>
      </dsp:nvSpPr>
      <dsp:spPr>
        <a:xfrm>
          <a:off x="0" y="1380690"/>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dirty="0"/>
            <a:t>Review its structure (rows, columns, types), examine variable names, and perform a quick scan </a:t>
          </a:r>
          <a:endParaRPr lang="en-US" sz="1500" kern="1200" dirty="0"/>
        </a:p>
      </dsp:txBody>
      <dsp:txXfrm>
        <a:off x="0" y="1380690"/>
        <a:ext cx="11430000" cy="314640"/>
      </dsp:txXfrm>
    </dsp:sp>
    <dsp:sp modelId="{E96D75B9-BD77-4420-BE7E-5C8F418F7ABA}">
      <dsp:nvSpPr>
        <dsp:cNvPr id="0" name=""/>
        <dsp:cNvSpPr/>
      </dsp:nvSpPr>
      <dsp:spPr>
        <a:xfrm>
          <a:off x="0" y="1695330"/>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3. Data Cleaning (Handle Missing Values and Errors)</a:t>
          </a:r>
          <a:endParaRPr lang="en-US" sz="1900" kern="1200" dirty="0"/>
        </a:p>
      </dsp:txBody>
      <dsp:txXfrm>
        <a:off x="22246" y="1717576"/>
        <a:ext cx="11385508" cy="411223"/>
      </dsp:txXfrm>
    </dsp:sp>
    <dsp:sp modelId="{A87BA210-6F08-4CD8-AEE1-C82B12430F59}">
      <dsp:nvSpPr>
        <dsp:cNvPr id="0" name=""/>
        <dsp:cNvSpPr/>
      </dsp:nvSpPr>
      <dsp:spPr>
        <a:xfrm>
          <a:off x="0" y="2151045"/>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Identify and address missing values, remove duplicates, correct data types, and resolve inconsistencies or errors.</a:t>
          </a:r>
          <a:endParaRPr lang="en-US" sz="1500" kern="1200" dirty="0"/>
        </a:p>
      </dsp:txBody>
      <dsp:txXfrm>
        <a:off x="0" y="2151045"/>
        <a:ext cx="11430000" cy="314640"/>
      </dsp:txXfrm>
    </dsp:sp>
    <dsp:sp modelId="{39DE8C96-F278-4456-961C-11B6A27ABFD5}">
      <dsp:nvSpPr>
        <dsp:cNvPr id="0" name=""/>
        <dsp:cNvSpPr/>
      </dsp:nvSpPr>
      <dsp:spPr>
        <a:xfrm>
          <a:off x="0" y="2465684"/>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4. Data Transformation</a:t>
          </a:r>
          <a:endParaRPr lang="en-US" sz="1900" kern="1200" dirty="0"/>
        </a:p>
      </dsp:txBody>
      <dsp:txXfrm>
        <a:off x="22246" y="2487930"/>
        <a:ext cx="11385508" cy="411223"/>
      </dsp:txXfrm>
    </dsp:sp>
    <dsp:sp modelId="{725E1297-1E21-49E6-99A6-59C067379086}">
      <dsp:nvSpPr>
        <dsp:cNvPr id="0" name=""/>
        <dsp:cNvSpPr/>
      </dsp:nvSpPr>
      <dsp:spPr>
        <a:xfrm>
          <a:off x="0" y="2921399"/>
          <a:ext cx="11430000"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Normalize or standardize data, encode categorical variables if needed, perform feature engineering, and aggregate or disaggregate as required for subsequent analysis</a:t>
          </a:r>
          <a:endParaRPr lang="en-US" sz="1500" kern="1200" dirty="0"/>
        </a:p>
      </dsp:txBody>
      <dsp:txXfrm>
        <a:off x="0" y="2921399"/>
        <a:ext cx="11430000" cy="471960"/>
      </dsp:txXfrm>
    </dsp:sp>
    <dsp:sp modelId="{D8B9FAD7-5933-47F8-A9AC-CEA62E246F9D}">
      <dsp:nvSpPr>
        <dsp:cNvPr id="0" name=""/>
        <dsp:cNvSpPr/>
      </dsp:nvSpPr>
      <dsp:spPr>
        <a:xfrm>
          <a:off x="0" y="3393360"/>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5. Data Exploration</a:t>
          </a:r>
          <a:endParaRPr lang="en-US" sz="1900" kern="1200" dirty="0"/>
        </a:p>
      </dsp:txBody>
      <dsp:txXfrm>
        <a:off x="22246" y="3415606"/>
        <a:ext cx="11385508" cy="411223"/>
      </dsp:txXfrm>
    </dsp:sp>
    <dsp:sp modelId="{3057E7CE-B082-4D9D-9F15-CD0531355AC6}">
      <dsp:nvSpPr>
        <dsp:cNvPr id="0" name=""/>
        <dsp:cNvSpPr/>
      </dsp:nvSpPr>
      <dsp:spPr>
        <a:xfrm>
          <a:off x="0" y="3849074"/>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Use univariate, bivariate, and multivariate analyses to study the distribution and relationships between features.</a:t>
          </a:r>
          <a:endParaRPr lang="en-US" sz="1500" kern="1200" dirty="0"/>
        </a:p>
      </dsp:txBody>
      <dsp:txXfrm>
        <a:off x="0" y="3849074"/>
        <a:ext cx="11430000" cy="314640"/>
      </dsp:txXfrm>
    </dsp:sp>
    <dsp:sp modelId="{33BD0AAA-6AD4-45FA-BCF9-DA09E8FCEC99}">
      <dsp:nvSpPr>
        <dsp:cNvPr id="0" name=""/>
        <dsp:cNvSpPr/>
      </dsp:nvSpPr>
      <dsp:spPr>
        <a:xfrm>
          <a:off x="0" y="4163714"/>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6. Data Visualization</a:t>
          </a:r>
          <a:endParaRPr lang="en-US" sz="1900" kern="1200" dirty="0"/>
        </a:p>
      </dsp:txBody>
      <dsp:txXfrm>
        <a:off x="22246" y="4185960"/>
        <a:ext cx="11385508" cy="411223"/>
      </dsp:txXfrm>
    </dsp:sp>
    <dsp:sp modelId="{6935D3E5-8CA2-491B-8284-C2E05FE48248}">
      <dsp:nvSpPr>
        <dsp:cNvPr id="0" name=""/>
        <dsp:cNvSpPr/>
      </dsp:nvSpPr>
      <dsp:spPr>
        <a:xfrm>
          <a:off x="0" y="4619430"/>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Create visual representations―histograms, box plots, scatter plots, heatmaps, bar charts, etc.</a:t>
          </a:r>
          <a:endParaRPr lang="en-US" sz="1500" kern="1200" dirty="0"/>
        </a:p>
      </dsp:txBody>
      <dsp:txXfrm>
        <a:off x="0" y="4619430"/>
        <a:ext cx="11430000" cy="314640"/>
      </dsp:txXfrm>
    </dsp:sp>
    <dsp:sp modelId="{2B712E00-56A6-4797-AD64-D04EE55345AC}">
      <dsp:nvSpPr>
        <dsp:cNvPr id="0" name=""/>
        <dsp:cNvSpPr/>
      </dsp:nvSpPr>
      <dsp:spPr>
        <a:xfrm>
          <a:off x="0" y="4934070"/>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7. Handling Outliers</a:t>
          </a:r>
          <a:endParaRPr lang="en-US" sz="1900" kern="1200" dirty="0"/>
        </a:p>
      </dsp:txBody>
      <dsp:txXfrm>
        <a:off x="22246" y="4956316"/>
        <a:ext cx="11385508" cy="411223"/>
      </dsp:txXfrm>
    </dsp:sp>
    <dsp:sp modelId="{2D2EFB58-050E-4006-A7CF-4BF287E36D46}">
      <dsp:nvSpPr>
        <dsp:cNvPr id="0" name=""/>
        <dsp:cNvSpPr/>
      </dsp:nvSpPr>
      <dsp:spPr>
        <a:xfrm>
          <a:off x="0" y="5389785"/>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Detect and assess outliers using statistical methods</a:t>
          </a:r>
          <a:endParaRPr lang="en-US" sz="1500" kern="1200" dirty="0"/>
        </a:p>
      </dsp:txBody>
      <dsp:txXfrm>
        <a:off x="0" y="5389785"/>
        <a:ext cx="11430000" cy="314640"/>
      </dsp:txXfrm>
    </dsp:sp>
    <dsp:sp modelId="{C237F936-DC5A-42B0-842D-3CD7B7713762}">
      <dsp:nvSpPr>
        <dsp:cNvPr id="0" name=""/>
        <dsp:cNvSpPr/>
      </dsp:nvSpPr>
      <dsp:spPr>
        <a:xfrm>
          <a:off x="0" y="5704425"/>
          <a:ext cx="114300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8. Data Summarization and Reporting</a:t>
          </a:r>
          <a:endParaRPr lang="en-US" sz="1900" kern="1200" dirty="0"/>
        </a:p>
      </dsp:txBody>
      <dsp:txXfrm>
        <a:off x="22246" y="5726671"/>
        <a:ext cx="11385508" cy="411223"/>
      </dsp:txXfrm>
    </dsp:sp>
    <dsp:sp modelId="{2B367C57-4305-412A-872B-75DEB7EEF4E9}">
      <dsp:nvSpPr>
        <dsp:cNvPr id="0" name=""/>
        <dsp:cNvSpPr/>
      </dsp:nvSpPr>
      <dsp:spPr>
        <a:xfrm>
          <a:off x="0" y="6160140"/>
          <a:ext cx="11430000"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90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a:t>Document the process and main findings, summarize the results with clear descriptive statistics and visualizations</a:t>
          </a:r>
          <a:endParaRPr lang="en-US" sz="1500" kern="1200" dirty="0"/>
        </a:p>
      </dsp:txBody>
      <dsp:txXfrm>
        <a:off x="0" y="6160140"/>
        <a:ext cx="11430000" cy="3146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5200" b="0" i="0">
                <a:solidFill>
                  <a:schemeClr val="bg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bg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bg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bg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559677" y="2098674"/>
            <a:ext cx="4403090" cy="1530985"/>
          </a:xfrm>
          <a:prstGeom prst="rect">
            <a:avLst/>
          </a:prstGeom>
        </p:spPr>
        <p:txBody>
          <a:bodyPr wrap="square" lIns="0" tIns="0" rIns="0" bIns="0">
            <a:spAutoFit/>
          </a:bodyPr>
          <a:lstStyle>
            <a:lvl1pPr>
              <a:defRPr sz="5200" b="0" i="0">
                <a:solidFill>
                  <a:schemeClr val="bg1"/>
                </a:solidFill>
                <a:latin typeface="Calibri Light"/>
                <a:cs typeface="Calibri Light"/>
              </a:defRPr>
            </a:lvl1pPr>
          </a:lstStyle>
          <a:p>
            <a:endParaRPr/>
          </a:p>
        </p:txBody>
      </p:sp>
      <p:sp>
        <p:nvSpPr>
          <p:cNvPr id="3" name="Holder 3"/>
          <p:cNvSpPr>
            <a:spLocks noGrp="1"/>
          </p:cNvSpPr>
          <p:nvPr>
            <p:ph type="body" idx="1"/>
          </p:nvPr>
        </p:nvSpPr>
        <p:spPr>
          <a:xfrm>
            <a:off x="617626" y="2622042"/>
            <a:ext cx="10956747" cy="1550670"/>
          </a:xfrm>
          <a:prstGeom prst="rect">
            <a:avLst/>
          </a:prstGeom>
        </p:spPr>
        <p:txBody>
          <a:bodyPr wrap="square" lIns="0" tIns="0" rIns="0" bIns="0">
            <a:spAutoFit/>
          </a:bodyPr>
          <a:lstStyle>
            <a:lvl1pPr>
              <a:defRPr sz="2000" b="0" i="0">
                <a:solidFill>
                  <a:srgbClr val="292929"/>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image" Target="../media/image20.png"/><Relationship Id="rId42" Type="http://schemas.openxmlformats.org/officeDocument/2006/relationships/image" Target="../media/image41.png"/><Relationship Id="rId47" Type="http://schemas.openxmlformats.org/officeDocument/2006/relationships/image" Target="../media/image46.png"/><Relationship Id="rId63" Type="http://schemas.openxmlformats.org/officeDocument/2006/relationships/image" Target="../media/image62.png"/><Relationship Id="rId68" Type="http://schemas.openxmlformats.org/officeDocument/2006/relationships/image" Target="../media/image67.png"/><Relationship Id="rId84" Type="http://schemas.openxmlformats.org/officeDocument/2006/relationships/image" Target="../media/image83.png"/><Relationship Id="rId89" Type="http://schemas.openxmlformats.org/officeDocument/2006/relationships/image" Target="../media/image88.png"/><Relationship Id="rId16" Type="http://schemas.openxmlformats.org/officeDocument/2006/relationships/image" Target="../media/image15.png"/><Relationship Id="rId11" Type="http://schemas.openxmlformats.org/officeDocument/2006/relationships/image" Target="../media/image10.png"/><Relationship Id="rId32" Type="http://schemas.openxmlformats.org/officeDocument/2006/relationships/image" Target="../media/image31.png"/><Relationship Id="rId37" Type="http://schemas.openxmlformats.org/officeDocument/2006/relationships/image" Target="../media/image36.png"/><Relationship Id="rId53" Type="http://schemas.openxmlformats.org/officeDocument/2006/relationships/image" Target="../media/image52.png"/><Relationship Id="rId58" Type="http://schemas.openxmlformats.org/officeDocument/2006/relationships/image" Target="../media/image57.png"/><Relationship Id="rId74" Type="http://schemas.openxmlformats.org/officeDocument/2006/relationships/image" Target="../media/image73.png"/><Relationship Id="rId79" Type="http://schemas.openxmlformats.org/officeDocument/2006/relationships/image" Target="../media/image78.png"/><Relationship Id="rId5" Type="http://schemas.openxmlformats.org/officeDocument/2006/relationships/image" Target="../media/image4.png"/><Relationship Id="rId90" Type="http://schemas.openxmlformats.org/officeDocument/2006/relationships/image" Target="../media/image89.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png"/><Relationship Id="rId56" Type="http://schemas.openxmlformats.org/officeDocument/2006/relationships/image" Target="../media/image55.png"/><Relationship Id="rId64" Type="http://schemas.openxmlformats.org/officeDocument/2006/relationships/image" Target="../media/image63.png"/><Relationship Id="rId69" Type="http://schemas.openxmlformats.org/officeDocument/2006/relationships/image" Target="../media/image68.png"/><Relationship Id="rId77" Type="http://schemas.openxmlformats.org/officeDocument/2006/relationships/image" Target="../media/image76.png"/><Relationship Id="rId8" Type="http://schemas.openxmlformats.org/officeDocument/2006/relationships/image" Target="../media/image7.png"/><Relationship Id="rId51" Type="http://schemas.openxmlformats.org/officeDocument/2006/relationships/image" Target="../media/image50.png"/><Relationship Id="rId72" Type="http://schemas.openxmlformats.org/officeDocument/2006/relationships/image" Target="../media/image71.png"/><Relationship Id="rId80" Type="http://schemas.openxmlformats.org/officeDocument/2006/relationships/image" Target="../media/image79.png"/><Relationship Id="rId85" Type="http://schemas.openxmlformats.org/officeDocument/2006/relationships/image" Target="../media/image84.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45.png"/><Relationship Id="rId59" Type="http://schemas.openxmlformats.org/officeDocument/2006/relationships/image" Target="../media/image58.png"/><Relationship Id="rId67" Type="http://schemas.openxmlformats.org/officeDocument/2006/relationships/image" Target="../media/image66.png"/><Relationship Id="rId20" Type="http://schemas.openxmlformats.org/officeDocument/2006/relationships/image" Target="../media/image19.png"/><Relationship Id="rId41" Type="http://schemas.openxmlformats.org/officeDocument/2006/relationships/image" Target="../media/image40.png"/><Relationship Id="rId54" Type="http://schemas.openxmlformats.org/officeDocument/2006/relationships/image" Target="../media/image53.png"/><Relationship Id="rId62" Type="http://schemas.openxmlformats.org/officeDocument/2006/relationships/image" Target="../media/image61.png"/><Relationship Id="rId70" Type="http://schemas.openxmlformats.org/officeDocument/2006/relationships/image" Target="../media/image69.png"/><Relationship Id="rId75" Type="http://schemas.openxmlformats.org/officeDocument/2006/relationships/image" Target="../media/image74.png"/><Relationship Id="rId83" Type="http://schemas.openxmlformats.org/officeDocument/2006/relationships/image" Target="../media/image82.png"/><Relationship Id="rId88" Type="http://schemas.openxmlformats.org/officeDocument/2006/relationships/image" Target="../media/image87.png"/><Relationship Id="rId91"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5.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49" Type="http://schemas.openxmlformats.org/officeDocument/2006/relationships/image" Target="../media/image48.png"/><Relationship Id="rId57" Type="http://schemas.openxmlformats.org/officeDocument/2006/relationships/image" Target="../media/image56.png"/><Relationship Id="rId10" Type="http://schemas.openxmlformats.org/officeDocument/2006/relationships/image" Target="../media/image9.png"/><Relationship Id="rId31" Type="http://schemas.openxmlformats.org/officeDocument/2006/relationships/image" Target="../media/image30.png"/><Relationship Id="rId44" Type="http://schemas.openxmlformats.org/officeDocument/2006/relationships/image" Target="../media/image43.png"/><Relationship Id="rId52" Type="http://schemas.openxmlformats.org/officeDocument/2006/relationships/image" Target="../media/image51.png"/><Relationship Id="rId60" Type="http://schemas.openxmlformats.org/officeDocument/2006/relationships/image" Target="../media/image59.png"/><Relationship Id="rId65" Type="http://schemas.openxmlformats.org/officeDocument/2006/relationships/image" Target="../media/image64.png"/><Relationship Id="rId73" Type="http://schemas.openxmlformats.org/officeDocument/2006/relationships/image" Target="../media/image72.png"/><Relationship Id="rId78" Type="http://schemas.openxmlformats.org/officeDocument/2006/relationships/image" Target="../media/image77.png"/><Relationship Id="rId81" Type="http://schemas.openxmlformats.org/officeDocument/2006/relationships/image" Target="../media/image80.png"/><Relationship Id="rId86" Type="http://schemas.openxmlformats.org/officeDocument/2006/relationships/image" Target="../media/image85.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7.png"/><Relationship Id="rId39" Type="http://schemas.openxmlformats.org/officeDocument/2006/relationships/image" Target="../media/image38.png"/><Relationship Id="rId34" Type="http://schemas.openxmlformats.org/officeDocument/2006/relationships/image" Target="../media/image33.png"/><Relationship Id="rId50" Type="http://schemas.openxmlformats.org/officeDocument/2006/relationships/image" Target="../media/image49.png"/><Relationship Id="rId55" Type="http://schemas.openxmlformats.org/officeDocument/2006/relationships/image" Target="../media/image54.png"/><Relationship Id="rId76" Type="http://schemas.openxmlformats.org/officeDocument/2006/relationships/image" Target="../media/image75.png"/><Relationship Id="rId7" Type="http://schemas.openxmlformats.org/officeDocument/2006/relationships/image" Target="../media/image6.png"/><Relationship Id="rId71" Type="http://schemas.openxmlformats.org/officeDocument/2006/relationships/image" Target="../media/image70.png"/><Relationship Id="rId2" Type="http://schemas.openxmlformats.org/officeDocument/2006/relationships/image" Target="../media/image1.jpg"/><Relationship Id="rId29" Type="http://schemas.openxmlformats.org/officeDocument/2006/relationships/image" Target="../media/image28.png"/><Relationship Id="rId24" Type="http://schemas.openxmlformats.org/officeDocument/2006/relationships/image" Target="../media/image23.png"/><Relationship Id="rId40" Type="http://schemas.openxmlformats.org/officeDocument/2006/relationships/image" Target="../media/image39.png"/><Relationship Id="rId45" Type="http://schemas.openxmlformats.org/officeDocument/2006/relationships/image" Target="../media/image44.png"/><Relationship Id="rId66" Type="http://schemas.openxmlformats.org/officeDocument/2006/relationships/image" Target="../media/image65.png"/><Relationship Id="rId87" Type="http://schemas.openxmlformats.org/officeDocument/2006/relationships/image" Target="../media/image86.png"/><Relationship Id="rId61" Type="http://schemas.openxmlformats.org/officeDocument/2006/relationships/image" Target="../media/image60.png"/><Relationship Id="rId82" Type="http://schemas.openxmlformats.org/officeDocument/2006/relationships/image" Target="../media/image81.png"/><Relationship Id="rId19" Type="http://schemas.openxmlformats.org/officeDocument/2006/relationships/image" Target="../media/image18.png"/></Relationships>
</file>

<file path=ppt/slides/_rels/slide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972800" y="6676569"/>
            <a:ext cx="1219199" cy="174171"/>
          </a:xfrm>
          <a:prstGeom prst="rect">
            <a:avLst/>
          </a:prstGeom>
        </p:spPr>
      </p:pic>
      <p:grpSp>
        <p:nvGrpSpPr>
          <p:cNvPr id="3" name="object 3"/>
          <p:cNvGrpSpPr/>
          <p:nvPr/>
        </p:nvGrpSpPr>
        <p:grpSpPr>
          <a:xfrm>
            <a:off x="-855" y="-307"/>
            <a:ext cx="12193270" cy="6858634"/>
            <a:chOff x="-855" y="-307"/>
            <a:chExt cx="12193270" cy="6858634"/>
          </a:xfrm>
        </p:grpSpPr>
        <p:sp>
          <p:nvSpPr>
            <p:cNvPr id="4" name="object 4"/>
            <p:cNvSpPr/>
            <p:nvPr/>
          </p:nvSpPr>
          <p:spPr>
            <a:xfrm>
              <a:off x="2801" y="2770"/>
              <a:ext cx="12189460" cy="4849495"/>
            </a:xfrm>
            <a:custGeom>
              <a:avLst/>
              <a:gdLst/>
              <a:ahLst/>
              <a:cxnLst/>
              <a:rect l="l" t="t" r="r" b="b"/>
              <a:pathLst>
                <a:path w="12189460" h="4849495">
                  <a:moveTo>
                    <a:pt x="12189047" y="0"/>
                  </a:moveTo>
                  <a:lnTo>
                    <a:pt x="0" y="0"/>
                  </a:lnTo>
                  <a:lnTo>
                    <a:pt x="0" y="4849361"/>
                  </a:lnTo>
                  <a:lnTo>
                    <a:pt x="3276422" y="4705544"/>
                  </a:lnTo>
                  <a:lnTo>
                    <a:pt x="3283743" y="4705544"/>
                  </a:lnTo>
                  <a:lnTo>
                    <a:pt x="3419037" y="4699434"/>
                  </a:lnTo>
                  <a:lnTo>
                    <a:pt x="3426358" y="4698211"/>
                  </a:lnTo>
                  <a:lnTo>
                    <a:pt x="3561653" y="4693372"/>
                  </a:lnTo>
                  <a:lnTo>
                    <a:pt x="3567754" y="4692150"/>
                  </a:lnTo>
                  <a:lnTo>
                    <a:pt x="4040649" y="4671423"/>
                  </a:lnTo>
                  <a:lnTo>
                    <a:pt x="4049190" y="4671423"/>
                  </a:lnTo>
                  <a:lnTo>
                    <a:pt x="12189047" y="4313102"/>
                  </a:lnTo>
                  <a:lnTo>
                    <a:pt x="12189047" y="0"/>
                  </a:lnTo>
                  <a:close/>
                </a:path>
              </a:pathLst>
            </a:custGeom>
            <a:solidFill>
              <a:srgbClr val="636C78"/>
            </a:solidFill>
          </p:spPr>
          <p:txBody>
            <a:bodyPr wrap="square" lIns="0" tIns="0" rIns="0" bIns="0" rtlCol="0"/>
            <a:lstStyle/>
            <a:p>
              <a:endParaRPr/>
            </a:p>
          </p:txBody>
        </p:sp>
        <p:pic>
          <p:nvPicPr>
            <p:cNvPr id="5" name="object 5"/>
            <p:cNvPicPr/>
            <p:nvPr/>
          </p:nvPicPr>
          <p:blipFill>
            <a:blip r:embed="rId3" cstate="print"/>
            <a:stretch>
              <a:fillRect/>
            </a:stretch>
          </p:blipFill>
          <p:spPr>
            <a:xfrm>
              <a:off x="3967896" y="4408508"/>
              <a:ext cx="85315" cy="84080"/>
            </a:xfrm>
            <a:prstGeom prst="rect">
              <a:avLst/>
            </a:prstGeom>
          </p:spPr>
        </p:pic>
        <p:pic>
          <p:nvPicPr>
            <p:cNvPr id="6" name="object 6"/>
            <p:cNvPicPr/>
            <p:nvPr/>
          </p:nvPicPr>
          <p:blipFill>
            <a:blip r:embed="rId4" cstate="print"/>
            <a:stretch>
              <a:fillRect/>
            </a:stretch>
          </p:blipFill>
          <p:spPr>
            <a:xfrm>
              <a:off x="4332342" y="3814956"/>
              <a:ext cx="84095" cy="84129"/>
            </a:xfrm>
            <a:prstGeom prst="rect">
              <a:avLst/>
            </a:prstGeom>
          </p:spPr>
        </p:pic>
        <p:sp>
          <p:nvSpPr>
            <p:cNvPr id="7" name="object 7"/>
            <p:cNvSpPr/>
            <p:nvPr/>
          </p:nvSpPr>
          <p:spPr>
            <a:xfrm>
              <a:off x="3805796" y="3432302"/>
              <a:ext cx="875665" cy="875665"/>
            </a:xfrm>
            <a:custGeom>
              <a:avLst/>
              <a:gdLst/>
              <a:ahLst/>
              <a:cxnLst/>
              <a:rect l="l" t="t" r="r" b="b"/>
              <a:pathLst>
                <a:path w="875664" h="875664">
                  <a:moveTo>
                    <a:pt x="875169" y="871410"/>
                  </a:moveTo>
                  <a:lnTo>
                    <a:pt x="873950" y="868959"/>
                  </a:lnTo>
                  <a:lnTo>
                    <a:pt x="6057" y="1219"/>
                  </a:lnTo>
                  <a:lnTo>
                    <a:pt x="3619" y="0"/>
                  </a:lnTo>
                  <a:lnTo>
                    <a:pt x="1219" y="1219"/>
                  </a:lnTo>
                  <a:lnTo>
                    <a:pt x="0" y="3657"/>
                  </a:lnTo>
                  <a:lnTo>
                    <a:pt x="1219" y="6108"/>
                  </a:lnTo>
                  <a:lnTo>
                    <a:pt x="869073" y="873848"/>
                  </a:lnTo>
                  <a:lnTo>
                    <a:pt x="871512" y="875068"/>
                  </a:lnTo>
                  <a:lnTo>
                    <a:pt x="873950" y="873848"/>
                  </a:lnTo>
                  <a:lnTo>
                    <a:pt x="875169" y="871410"/>
                  </a:lnTo>
                  <a:close/>
                </a:path>
                <a:path w="875664" h="875664">
                  <a:moveTo>
                    <a:pt x="875169" y="728814"/>
                  </a:moveTo>
                  <a:lnTo>
                    <a:pt x="873950" y="726363"/>
                  </a:lnTo>
                  <a:lnTo>
                    <a:pt x="598487" y="450951"/>
                  </a:lnTo>
                  <a:lnTo>
                    <a:pt x="594817" y="449732"/>
                  </a:lnTo>
                  <a:lnTo>
                    <a:pt x="592378" y="450951"/>
                  </a:lnTo>
                  <a:lnTo>
                    <a:pt x="591159" y="453351"/>
                  </a:lnTo>
                  <a:lnTo>
                    <a:pt x="592378" y="455790"/>
                  </a:lnTo>
                  <a:lnTo>
                    <a:pt x="869073" y="731253"/>
                  </a:lnTo>
                  <a:lnTo>
                    <a:pt x="871512" y="732472"/>
                  </a:lnTo>
                  <a:lnTo>
                    <a:pt x="873950" y="731253"/>
                  </a:lnTo>
                  <a:lnTo>
                    <a:pt x="875169" y="728814"/>
                  </a:lnTo>
                  <a:close/>
                </a:path>
                <a:path w="875664" h="875664">
                  <a:moveTo>
                    <a:pt x="875169" y="586219"/>
                  </a:moveTo>
                  <a:lnTo>
                    <a:pt x="873950" y="583768"/>
                  </a:lnTo>
                  <a:lnTo>
                    <a:pt x="449770" y="159651"/>
                  </a:lnTo>
                  <a:lnTo>
                    <a:pt x="447319" y="158432"/>
                  </a:lnTo>
                  <a:lnTo>
                    <a:pt x="444881" y="159651"/>
                  </a:lnTo>
                  <a:lnTo>
                    <a:pt x="443661" y="162090"/>
                  </a:lnTo>
                  <a:lnTo>
                    <a:pt x="444881" y="165760"/>
                  </a:lnTo>
                  <a:lnTo>
                    <a:pt x="869073" y="588657"/>
                  </a:lnTo>
                  <a:lnTo>
                    <a:pt x="871512" y="589876"/>
                  </a:lnTo>
                  <a:lnTo>
                    <a:pt x="873950" y="588657"/>
                  </a:lnTo>
                  <a:lnTo>
                    <a:pt x="875169" y="586219"/>
                  </a:lnTo>
                  <a:close/>
                </a:path>
              </a:pathLst>
            </a:custGeom>
            <a:solidFill>
              <a:srgbClr val="929599"/>
            </a:solidFill>
          </p:spPr>
          <p:txBody>
            <a:bodyPr wrap="square" lIns="0" tIns="0" rIns="0" bIns="0" rtlCol="0"/>
            <a:lstStyle/>
            <a:p>
              <a:endParaRPr/>
            </a:p>
          </p:txBody>
        </p:sp>
        <p:pic>
          <p:nvPicPr>
            <p:cNvPr id="8" name="object 8"/>
            <p:cNvPicPr/>
            <p:nvPr/>
          </p:nvPicPr>
          <p:blipFill>
            <a:blip r:embed="rId5" cstate="print"/>
            <a:stretch>
              <a:fillRect/>
            </a:stretch>
          </p:blipFill>
          <p:spPr>
            <a:xfrm>
              <a:off x="4043450" y="4576670"/>
              <a:ext cx="101177" cy="97523"/>
            </a:xfrm>
            <a:prstGeom prst="rect">
              <a:avLst/>
            </a:prstGeom>
          </p:spPr>
        </p:pic>
        <p:pic>
          <p:nvPicPr>
            <p:cNvPr id="9" name="object 9"/>
            <p:cNvPicPr/>
            <p:nvPr/>
          </p:nvPicPr>
          <p:blipFill>
            <a:blip r:embed="rId6" cstate="print"/>
            <a:stretch>
              <a:fillRect/>
            </a:stretch>
          </p:blipFill>
          <p:spPr>
            <a:xfrm>
              <a:off x="3402316" y="4247630"/>
              <a:ext cx="168239" cy="168161"/>
            </a:xfrm>
            <a:prstGeom prst="rect">
              <a:avLst/>
            </a:prstGeom>
          </p:spPr>
        </p:pic>
        <p:sp>
          <p:nvSpPr>
            <p:cNvPr id="10" name="object 10"/>
            <p:cNvSpPr/>
            <p:nvPr/>
          </p:nvSpPr>
          <p:spPr>
            <a:xfrm>
              <a:off x="2892806" y="3921036"/>
              <a:ext cx="574675" cy="572135"/>
            </a:xfrm>
            <a:custGeom>
              <a:avLst/>
              <a:gdLst/>
              <a:ahLst/>
              <a:cxnLst/>
              <a:rect l="l" t="t" r="r" b="b"/>
              <a:pathLst>
                <a:path w="574675" h="572135">
                  <a:moveTo>
                    <a:pt x="432727" y="528929"/>
                  </a:moveTo>
                  <a:lnTo>
                    <a:pt x="431507" y="520382"/>
                  </a:lnTo>
                  <a:lnTo>
                    <a:pt x="429069" y="513041"/>
                  </a:lnTo>
                  <a:lnTo>
                    <a:pt x="425411" y="505764"/>
                  </a:lnTo>
                  <a:lnTo>
                    <a:pt x="425411" y="528929"/>
                  </a:lnTo>
                  <a:lnTo>
                    <a:pt x="424192" y="536219"/>
                  </a:lnTo>
                  <a:lnTo>
                    <a:pt x="390067" y="564273"/>
                  </a:lnTo>
                  <a:lnTo>
                    <a:pt x="382752" y="563054"/>
                  </a:lnTo>
                  <a:lnTo>
                    <a:pt x="376656" y="561835"/>
                  </a:lnTo>
                  <a:lnTo>
                    <a:pt x="370547" y="558165"/>
                  </a:lnTo>
                  <a:lnTo>
                    <a:pt x="360781" y="548386"/>
                  </a:lnTo>
                  <a:lnTo>
                    <a:pt x="358394" y="542328"/>
                  </a:lnTo>
                  <a:lnTo>
                    <a:pt x="355955" y="536219"/>
                  </a:lnTo>
                  <a:lnTo>
                    <a:pt x="354736" y="528929"/>
                  </a:lnTo>
                  <a:lnTo>
                    <a:pt x="355955" y="521601"/>
                  </a:lnTo>
                  <a:lnTo>
                    <a:pt x="358394" y="515493"/>
                  </a:lnTo>
                  <a:lnTo>
                    <a:pt x="360781" y="509422"/>
                  </a:lnTo>
                  <a:lnTo>
                    <a:pt x="370547" y="499656"/>
                  </a:lnTo>
                  <a:lnTo>
                    <a:pt x="382752" y="494766"/>
                  </a:lnTo>
                  <a:lnTo>
                    <a:pt x="397395" y="494766"/>
                  </a:lnTo>
                  <a:lnTo>
                    <a:pt x="409549" y="499656"/>
                  </a:lnTo>
                  <a:lnTo>
                    <a:pt x="419303" y="509422"/>
                  </a:lnTo>
                  <a:lnTo>
                    <a:pt x="424192" y="521601"/>
                  </a:lnTo>
                  <a:lnTo>
                    <a:pt x="425411" y="528929"/>
                  </a:lnTo>
                  <a:lnTo>
                    <a:pt x="425411" y="505764"/>
                  </a:lnTo>
                  <a:lnTo>
                    <a:pt x="414388" y="494766"/>
                  </a:lnTo>
                  <a:lnTo>
                    <a:pt x="413207" y="493585"/>
                  </a:lnTo>
                  <a:lnTo>
                    <a:pt x="405892" y="489927"/>
                  </a:lnTo>
                  <a:lnTo>
                    <a:pt x="398614" y="487476"/>
                  </a:lnTo>
                  <a:lnTo>
                    <a:pt x="383971" y="487476"/>
                  </a:lnTo>
                  <a:lnTo>
                    <a:pt x="6108" y="109651"/>
                  </a:lnTo>
                  <a:lnTo>
                    <a:pt x="3670" y="108432"/>
                  </a:lnTo>
                  <a:lnTo>
                    <a:pt x="1219" y="109651"/>
                  </a:lnTo>
                  <a:lnTo>
                    <a:pt x="0" y="112102"/>
                  </a:lnTo>
                  <a:lnTo>
                    <a:pt x="1219" y="114541"/>
                  </a:lnTo>
                  <a:lnTo>
                    <a:pt x="374891" y="489381"/>
                  </a:lnTo>
                  <a:lnTo>
                    <a:pt x="372986" y="489927"/>
                  </a:lnTo>
                  <a:lnTo>
                    <a:pt x="348640" y="520382"/>
                  </a:lnTo>
                  <a:lnTo>
                    <a:pt x="347408" y="528929"/>
                  </a:lnTo>
                  <a:lnTo>
                    <a:pt x="348640" y="537438"/>
                  </a:lnTo>
                  <a:lnTo>
                    <a:pt x="372986" y="567893"/>
                  </a:lnTo>
                  <a:lnTo>
                    <a:pt x="390067" y="571563"/>
                  </a:lnTo>
                  <a:lnTo>
                    <a:pt x="398614" y="570331"/>
                  </a:lnTo>
                  <a:lnTo>
                    <a:pt x="429069" y="545998"/>
                  </a:lnTo>
                  <a:lnTo>
                    <a:pt x="431507" y="537438"/>
                  </a:lnTo>
                  <a:lnTo>
                    <a:pt x="432727" y="528929"/>
                  </a:lnTo>
                  <a:close/>
                </a:path>
                <a:path w="574675" h="572135">
                  <a:moveTo>
                    <a:pt x="574128" y="520382"/>
                  </a:moveTo>
                  <a:lnTo>
                    <a:pt x="571690" y="513041"/>
                  </a:lnTo>
                  <a:lnTo>
                    <a:pt x="566801" y="505764"/>
                  </a:lnTo>
                  <a:lnTo>
                    <a:pt x="566801" y="521601"/>
                  </a:lnTo>
                  <a:lnTo>
                    <a:pt x="566801" y="536219"/>
                  </a:lnTo>
                  <a:lnTo>
                    <a:pt x="538784" y="563054"/>
                  </a:lnTo>
                  <a:lnTo>
                    <a:pt x="532688" y="564273"/>
                  </a:lnTo>
                  <a:lnTo>
                    <a:pt x="499745" y="542328"/>
                  </a:lnTo>
                  <a:lnTo>
                    <a:pt x="497357" y="528929"/>
                  </a:lnTo>
                  <a:lnTo>
                    <a:pt x="498525" y="521601"/>
                  </a:lnTo>
                  <a:lnTo>
                    <a:pt x="525360" y="494766"/>
                  </a:lnTo>
                  <a:lnTo>
                    <a:pt x="532688" y="494766"/>
                  </a:lnTo>
                  <a:lnTo>
                    <a:pt x="538784" y="494766"/>
                  </a:lnTo>
                  <a:lnTo>
                    <a:pt x="566801" y="521601"/>
                  </a:lnTo>
                  <a:lnTo>
                    <a:pt x="566801" y="505764"/>
                  </a:lnTo>
                  <a:lnTo>
                    <a:pt x="561924" y="499656"/>
                  </a:lnTo>
                  <a:lnTo>
                    <a:pt x="557009" y="494766"/>
                  </a:lnTo>
                  <a:lnTo>
                    <a:pt x="555828" y="493585"/>
                  </a:lnTo>
                  <a:lnTo>
                    <a:pt x="548500" y="489927"/>
                  </a:lnTo>
                  <a:lnTo>
                    <a:pt x="541223" y="487476"/>
                  </a:lnTo>
                  <a:lnTo>
                    <a:pt x="535127" y="487476"/>
                  </a:lnTo>
                  <a:lnTo>
                    <a:pt x="47536" y="1181"/>
                  </a:lnTo>
                  <a:lnTo>
                    <a:pt x="45097" y="0"/>
                  </a:lnTo>
                  <a:lnTo>
                    <a:pt x="42659" y="1181"/>
                  </a:lnTo>
                  <a:lnTo>
                    <a:pt x="41440" y="3619"/>
                  </a:lnTo>
                  <a:lnTo>
                    <a:pt x="42659" y="6070"/>
                  </a:lnTo>
                  <a:lnTo>
                    <a:pt x="524129" y="487489"/>
                  </a:lnTo>
                  <a:lnTo>
                    <a:pt x="515607" y="489927"/>
                  </a:lnTo>
                  <a:lnTo>
                    <a:pt x="491248" y="520382"/>
                  </a:lnTo>
                  <a:lnTo>
                    <a:pt x="490029" y="528929"/>
                  </a:lnTo>
                  <a:lnTo>
                    <a:pt x="491248" y="537438"/>
                  </a:lnTo>
                  <a:lnTo>
                    <a:pt x="515607" y="567893"/>
                  </a:lnTo>
                  <a:lnTo>
                    <a:pt x="532688" y="571563"/>
                  </a:lnTo>
                  <a:lnTo>
                    <a:pt x="541223" y="570331"/>
                  </a:lnTo>
                  <a:lnTo>
                    <a:pt x="548500" y="567893"/>
                  </a:lnTo>
                  <a:lnTo>
                    <a:pt x="555828" y="564273"/>
                  </a:lnTo>
                  <a:lnTo>
                    <a:pt x="561924" y="559384"/>
                  </a:lnTo>
                  <a:lnTo>
                    <a:pt x="566801" y="552056"/>
                  </a:lnTo>
                  <a:lnTo>
                    <a:pt x="571690" y="545998"/>
                  </a:lnTo>
                  <a:lnTo>
                    <a:pt x="574128" y="537438"/>
                  </a:lnTo>
                  <a:lnTo>
                    <a:pt x="574128" y="520382"/>
                  </a:lnTo>
                  <a:close/>
                </a:path>
              </a:pathLst>
            </a:custGeom>
            <a:solidFill>
              <a:srgbClr val="929599"/>
            </a:solidFill>
          </p:spPr>
          <p:txBody>
            <a:bodyPr wrap="square" lIns="0" tIns="0" rIns="0" bIns="0" rtlCol="0"/>
            <a:lstStyle/>
            <a:p>
              <a:endParaRPr/>
            </a:p>
          </p:txBody>
        </p:sp>
        <p:pic>
          <p:nvPicPr>
            <p:cNvPr id="11" name="object 11"/>
            <p:cNvPicPr/>
            <p:nvPr/>
          </p:nvPicPr>
          <p:blipFill>
            <a:blip r:embed="rId7" cstate="print"/>
            <a:stretch>
              <a:fillRect/>
            </a:stretch>
          </p:blipFill>
          <p:spPr>
            <a:xfrm>
              <a:off x="3525457" y="4408508"/>
              <a:ext cx="84095" cy="287521"/>
            </a:xfrm>
            <a:prstGeom prst="rect">
              <a:avLst/>
            </a:prstGeom>
          </p:spPr>
        </p:pic>
        <p:sp>
          <p:nvSpPr>
            <p:cNvPr id="12" name="object 12"/>
            <p:cNvSpPr/>
            <p:nvPr/>
          </p:nvSpPr>
          <p:spPr>
            <a:xfrm>
              <a:off x="3279216" y="3700843"/>
              <a:ext cx="150495" cy="1008380"/>
            </a:xfrm>
            <a:custGeom>
              <a:avLst/>
              <a:gdLst/>
              <a:ahLst/>
              <a:cxnLst/>
              <a:rect l="l" t="t" r="r" b="b"/>
              <a:pathLst>
                <a:path w="150495" h="1008379">
                  <a:moveTo>
                    <a:pt x="7327" y="788022"/>
                  </a:moveTo>
                  <a:lnTo>
                    <a:pt x="6654" y="788022"/>
                  </a:lnTo>
                  <a:lnTo>
                    <a:pt x="6654" y="785482"/>
                  </a:lnTo>
                  <a:lnTo>
                    <a:pt x="4445" y="785482"/>
                  </a:lnTo>
                  <a:lnTo>
                    <a:pt x="4445" y="784212"/>
                  </a:lnTo>
                  <a:lnTo>
                    <a:pt x="2882" y="784212"/>
                  </a:lnTo>
                  <a:lnTo>
                    <a:pt x="2882" y="785482"/>
                  </a:lnTo>
                  <a:lnTo>
                    <a:pt x="673" y="785482"/>
                  </a:lnTo>
                  <a:lnTo>
                    <a:pt x="673" y="788022"/>
                  </a:lnTo>
                  <a:lnTo>
                    <a:pt x="0" y="788022"/>
                  </a:lnTo>
                  <a:lnTo>
                    <a:pt x="0" y="1007897"/>
                  </a:lnTo>
                  <a:lnTo>
                    <a:pt x="7327" y="1007897"/>
                  </a:lnTo>
                  <a:lnTo>
                    <a:pt x="7327" y="788022"/>
                  </a:lnTo>
                  <a:close/>
                </a:path>
                <a:path w="150495" h="1008379">
                  <a:moveTo>
                    <a:pt x="130416" y="3810"/>
                  </a:moveTo>
                  <a:lnTo>
                    <a:pt x="130060" y="3810"/>
                  </a:lnTo>
                  <a:lnTo>
                    <a:pt x="130060" y="1270"/>
                  </a:lnTo>
                  <a:lnTo>
                    <a:pt x="128854" y="1270"/>
                  </a:lnTo>
                  <a:lnTo>
                    <a:pt x="128854" y="0"/>
                  </a:lnTo>
                  <a:lnTo>
                    <a:pt x="124650" y="0"/>
                  </a:lnTo>
                  <a:lnTo>
                    <a:pt x="124650" y="1270"/>
                  </a:lnTo>
                  <a:lnTo>
                    <a:pt x="123444" y="1270"/>
                  </a:lnTo>
                  <a:lnTo>
                    <a:pt x="123444" y="3810"/>
                  </a:lnTo>
                  <a:lnTo>
                    <a:pt x="123088" y="3810"/>
                  </a:lnTo>
                  <a:lnTo>
                    <a:pt x="123088" y="550341"/>
                  </a:lnTo>
                  <a:lnTo>
                    <a:pt x="123672" y="550341"/>
                  </a:lnTo>
                  <a:lnTo>
                    <a:pt x="123672" y="552881"/>
                  </a:lnTo>
                  <a:lnTo>
                    <a:pt x="125552" y="552881"/>
                  </a:lnTo>
                  <a:lnTo>
                    <a:pt x="125552" y="554151"/>
                  </a:lnTo>
                  <a:lnTo>
                    <a:pt x="127965" y="554151"/>
                  </a:lnTo>
                  <a:lnTo>
                    <a:pt x="127965" y="552881"/>
                  </a:lnTo>
                  <a:lnTo>
                    <a:pt x="129844" y="552881"/>
                  </a:lnTo>
                  <a:lnTo>
                    <a:pt x="129844" y="550341"/>
                  </a:lnTo>
                  <a:lnTo>
                    <a:pt x="130416" y="550341"/>
                  </a:lnTo>
                  <a:lnTo>
                    <a:pt x="130416" y="3810"/>
                  </a:lnTo>
                  <a:close/>
                </a:path>
                <a:path w="150495" h="1008379">
                  <a:moveTo>
                    <a:pt x="149936" y="788022"/>
                  </a:moveTo>
                  <a:lnTo>
                    <a:pt x="149275" y="788022"/>
                  </a:lnTo>
                  <a:lnTo>
                    <a:pt x="149275" y="785482"/>
                  </a:lnTo>
                  <a:lnTo>
                    <a:pt x="147053" y="785482"/>
                  </a:lnTo>
                  <a:lnTo>
                    <a:pt x="147053" y="784212"/>
                  </a:lnTo>
                  <a:lnTo>
                    <a:pt x="145503" y="784212"/>
                  </a:lnTo>
                  <a:lnTo>
                    <a:pt x="145503" y="785482"/>
                  </a:lnTo>
                  <a:lnTo>
                    <a:pt x="143281" y="785482"/>
                  </a:lnTo>
                  <a:lnTo>
                    <a:pt x="143281" y="788022"/>
                  </a:lnTo>
                  <a:lnTo>
                    <a:pt x="142621" y="788022"/>
                  </a:lnTo>
                  <a:lnTo>
                    <a:pt x="142621" y="1000277"/>
                  </a:lnTo>
                  <a:lnTo>
                    <a:pt x="142621" y="1001547"/>
                  </a:lnTo>
                  <a:lnTo>
                    <a:pt x="145338" y="1001547"/>
                  </a:lnTo>
                  <a:lnTo>
                    <a:pt x="145338" y="1000277"/>
                  </a:lnTo>
                  <a:lnTo>
                    <a:pt x="149936" y="1000277"/>
                  </a:lnTo>
                  <a:lnTo>
                    <a:pt x="149936" y="788022"/>
                  </a:lnTo>
                  <a:close/>
                </a:path>
              </a:pathLst>
            </a:custGeom>
            <a:solidFill>
              <a:srgbClr val="929599"/>
            </a:solidFill>
          </p:spPr>
          <p:txBody>
            <a:bodyPr wrap="square" lIns="0" tIns="0" rIns="0" bIns="0" rtlCol="0"/>
            <a:lstStyle/>
            <a:p>
              <a:endParaRPr/>
            </a:p>
          </p:txBody>
        </p:sp>
        <p:pic>
          <p:nvPicPr>
            <p:cNvPr id="13" name="object 13"/>
            <p:cNvPicPr/>
            <p:nvPr/>
          </p:nvPicPr>
          <p:blipFill>
            <a:blip r:embed="rId8" cstate="print"/>
            <a:stretch>
              <a:fillRect/>
            </a:stretch>
          </p:blipFill>
          <p:spPr>
            <a:xfrm>
              <a:off x="4325020" y="4408508"/>
              <a:ext cx="84143" cy="84080"/>
            </a:xfrm>
            <a:prstGeom prst="rect">
              <a:avLst/>
            </a:prstGeom>
          </p:spPr>
        </p:pic>
        <p:pic>
          <p:nvPicPr>
            <p:cNvPr id="14" name="object 14"/>
            <p:cNvPicPr/>
            <p:nvPr/>
          </p:nvPicPr>
          <p:blipFill>
            <a:blip r:embed="rId9" cstate="print"/>
            <a:stretch>
              <a:fillRect/>
            </a:stretch>
          </p:blipFill>
          <p:spPr>
            <a:xfrm>
              <a:off x="4325020" y="4247630"/>
              <a:ext cx="84143" cy="84080"/>
            </a:xfrm>
            <a:prstGeom prst="rect">
              <a:avLst/>
            </a:prstGeom>
          </p:spPr>
        </p:pic>
        <p:pic>
          <p:nvPicPr>
            <p:cNvPr id="15" name="object 15"/>
            <p:cNvPicPr/>
            <p:nvPr/>
          </p:nvPicPr>
          <p:blipFill>
            <a:blip r:embed="rId10" cstate="print"/>
            <a:stretch>
              <a:fillRect/>
            </a:stretch>
          </p:blipFill>
          <p:spPr>
            <a:xfrm>
              <a:off x="3967896" y="3962440"/>
              <a:ext cx="84095" cy="315645"/>
            </a:xfrm>
            <a:prstGeom prst="rect">
              <a:avLst/>
            </a:prstGeom>
          </p:spPr>
        </p:pic>
        <p:pic>
          <p:nvPicPr>
            <p:cNvPr id="16" name="object 16"/>
            <p:cNvPicPr/>
            <p:nvPr/>
          </p:nvPicPr>
          <p:blipFill>
            <a:blip r:embed="rId11" cstate="print"/>
            <a:stretch>
              <a:fillRect/>
            </a:stretch>
          </p:blipFill>
          <p:spPr>
            <a:xfrm>
              <a:off x="3675345" y="3962440"/>
              <a:ext cx="85364" cy="315645"/>
            </a:xfrm>
            <a:prstGeom prst="rect">
              <a:avLst/>
            </a:prstGeom>
          </p:spPr>
        </p:pic>
        <p:sp>
          <p:nvSpPr>
            <p:cNvPr id="17" name="object 17"/>
            <p:cNvSpPr/>
            <p:nvPr/>
          </p:nvSpPr>
          <p:spPr>
            <a:xfrm>
              <a:off x="3826501" y="4194004"/>
              <a:ext cx="84455" cy="84455"/>
            </a:xfrm>
            <a:custGeom>
              <a:avLst/>
              <a:gdLst/>
              <a:ahLst/>
              <a:cxnLst/>
              <a:rect l="l" t="t" r="r" b="b"/>
              <a:pathLst>
                <a:path w="84454" h="84454">
                  <a:moveTo>
                    <a:pt x="49978" y="0"/>
                  </a:moveTo>
                  <a:lnTo>
                    <a:pt x="32896" y="0"/>
                  </a:lnTo>
                  <a:lnTo>
                    <a:pt x="25623" y="2444"/>
                  </a:lnTo>
                  <a:lnTo>
                    <a:pt x="0" y="32899"/>
                  </a:lnTo>
                  <a:lnTo>
                    <a:pt x="0" y="49959"/>
                  </a:lnTo>
                  <a:lnTo>
                    <a:pt x="25623" y="80414"/>
                  </a:lnTo>
                  <a:lnTo>
                    <a:pt x="41437" y="84080"/>
                  </a:lnTo>
                  <a:lnTo>
                    <a:pt x="49978" y="82858"/>
                  </a:lnTo>
                  <a:lnTo>
                    <a:pt x="58520" y="80414"/>
                  </a:lnTo>
                  <a:lnTo>
                    <a:pt x="64621" y="76797"/>
                  </a:lnTo>
                  <a:lnTo>
                    <a:pt x="41437" y="76797"/>
                  </a:lnTo>
                  <a:lnTo>
                    <a:pt x="34116" y="75574"/>
                  </a:lnTo>
                  <a:lnTo>
                    <a:pt x="28064" y="74352"/>
                  </a:lnTo>
                  <a:lnTo>
                    <a:pt x="21963" y="70686"/>
                  </a:lnTo>
                  <a:lnTo>
                    <a:pt x="17082" y="65798"/>
                  </a:lnTo>
                  <a:lnTo>
                    <a:pt x="12201" y="60958"/>
                  </a:lnTo>
                  <a:lnTo>
                    <a:pt x="7321" y="48737"/>
                  </a:lnTo>
                  <a:lnTo>
                    <a:pt x="7321" y="34121"/>
                  </a:lnTo>
                  <a:lnTo>
                    <a:pt x="12201" y="21949"/>
                  </a:lnTo>
                  <a:lnTo>
                    <a:pt x="21963" y="12172"/>
                  </a:lnTo>
                  <a:lnTo>
                    <a:pt x="34116" y="7332"/>
                  </a:lnTo>
                  <a:lnTo>
                    <a:pt x="64621" y="7332"/>
                  </a:lnTo>
                  <a:lnTo>
                    <a:pt x="58520" y="2444"/>
                  </a:lnTo>
                  <a:lnTo>
                    <a:pt x="49978" y="0"/>
                  </a:lnTo>
                  <a:close/>
                </a:path>
                <a:path w="84454" h="84454">
                  <a:moveTo>
                    <a:pt x="64621" y="7332"/>
                  </a:moveTo>
                  <a:lnTo>
                    <a:pt x="48758" y="7332"/>
                  </a:lnTo>
                  <a:lnTo>
                    <a:pt x="60960" y="12172"/>
                  </a:lnTo>
                  <a:lnTo>
                    <a:pt x="70721" y="21949"/>
                  </a:lnTo>
                  <a:lnTo>
                    <a:pt x="74382" y="28010"/>
                  </a:lnTo>
                  <a:lnTo>
                    <a:pt x="75553" y="34121"/>
                  </a:lnTo>
                  <a:lnTo>
                    <a:pt x="76774" y="41453"/>
                  </a:lnTo>
                  <a:lnTo>
                    <a:pt x="75553" y="48737"/>
                  </a:lnTo>
                  <a:lnTo>
                    <a:pt x="74382" y="54848"/>
                  </a:lnTo>
                  <a:lnTo>
                    <a:pt x="70721" y="60958"/>
                  </a:lnTo>
                  <a:lnTo>
                    <a:pt x="65841" y="65798"/>
                  </a:lnTo>
                  <a:lnTo>
                    <a:pt x="60960" y="70686"/>
                  </a:lnTo>
                  <a:lnTo>
                    <a:pt x="54859" y="74352"/>
                  </a:lnTo>
                  <a:lnTo>
                    <a:pt x="48758" y="75574"/>
                  </a:lnTo>
                  <a:lnTo>
                    <a:pt x="41437" y="76797"/>
                  </a:lnTo>
                  <a:lnTo>
                    <a:pt x="64621" y="76797"/>
                  </a:lnTo>
                  <a:lnTo>
                    <a:pt x="84095" y="41453"/>
                  </a:lnTo>
                  <a:lnTo>
                    <a:pt x="82875" y="32899"/>
                  </a:lnTo>
                  <a:lnTo>
                    <a:pt x="80434" y="25615"/>
                  </a:lnTo>
                  <a:lnTo>
                    <a:pt x="76774" y="18282"/>
                  </a:lnTo>
                  <a:lnTo>
                    <a:pt x="71942" y="12172"/>
                  </a:lnTo>
                  <a:lnTo>
                    <a:pt x="64621" y="7332"/>
                  </a:lnTo>
                  <a:close/>
                </a:path>
              </a:pathLst>
            </a:custGeom>
            <a:solidFill>
              <a:srgbClr val="929599"/>
            </a:solidFill>
          </p:spPr>
          <p:txBody>
            <a:bodyPr wrap="square" lIns="0" tIns="0" rIns="0" bIns="0" rtlCol="0"/>
            <a:lstStyle/>
            <a:p>
              <a:endParaRPr/>
            </a:p>
          </p:txBody>
        </p:sp>
        <p:pic>
          <p:nvPicPr>
            <p:cNvPr id="18" name="object 18"/>
            <p:cNvPicPr/>
            <p:nvPr/>
          </p:nvPicPr>
          <p:blipFill>
            <a:blip r:embed="rId12" cstate="print"/>
            <a:stretch>
              <a:fillRect/>
            </a:stretch>
          </p:blipFill>
          <p:spPr>
            <a:xfrm>
              <a:off x="3826501" y="3823511"/>
              <a:ext cx="84095" cy="84080"/>
            </a:xfrm>
            <a:prstGeom prst="rect">
              <a:avLst/>
            </a:prstGeom>
          </p:spPr>
        </p:pic>
        <p:sp>
          <p:nvSpPr>
            <p:cNvPr id="19" name="object 19"/>
            <p:cNvSpPr/>
            <p:nvPr/>
          </p:nvSpPr>
          <p:spPr>
            <a:xfrm>
              <a:off x="3525456" y="3900385"/>
              <a:ext cx="346710" cy="377825"/>
            </a:xfrm>
            <a:custGeom>
              <a:avLst/>
              <a:gdLst/>
              <a:ahLst/>
              <a:cxnLst/>
              <a:rect l="l" t="t" r="r" b="b"/>
              <a:pathLst>
                <a:path w="346710" h="377825">
                  <a:moveTo>
                    <a:pt x="84086" y="335076"/>
                  </a:moveTo>
                  <a:lnTo>
                    <a:pt x="82867" y="326529"/>
                  </a:lnTo>
                  <a:lnTo>
                    <a:pt x="80429" y="319239"/>
                  </a:lnTo>
                  <a:lnTo>
                    <a:pt x="76771" y="311912"/>
                  </a:lnTo>
                  <a:lnTo>
                    <a:pt x="76771" y="335076"/>
                  </a:lnTo>
                  <a:lnTo>
                    <a:pt x="75552" y="342366"/>
                  </a:lnTo>
                  <a:lnTo>
                    <a:pt x="41427" y="370420"/>
                  </a:lnTo>
                  <a:lnTo>
                    <a:pt x="35331" y="369201"/>
                  </a:lnTo>
                  <a:lnTo>
                    <a:pt x="28016" y="367982"/>
                  </a:lnTo>
                  <a:lnTo>
                    <a:pt x="7264" y="342366"/>
                  </a:lnTo>
                  <a:lnTo>
                    <a:pt x="7264" y="327748"/>
                  </a:lnTo>
                  <a:lnTo>
                    <a:pt x="35331" y="300951"/>
                  </a:lnTo>
                  <a:lnTo>
                    <a:pt x="48755" y="300951"/>
                  </a:lnTo>
                  <a:lnTo>
                    <a:pt x="76771" y="335076"/>
                  </a:lnTo>
                  <a:lnTo>
                    <a:pt x="76771" y="311912"/>
                  </a:lnTo>
                  <a:lnTo>
                    <a:pt x="71882" y="305803"/>
                  </a:lnTo>
                  <a:lnTo>
                    <a:pt x="65786" y="300951"/>
                  </a:lnTo>
                  <a:lnTo>
                    <a:pt x="58470" y="296075"/>
                  </a:lnTo>
                  <a:lnTo>
                    <a:pt x="49974" y="293624"/>
                  </a:lnTo>
                  <a:lnTo>
                    <a:pt x="32893" y="293624"/>
                  </a:lnTo>
                  <a:lnTo>
                    <a:pt x="3657" y="319239"/>
                  </a:lnTo>
                  <a:lnTo>
                    <a:pt x="0" y="335076"/>
                  </a:lnTo>
                  <a:lnTo>
                    <a:pt x="1219" y="343585"/>
                  </a:lnTo>
                  <a:lnTo>
                    <a:pt x="25565" y="374040"/>
                  </a:lnTo>
                  <a:lnTo>
                    <a:pt x="41427" y="377710"/>
                  </a:lnTo>
                  <a:lnTo>
                    <a:pt x="49974" y="376478"/>
                  </a:lnTo>
                  <a:lnTo>
                    <a:pt x="80429" y="352145"/>
                  </a:lnTo>
                  <a:lnTo>
                    <a:pt x="82867" y="343585"/>
                  </a:lnTo>
                  <a:lnTo>
                    <a:pt x="84086" y="335076"/>
                  </a:lnTo>
                  <a:close/>
                </a:path>
                <a:path w="346710" h="377825">
                  <a:moveTo>
                    <a:pt x="346138" y="3822"/>
                  </a:moveTo>
                  <a:lnTo>
                    <a:pt x="345630" y="3822"/>
                  </a:lnTo>
                  <a:lnTo>
                    <a:pt x="345630" y="1282"/>
                  </a:lnTo>
                  <a:lnTo>
                    <a:pt x="343903" y="1282"/>
                  </a:lnTo>
                  <a:lnTo>
                    <a:pt x="343903" y="0"/>
                  </a:lnTo>
                  <a:lnTo>
                    <a:pt x="341058" y="0"/>
                  </a:lnTo>
                  <a:lnTo>
                    <a:pt x="341058" y="1282"/>
                  </a:lnTo>
                  <a:lnTo>
                    <a:pt x="339318" y="1282"/>
                  </a:lnTo>
                  <a:lnTo>
                    <a:pt x="339318" y="3822"/>
                  </a:lnTo>
                  <a:lnTo>
                    <a:pt x="338810" y="3822"/>
                  </a:lnTo>
                  <a:lnTo>
                    <a:pt x="338810" y="297421"/>
                  </a:lnTo>
                  <a:lnTo>
                    <a:pt x="339509" y="297421"/>
                  </a:lnTo>
                  <a:lnTo>
                    <a:pt x="339509" y="299961"/>
                  </a:lnTo>
                  <a:lnTo>
                    <a:pt x="341757" y="299961"/>
                  </a:lnTo>
                  <a:lnTo>
                    <a:pt x="341757" y="301231"/>
                  </a:lnTo>
                  <a:lnTo>
                    <a:pt x="343192" y="301231"/>
                  </a:lnTo>
                  <a:lnTo>
                    <a:pt x="343192" y="299961"/>
                  </a:lnTo>
                  <a:lnTo>
                    <a:pt x="345440" y="299961"/>
                  </a:lnTo>
                  <a:lnTo>
                    <a:pt x="345440" y="297421"/>
                  </a:lnTo>
                  <a:lnTo>
                    <a:pt x="346138" y="297421"/>
                  </a:lnTo>
                  <a:lnTo>
                    <a:pt x="346138" y="3822"/>
                  </a:lnTo>
                  <a:close/>
                </a:path>
              </a:pathLst>
            </a:custGeom>
            <a:solidFill>
              <a:srgbClr val="929599"/>
            </a:solidFill>
          </p:spPr>
          <p:txBody>
            <a:bodyPr wrap="square" lIns="0" tIns="0" rIns="0" bIns="0" rtlCol="0"/>
            <a:lstStyle/>
            <a:p>
              <a:endParaRPr/>
            </a:p>
          </p:txBody>
        </p:sp>
        <p:pic>
          <p:nvPicPr>
            <p:cNvPr id="20" name="object 20"/>
            <p:cNvPicPr/>
            <p:nvPr/>
          </p:nvPicPr>
          <p:blipFill>
            <a:blip r:embed="rId13" cstate="print"/>
            <a:stretch>
              <a:fillRect/>
            </a:stretch>
          </p:blipFill>
          <p:spPr>
            <a:xfrm>
              <a:off x="3525457" y="3823511"/>
              <a:ext cx="84095" cy="84080"/>
            </a:xfrm>
            <a:prstGeom prst="rect">
              <a:avLst/>
            </a:prstGeom>
          </p:spPr>
        </p:pic>
        <p:sp>
          <p:nvSpPr>
            <p:cNvPr id="21" name="object 21"/>
            <p:cNvSpPr/>
            <p:nvPr/>
          </p:nvSpPr>
          <p:spPr>
            <a:xfrm>
              <a:off x="3563226" y="3900385"/>
              <a:ext cx="2814955" cy="553085"/>
            </a:xfrm>
            <a:custGeom>
              <a:avLst/>
              <a:gdLst/>
              <a:ahLst/>
              <a:cxnLst/>
              <a:rect l="l" t="t" r="r" b="b"/>
              <a:pathLst>
                <a:path w="2814954" h="553085">
                  <a:moveTo>
                    <a:pt x="7327" y="1282"/>
                  </a:moveTo>
                  <a:lnTo>
                    <a:pt x="5791" y="1282"/>
                  </a:lnTo>
                  <a:lnTo>
                    <a:pt x="5791" y="0"/>
                  </a:lnTo>
                  <a:lnTo>
                    <a:pt x="2235" y="0"/>
                  </a:lnTo>
                  <a:lnTo>
                    <a:pt x="2235" y="1282"/>
                  </a:lnTo>
                  <a:lnTo>
                    <a:pt x="508" y="1282"/>
                  </a:lnTo>
                  <a:lnTo>
                    <a:pt x="508" y="3822"/>
                  </a:lnTo>
                  <a:lnTo>
                    <a:pt x="0" y="3822"/>
                  </a:lnTo>
                  <a:lnTo>
                    <a:pt x="0" y="297421"/>
                  </a:lnTo>
                  <a:lnTo>
                    <a:pt x="698" y="297421"/>
                  </a:lnTo>
                  <a:lnTo>
                    <a:pt x="698" y="299961"/>
                  </a:lnTo>
                  <a:lnTo>
                    <a:pt x="2946" y="299961"/>
                  </a:lnTo>
                  <a:lnTo>
                    <a:pt x="2946" y="301231"/>
                  </a:lnTo>
                  <a:lnTo>
                    <a:pt x="4737" y="301231"/>
                  </a:lnTo>
                  <a:lnTo>
                    <a:pt x="4737" y="299961"/>
                  </a:lnTo>
                  <a:lnTo>
                    <a:pt x="7327" y="299961"/>
                  </a:lnTo>
                  <a:lnTo>
                    <a:pt x="7327" y="297421"/>
                  </a:lnTo>
                  <a:lnTo>
                    <a:pt x="7327" y="3822"/>
                  </a:lnTo>
                  <a:lnTo>
                    <a:pt x="7327" y="1282"/>
                  </a:lnTo>
                  <a:close/>
                </a:path>
                <a:path w="2814954" h="553085">
                  <a:moveTo>
                    <a:pt x="411594" y="549071"/>
                  </a:moveTo>
                  <a:lnTo>
                    <a:pt x="411099" y="549071"/>
                  </a:lnTo>
                  <a:lnTo>
                    <a:pt x="411099" y="546531"/>
                  </a:lnTo>
                  <a:lnTo>
                    <a:pt x="39890" y="546531"/>
                  </a:lnTo>
                  <a:lnTo>
                    <a:pt x="39890" y="549071"/>
                  </a:lnTo>
                  <a:lnTo>
                    <a:pt x="39382" y="549071"/>
                  </a:lnTo>
                  <a:lnTo>
                    <a:pt x="39382" y="551624"/>
                  </a:lnTo>
                  <a:lnTo>
                    <a:pt x="40767" y="551624"/>
                  </a:lnTo>
                  <a:lnTo>
                    <a:pt x="40767" y="552894"/>
                  </a:lnTo>
                  <a:lnTo>
                    <a:pt x="410210" y="552894"/>
                  </a:lnTo>
                  <a:lnTo>
                    <a:pt x="410210" y="551624"/>
                  </a:lnTo>
                  <a:lnTo>
                    <a:pt x="411594" y="551624"/>
                  </a:lnTo>
                  <a:lnTo>
                    <a:pt x="411594" y="549071"/>
                  </a:lnTo>
                  <a:close/>
                </a:path>
                <a:path w="2814954" h="553085">
                  <a:moveTo>
                    <a:pt x="808101" y="427659"/>
                  </a:moveTo>
                  <a:lnTo>
                    <a:pt x="806881" y="425272"/>
                  </a:lnTo>
                  <a:lnTo>
                    <a:pt x="804443" y="424053"/>
                  </a:lnTo>
                  <a:lnTo>
                    <a:pt x="800836" y="425272"/>
                  </a:lnTo>
                  <a:lnTo>
                    <a:pt x="800836" y="505688"/>
                  </a:lnTo>
                  <a:lnTo>
                    <a:pt x="804443" y="506907"/>
                  </a:lnTo>
                  <a:lnTo>
                    <a:pt x="806881" y="505688"/>
                  </a:lnTo>
                  <a:lnTo>
                    <a:pt x="808101" y="503237"/>
                  </a:lnTo>
                  <a:lnTo>
                    <a:pt x="808101" y="427659"/>
                  </a:lnTo>
                  <a:close/>
                </a:path>
                <a:path w="2814954" h="553085">
                  <a:moveTo>
                    <a:pt x="1784502" y="399681"/>
                  </a:moveTo>
                  <a:lnTo>
                    <a:pt x="1114082" y="399681"/>
                  </a:lnTo>
                  <a:lnTo>
                    <a:pt x="1114082" y="406984"/>
                  </a:lnTo>
                  <a:lnTo>
                    <a:pt x="1784502" y="406984"/>
                  </a:lnTo>
                  <a:lnTo>
                    <a:pt x="1784502" y="399681"/>
                  </a:lnTo>
                  <a:close/>
                </a:path>
                <a:path w="2814954" h="553085">
                  <a:moveTo>
                    <a:pt x="2307374" y="257086"/>
                  </a:moveTo>
                  <a:lnTo>
                    <a:pt x="1114082" y="257086"/>
                  </a:lnTo>
                  <a:lnTo>
                    <a:pt x="1114082" y="264388"/>
                  </a:lnTo>
                  <a:lnTo>
                    <a:pt x="2307374" y="264388"/>
                  </a:lnTo>
                  <a:lnTo>
                    <a:pt x="2307374" y="257086"/>
                  </a:lnTo>
                  <a:close/>
                </a:path>
                <a:path w="2814954" h="553085">
                  <a:moveTo>
                    <a:pt x="2814434" y="114490"/>
                  </a:moveTo>
                  <a:lnTo>
                    <a:pt x="1115301" y="114490"/>
                  </a:lnTo>
                  <a:lnTo>
                    <a:pt x="1115301" y="121793"/>
                  </a:lnTo>
                  <a:lnTo>
                    <a:pt x="2814434" y="121793"/>
                  </a:lnTo>
                  <a:lnTo>
                    <a:pt x="2814434" y="114490"/>
                  </a:lnTo>
                  <a:close/>
                </a:path>
              </a:pathLst>
            </a:custGeom>
            <a:solidFill>
              <a:srgbClr val="929599"/>
            </a:solidFill>
          </p:spPr>
          <p:txBody>
            <a:bodyPr wrap="square" lIns="0" tIns="0" rIns="0" bIns="0" rtlCol="0"/>
            <a:lstStyle/>
            <a:p>
              <a:endParaRPr/>
            </a:p>
          </p:txBody>
        </p:sp>
        <p:pic>
          <p:nvPicPr>
            <p:cNvPr id="22" name="object 22"/>
            <p:cNvPicPr/>
            <p:nvPr/>
          </p:nvPicPr>
          <p:blipFill>
            <a:blip r:embed="rId14" cstate="print"/>
            <a:stretch>
              <a:fillRect/>
            </a:stretch>
          </p:blipFill>
          <p:spPr>
            <a:xfrm>
              <a:off x="4140968" y="4486479"/>
              <a:ext cx="229150" cy="97523"/>
            </a:xfrm>
            <a:prstGeom prst="rect">
              <a:avLst/>
            </a:prstGeom>
          </p:spPr>
        </p:pic>
        <p:pic>
          <p:nvPicPr>
            <p:cNvPr id="23" name="object 23"/>
            <p:cNvPicPr/>
            <p:nvPr/>
          </p:nvPicPr>
          <p:blipFill>
            <a:blip r:embed="rId15" cstate="print"/>
            <a:stretch>
              <a:fillRect/>
            </a:stretch>
          </p:blipFill>
          <p:spPr>
            <a:xfrm>
              <a:off x="824357" y="1713864"/>
              <a:ext cx="84095" cy="85351"/>
            </a:xfrm>
            <a:prstGeom prst="rect">
              <a:avLst/>
            </a:prstGeom>
          </p:spPr>
        </p:pic>
        <p:pic>
          <p:nvPicPr>
            <p:cNvPr id="24" name="object 24"/>
            <p:cNvPicPr/>
            <p:nvPr/>
          </p:nvPicPr>
          <p:blipFill>
            <a:blip r:embed="rId16" cstate="print"/>
            <a:stretch>
              <a:fillRect/>
            </a:stretch>
          </p:blipFill>
          <p:spPr>
            <a:xfrm>
              <a:off x="824357" y="1846732"/>
              <a:ext cx="84095" cy="84080"/>
            </a:xfrm>
            <a:prstGeom prst="rect">
              <a:avLst/>
            </a:prstGeom>
          </p:spPr>
        </p:pic>
        <p:pic>
          <p:nvPicPr>
            <p:cNvPr id="25" name="object 25"/>
            <p:cNvPicPr/>
            <p:nvPr/>
          </p:nvPicPr>
          <p:blipFill>
            <a:blip r:embed="rId17" cstate="print"/>
            <a:stretch>
              <a:fillRect/>
            </a:stretch>
          </p:blipFill>
          <p:spPr>
            <a:xfrm>
              <a:off x="824357" y="1999055"/>
              <a:ext cx="84095" cy="84129"/>
            </a:xfrm>
            <a:prstGeom prst="rect">
              <a:avLst/>
            </a:prstGeom>
          </p:spPr>
        </p:pic>
        <p:pic>
          <p:nvPicPr>
            <p:cNvPr id="26" name="object 26"/>
            <p:cNvPicPr/>
            <p:nvPr/>
          </p:nvPicPr>
          <p:blipFill>
            <a:blip r:embed="rId18" cstate="print"/>
            <a:stretch>
              <a:fillRect/>
            </a:stretch>
          </p:blipFill>
          <p:spPr>
            <a:xfrm>
              <a:off x="664659" y="2006387"/>
              <a:ext cx="84095" cy="84080"/>
            </a:xfrm>
            <a:prstGeom prst="rect">
              <a:avLst/>
            </a:prstGeom>
          </p:spPr>
        </p:pic>
        <p:pic>
          <p:nvPicPr>
            <p:cNvPr id="27" name="object 27"/>
            <p:cNvPicPr/>
            <p:nvPr/>
          </p:nvPicPr>
          <p:blipFill>
            <a:blip r:embed="rId19" cstate="print"/>
            <a:stretch>
              <a:fillRect/>
            </a:stretch>
          </p:blipFill>
          <p:spPr>
            <a:xfrm>
              <a:off x="663439" y="2158710"/>
              <a:ext cx="85315" cy="85302"/>
            </a:xfrm>
            <a:prstGeom prst="rect">
              <a:avLst/>
            </a:prstGeom>
          </p:spPr>
        </p:pic>
        <p:pic>
          <p:nvPicPr>
            <p:cNvPr id="28" name="object 28"/>
            <p:cNvPicPr/>
            <p:nvPr/>
          </p:nvPicPr>
          <p:blipFill>
            <a:blip r:embed="rId20" cstate="print"/>
            <a:stretch>
              <a:fillRect/>
            </a:stretch>
          </p:blipFill>
          <p:spPr>
            <a:xfrm>
              <a:off x="502570" y="1713864"/>
              <a:ext cx="84095" cy="85351"/>
            </a:xfrm>
            <a:prstGeom prst="rect">
              <a:avLst/>
            </a:prstGeom>
          </p:spPr>
        </p:pic>
        <p:pic>
          <p:nvPicPr>
            <p:cNvPr id="29" name="object 29"/>
            <p:cNvPicPr/>
            <p:nvPr/>
          </p:nvPicPr>
          <p:blipFill>
            <a:blip r:embed="rId21" cstate="print"/>
            <a:stretch>
              <a:fillRect/>
            </a:stretch>
          </p:blipFill>
          <p:spPr>
            <a:xfrm>
              <a:off x="824357" y="1088684"/>
              <a:ext cx="84095" cy="84080"/>
            </a:xfrm>
            <a:prstGeom prst="rect">
              <a:avLst/>
            </a:prstGeom>
          </p:spPr>
        </p:pic>
        <p:pic>
          <p:nvPicPr>
            <p:cNvPr id="30" name="object 30"/>
            <p:cNvPicPr/>
            <p:nvPr/>
          </p:nvPicPr>
          <p:blipFill>
            <a:blip r:embed="rId22" cstate="print"/>
            <a:stretch>
              <a:fillRect/>
            </a:stretch>
          </p:blipFill>
          <p:spPr>
            <a:xfrm>
              <a:off x="345312" y="1874742"/>
              <a:ext cx="84104" cy="84129"/>
            </a:xfrm>
            <a:prstGeom prst="rect">
              <a:avLst/>
            </a:prstGeom>
          </p:spPr>
        </p:pic>
        <p:pic>
          <p:nvPicPr>
            <p:cNvPr id="31" name="object 31"/>
            <p:cNvPicPr/>
            <p:nvPr/>
          </p:nvPicPr>
          <p:blipFill>
            <a:blip r:embed="rId23" cstate="print"/>
            <a:stretch>
              <a:fillRect/>
            </a:stretch>
          </p:blipFill>
          <p:spPr>
            <a:xfrm>
              <a:off x="345312" y="1431118"/>
              <a:ext cx="84104" cy="85351"/>
            </a:xfrm>
            <a:prstGeom prst="rect">
              <a:avLst/>
            </a:prstGeom>
          </p:spPr>
        </p:pic>
        <p:pic>
          <p:nvPicPr>
            <p:cNvPr id="32" name="object 32"/>
            <p:cNvPicPr/>
            <p:nvPr/>
          </p:nvPicPr>
          <p:blipFill>
            <a:blip r:embed="rId24" cstate="print"/>
            <a:stretch>
              <a:fillRect/>
            </a:stretch>
          </p:blipFill>
          <p:spPr>
            <a:xfrm>
              <a:off x="345312" y="2016115"/>
              <a:ext cx="84104" cy="84129"/>
            </a:xfrm>
            <a:prstGeom prst="rect">
              <a:avLst/>
            </a:prstGeom>
          </p:spPr>
        </p:pic>
        <p:pic>
          <p:nvPicPr>
            <p:cNvPr id="33" name="object 33"/>
            <p:cNvPicPr/>
            <p:nvPr/>
          </p:nvPicPr>
          <p:blipFill>
            <a:blip r:embed="rId25" cstate="print"/>
            <a:stretch>
              <a:fillRect/>
            </a:stretch>
          </p:blipFill>
          <p:spPr>
            <a:xfrm>
              <a:off x="345312" y="2158710"/>
              <a:ext cx="84104" cy="84129"/>
            </a:xfrm>
            <a:prstGeom prst="rect">
              <a:avLst/>
            </a:prstGeom>
          </p:spPr>
        </p:pic>
        <p:pic>
          <p:nvPicPr>
            <p:cNvPr id="34" name="object 34"/>
            <p:cNvPicPr/>
            <p:nvPr/>
          </p:nvPicPr>
          <p:blipFill>
            <a:blip r:embed="rId26" cstate="print"/>
            <a:stretch>
              <a:fillRect/>
            </a:stretch>
          </p:blipFill>
          <p:spPr>
            <a:xfrm>
              <a:off x="345312" y="2297639"/>
              <a:ext cx="84104" cy="85351"/>
            </a:xfrm>
            <a:prstGeom prst="rect">
              <a:avLst/>
            </a:prstGeom>
          </p:spPr>
        </p:pic>
        <p:pic>
          <p:nvPicPr>
            <p:cNvPr id="35" name="object 35"/>
            <p:cNvPicPr/>
            <p:nvPr/>
          </p:nvPicPr>
          <p:blipFill>
            <a:blip r:embed="rId27" cstate="print"/>
            <a:stretch>
              <a:fillRect/>
            </a:stretch>
          </p:blipFill>
          <p:spPr>
            <a:xfrm>
              <a:off x="966972" y="1713864"/>
              <a:ext cx="84095" cy="85351"/>
            </a:xfrm>
            <a:prstGeom prst="rect">
              <a:avLst/>
            </a:prstGeom>
          </p:spPr>
        </p:pic>
        <p:pic>
          <p:nvPicPr>
            <p:cNvPr id="36" name="object 36"/>
            <p:cNvPicPr/>
            <p:nvPr/>
          </p:nvPicPr>
          <p:blipFill>
            <a:blip r:embed="rId28" cstate="print"/>
            <a:stretch>
              <a:fillRect/>
            </a:stretch>
          </p:blipFill>
          <p:spPr>
            <a:xfrm>
              <a:off x="824357" y="1554208"/>
              <a:ext cx="84095" cy="84129"/>
            </a:xfrm>
            <a:prstGeom prst="rect">
              <a:avLst/>
            </a:prstGeom>
          </p:spPr>
        </p:pic>
        <p:pic>
          <p:nvPicPr>
            <p:cNvPr id="37" name="object 37"/>
            <p:cNvPicPr/>
            <p:nvPr/>
          </p:nvPicPr>
          <p:blipFill>
            <a:blip r:embed="rId29" cstate="print"/>
            <a:stretch>
              <a:fillRect/>
            </a:stretch>
          </p:blipFill>
          <p:spPr>
            <a:xfrm>
              <a:off x="966972" y="1554208"/>
              <a:ext cx="84095" cy="84129"/>
            </a:xfrm>
            <a:prstGeom prst="rect">
              <a:avLst/>
            </a:prstGeom>
          </p:spPr>
        </p:pic>
        <p:pic>
          <p:nvPicPr>
            <p:cNvPr id="38" name="object 38"/>
            <p:cNvPicPr/>
            <p:nvPr/>
          </p:nvPicPr>
          <p:blipFill>
            <a:blip r:embed="rId30" cstate="print"/>
            <a:stretch>
              <a:fillRect/>
            </a:stretch>
          </p:blipFill>
          <p:spPr>
            <a:xfrm>
              <a:off x="1108367" y="1713864"/>
              <a:ext cx="85315" cy="85351"/>
            </a:xfrm>
            <a:prstGeom prst="rect">
              <a:avLst/>
            </a:prstGeom>
          </p:spPr>
        </p:pic>
        <p:pic>
          <p:nvPicPr>
            <p:cNvPr id="39" name="object 39"/>
            <p:cNvPicPr/>
            <p:nvPr/>
          </p:nvPicPr>
          <p:blipFill>
            <a:blip r:embed="rId31" cstate="print"/>
            <a:stretch>
              <a:fillRect/>
            </a:stretch>
          </p:blipFill>
          <p:spPr>
            <a:xfrm>
              <a:off x="824357" y="1351926"/>
              <a:ext cx="84095" cy="84080"/>
            </a:xfrm>
            <a:prstGeom prst="rect">
              <a:avLst/>
            </a:prstGeom>
          </p:spPr>
        </p:pic>
        <p:pic>
          <p:nvPicPr>
            <p:cNvPr id="40" name="object 40"/>
            <p:cNvPicPr/>
            <p:nvPr/>
          </p:nvPicPr>
          <p:blipFill>
            <a:blip r:embed="rId32" cstate="print"/>
            <a:stretch>
              <a:fillRect/>
            </a:stretch>
          </p:blipFill>
          <p:spPr>
            <a:xfrm>
              <a:off x="1108367" y="1999055"/>
              <a:ext cx="85315" cy="84129"/>
            </a:xfrm>
            <a:prstGeom prst="rect">
              <a:avLst/>
            </a:prstGeom>
          </p:spPr>
        </p:pic>
        <p:pic>
          <p:nvPicPr>
            <p:cNvPr id="41" name="object 41"/>
            <p:cNvPicPr/>
            <p:nvPr/>
          </p:nvPicPr>
          <p:blipFill>
            <a:blip r:embed="rId33" cstate="print"/>
            <a:stretch>
              <a:fillRect/>
            </a:stretch>
          </p:blipFill>
          <p:spPr>
            <a:xfrm>
              <a:off x="824357" y="2239174"/>
              <a:ext cx="84095" cy="85302"/>
            </a:xfrm>
            <a:prstGeom prst="rect">
              <a:avLst/>
            </a:prstGeom>
          </p:spPr>
        </p:pic>
        <p:pic>
          <p:nvPicPr>
            <p:cNvPr id="42" name="object 42"/>
            <p:cNvPicPr/>
            <p:nvPr/>
          </p:nvPicPr>
          <p:blipFill>
            <a:blip r:embed="rId34" cstate="print"/>
            <a:stretch>
              <a:fillRect/>
            </a:stretch>
          </p:blipFill>
          <p:spPr>
            <a:xfrm>
              <a:off x="824357" y="2380547"/>
              <a:ext cx="84095" cy="84080"/>
            </a:xfrm>
            <a:prstGeom prst="rect">
              <a:avLst/>
            </a:prstGeom>
          </p:spPr>
        </p:pic>
        <p:pic>
          <p:nvPicPr>
            <p:cNvPr id="43" name="object 43"/>
            <p:cNvPicPr/>
            <p:nvPr/>
          </p:nvPicPr>
          <p:blipFill>
            <a:blip r:embed="rId35" cstate="print"/>
            <a:stretch>
              <a:fillRect/>
            </a:stretch>
          </p:blipFill>
          <p:spPr>
            <a:xfrm>
              <a:off x="824357" y="2777829"/>
              <a:ext cx="84095" cy="85302"/>
            </a:xfrm>
            <a:prstGeom prst="rect">
              <a:avLst/>
            </a:prstGeom>
          </p:spPr>
        </p:pic>
        <p:pic>
          <p:nvPicPr>
            <p:cNvPr id="44" name="object 44"/>
            <p:cNvPicPr/>
            <p:nvPr/>
          </p:nvPicPr>
          <p:blipFill>
            <a:blip r:embed="rId36" cstate="print"/>
            <a:stretch>
              <a:fillRect/>
            </a:stretch>
          </p:blipFill>
          <p:spPr>
            <a:xfrm>
              <a:off x="1108367" y="2380547"/>
              <a:ext cx="85315" cy="84080"/>
            </a:xfrm>
            <a:prstGeom prst="rect">
              <a:avLst/>
            </a:prstGeom>
          </p:spPr>
        </p:pic>
        <p:pic>
          <p:nvPicPr>
            <p:cNvPr id="45" name="object 45"/>
            <p:cNvPicPr/>
            <p:nvPr/>
          </p:nvPicPr>
          <p:blipFill>
            <a:blip r:embed="rId37" cstate="print"/>
            <a:stretch>
              <a:fillRect/>
            </a:stretch>
          </p:blipFill>
          <p:spPr>
            <a:xfrm>
              <a:off x="1108367" y="1856460"/>
              <a:ext cx="85315" cy="84129"/>
            </a:xfrm>
            <a:prstGeom prst="rect">
              <a:avLst/>
            </a:prstGeom>
          </p:spPr>
        </p:pic>
        <p:sp>
          <p:nvSpPr>
            <p:cNvPr id="46" name="object 46"/>
            <p:cNvSpPr/>
            <p:nvPr/>
          </p:nvSpPr>
          <p:spPr>
            <a:xfrm>
              <a:off x="1982313" y="804716"/>
              <a:ext cx="84455" cy="84455"/>
            </a:xfrm>
            <a:custGeom>
              <a:avLst/>
              <a:gdLst/>
              <a:ahLst/>
              <a:cxnLst/>
              <a:rect l="l" t="t" r="r" b="b"/>
              <a:pathLst>
                <a:path w="84455" h="84455">
                  <a:moveTo>
                    <a:pt x="51198" y="0"/>
                  </a:moveTo>
                  <a:lnTo>
                    <a:pt x="34116" y="0"/>
                  </a:lnTo>
                  <a:lnTo>
                    <a:pt x="25575" y="3666"/>
                  </a:lnTo>
                  <a:lnTo>
                    <a:pt x="0" y="41453"/>
                  </a:lnTo>
                  <a:lnTo>
                    <a:pt x="1220" y="49959"/>
                  </a:lnTo>
                  <a:lnTo>
                    <a:pt x="25575" y="80414"/>
                  </a:lnTo>
                  <a:lnTo>
                    <a:pt x="42657" y="84080"/>
                  </a:lnTo>
                  <a:lnTo>
                    <a:pt x="51198" y="82858"/>
                  </a:lnTo>
                  <a:lnTo>
                    <a:pt x="58520" y="80414"/>
                  </a:lnTo>
                  <a:lnTo>
                    <a:pt x="65792" y="76797"/>
                  </a:lnTo>
                  <a:lnTo>
                    <a:pt x="42657" y="76797"/>
                  </a:lnTo>
                  <a:lnTo>
                    <a:pt x="28015" y="74352"/>
                  </a:lnTo>
                  <a:lnTo>
                    <a:pt x="23134" y="70686"/>
                  </a:lnTo>
                  <a:lnTo>
                    <a:pt x="17033" y="67020"/>
                  </a:lnTo>
                  <a:lnTo>
                    <a:pt x="13422" y="60909"/>
                  </a:lnTo>
                  <a:lnTo>
                    <a:pt x="9761" y="56070"/>
                  </a:lnTo>
                  <a:lnTo>
                    <a:pt x="7321" y="41453"/>
                  </a:lnTo>
                  <a:lnTo>
                    <a:pt x="8541" y="35343"/>
                  </a:lnTo>
                  <a:lnTo>
                    <a:pt x="9761" y="28010"/>
                  </a:lnTo>
                  <a:lnTo>
                    <a:pt x="13422" y="21949"/>
                  </a:lnTo>
                  <a:lnTo>
                    <a:pt x="17033" y="17060"/>
                  </a:lnTo>
                  <a:lnTo>
                    <a:pt x="23134" y="13394"/>
                  </a:lnTo>
                  <a:lnTo>
                    <a:pt x="28015" y="9727"/>
                  </a:lnTo>
                  <a:lnTo>
                    <a:pt x="35336" y="7283"/>
                  </a:lnTo>
                  <a:lnTo>
                    <a:pt x="65792" y="7283"/>
                  </a:lnTo>
                  <a:lnTo>
                    <a:pt x="51198" y="0"/>
                  </a:lnTo>
                  <a:close/>
                </a:path>
                <a:path w="84455" h="84455">
                  <a:moveTo>
                    <a:pt x="65792" y="7283"/>
                  </a:moveTo>
                  <a:lnTo>
                    <a:pt x="48758" y="7283"/>
                  </a:lnTo>
                  <a:lnTo>
                    <a:pt x="56079" y="9727"/>
                  </a:lnTo>
                  <a:lnTo>
                    <a:pt x="62131" y="13394"/>
                  </a:lnTo>
                  <a:lnTo>
                    <a:pt x="67012" y="17060"/>
                  </a:lnTo>
                  <a:lnTo>
                    <a:pt x="70673" y="21949"/>
                  </a:lnTo>
                  <a:lnTo>
                    <a:pt x="74333" y="28010"/>
                  </a:lnTo>
                  <a:lnTo>
                    <a:pt x="76774" y="35343"/>
                  </a:lnTo>
                  <a:lnTo>
                    <a:pt x="76774" y="48737"/>
                  </a:lnTo>
                  <a:lnTo>
                    <a:pt x="74333" y="56070"/>
                  </a:lnTo>
                  <a:lnTo>
                    <a:pt x="70673" y="60909"/>
                  </a:lnTo>
                  <a:lnTo>
                    <a:pt x="67012" y="67020"/>
                  </a:lnTo>
                  <a:lnTo>
                    <a:pt x="62131" y="70686"/>
                  </a:lnTo>
                  <a:lnTo>
                    <a:pt x="56079" y="74352"/>
                  </a:lnTo>
                  <a:lnTo>
                    <a:pt x="48758" y="75574"/>
                  </a:lnTo>
                  <a:lnTo>
                    <a:pt x="42657" y="76797"/>
                  </a:lnTo>
                  <a:lnTo>
                    <a:pt x="65792" y="76797"/>
                  </a:lnTo>
                  <a:lnTo>
                    <a:pt x="71893" y="71908"/>
                  </a:lnTo>
                  <a:lnTo>
                    <a:pt x="76774" y="65798"/>
                  </a:lnTo>
                  <a:lnTo>
                    <a:pt x="80434" y="58514"/>
                  </a:lnTo>
                  <a:lnTo>
                    <a:pt x="82875" y="49959"/>
                  </a:lnTo>
                  <a:lnTo>
                    <a:pt x="84095" y="41453"/>
                  </a:lnTo>
                  <a:lnTo>
                    <a:pt x="82875" y="32899"/>
                  </a:lnTo>
                  <a:lnTo>
                    <a:pt x="80434" y="25566"/>
                  </a:lnTo>
                  <a:lnTo>
                    <a:pt x="76774" y="18282"/>
                  </a:lnTo>
                  <a:lnTo>
                    <a:pt x="71893" y="12172"/>
                  </a:lnTo>
                  <a:lnTo>
                    <a:pt x="65792" y="7283"/>
                  </a:lnTo>
                  <a:close/>
                </a:path>
              </a:pathLst>
            </a:custGeom>
            <a:solidFill>
              <a:srgbClr val="929599"/>
            </a:solidFill>
          </p:spPr>
          <p:txBody>
            <a:bodyPr wrap="square" lIns="0" tIns="0" rIns="0" bIns="0" rtlCol="0"/>
            <a:lstStyle/>
            <a:p>
              <a:endParaRPr/>
            </a:p>
          </p:txBody>
        </p:sp>
        <p:pic>
          <p:nvPicPr>
            <p:cNvPr id="47" name="object 47"/>
            <p:cNvPicPr/>
            <p:nvPr/>
          </p:nvPicPr>
          <p:blipFill>
            <a:blip r:embed="rId38" cstate="print"/>
            <a:stretch>
              <a:fillRect/>
            </a:stretch>
          </p:blipFill>
          <p:spPr>
            <a:xfrm>
              <a:off x="1982313" y="1088684"/>
              <a:ext cx="84095" cy="84080"/>
            </a:xfrm>
            <a:prstGeom prst="rect">
              <a:avLst/>
            </a:prstGeom>
          </p:spPr>
        </p:pic>
        <p:pic>
          <p:nvPicPr>
            <p:cNvPr id="48" name="object 48"/>
            <p:cNvPicPr/>
            <p:nvPr/>
          </p:nvPicPr>
          <p:blipFill>
            <a:blip r:embed="rId39" cstate="print"/>
            <a:stretch>
              <a:fillRect/>
            </a:stretch>
          </p:blipFill>
          <p:spPr>
            <a:xfrm>
              <a:off x="1844578" y="1088684"/>
              <a:ext cx="84095" cy="84080"/>
            </a:xfrm>
            <a:prstGeom prst="rect">
              <a:avLst/>
            </a:prstGeom>
          </p:spPr>
        </p:pic>
        <p:pic>
          <p:nvPicPr>
            <p:cNvPr id="49" name="object 49"/>
            <p:cNvPicPr/>
            <p:nvPr/>
          </p:nvPicPr>
          <p:blipFill>
            <a:blip r:embed="rId40" cstate="print"/>
            <a:stretch>
              <a:fillRect/>
            </a:stretch>
          </p:blipFill>
          <p:spPr>
            <a:xfrm>
              <a:off x="1982313" y="947311"/>
              <a:ext cx="84095" cy="84080"/>
            </a:xfrm>
            <a:prstGeom prst="rect">
              <a:avLst/>
            </a:prstGeom>
          </p:spPr>
        </p:pic>
        <p:sp>
          <p:nvSpPr>
            <p:cNvPr id="50" name="object 50"/>
            <p:cNvSpPr/>
            <p:nvPr/>
          </p:nvSpPr>
          <p:spPr>
            <a:xfrm>
              <a:off x="1982305" y="662126"/>
              <a:ext cx="84455" cy="226695"/>
            </a:xfrm>
            <a:custGeom>
              <a:avLst/>
              <a:gdLst/>
              <a:ahLst/>
              <a:cxnLst/>
              <a:rect l="l" t="t" r="r" b="b"/>
              <a:pathLst>
                <a:path w="84455" h="226694">
                  <a:moveTo>
                    <a:pt x="84099" y="184048"/>
                  </a:moveTo>
                  <a:lnTo>
                    <a:pt x="82880" y="175488"/>
                  </a:lnTo>
                  <a:lnTo>
                    <a:pt x="80441" y="168160"/>
                  </a:lnTo>
                  <a:lnTo>
                    <a:pt x="76771" y="160883"/>
                  </a:lnTo>
                  <a:lnTo>
                    <a:pt x="76771" y="177939"/>
                  </a:lnTo>
                  <a:lnTo>
                    <a:pt x="76771" y="191338"/>
                  </a:lnTo>
                  <a:lnTo>
                    <a:pt x="74333" y="198666"/>
                  </a:lnTo>
                  <a:lnTo>
                    <a:pt x="70675" y="203504"/>
                  </a:lnTo>
                  <a:lnTo>
                    <a:pt x="67017" y="209613"/>
                  </a:lnTo>
                  <a:lnTo>
                    <a:pt x="62128" y="213283"/>
                  </a:lnTo>
                  <a:lnTo>
                    <a:pt x="56083" y="216954"/>
                  </a:lnTo>
                  <a:lnTo>
                    <a:pt x="48755" y="218173"/>
                  </a:lnTo>
                  <a:lnTo>
                    <a:pt x="42659" y="219392"/>
                  </a:lnTo>
                  <a:lnTo>
                    <a:pt x="28016" y="216954"/>
                  </a:lnTo>
                  <a:lnTo>
                    <a:pt x="23139" y="213283"/>
                  </a:lnTo>
                  <a:lnTo>
                    <a:pt x="17030" y="209613"/>
                  </a:lnTo>
                  <a:lnTo>
                    <a:pt x="13423" y="203504"/>
                  </a:lnTo>
                  <a:lnTo>
                    <a:pt x="9766" y="198666"/>
                  </a:lnTo>
                  <a:lnTo>
                    <a:pt x="7327" y="184048"/>
                  </a:lnTo>
                  <a:lnTo>
                    <a:pt x="8547" y="177939"/>
                  </a:lnTo>
                  <a:lnTo>
                    <a:pt x="9766" y="170611"/>
                  </a:lnTo>
                  <a:lnTo>
                    <a:pt x="13423" y="164541"/>
                  </a:lnTo>
                  <a:lnTo>
                    <a:pt x="17030" y="159651"/>
                  </a:lnTo>
                  <a:lnTo>
                    <a:pt x="23139" y="155994"/>
                  </a:lnTo>
                  <a:lnTo>
                    <a:pt x="28016" y="152323"/>
                  </a:lnTo>
                  <a:lnTo>
                    <a:pt x="35344" y="149885"/>
                  </a:lnTo>
                  <a:lnTo>
                    <a:pt x="48755" y="149885"/>
                  </a:lnTo>
                  <a:lnTo>
                    <a:pt x="76771" y="177939"/>
                  </a:lnTo>
                  <a:lnTo>
                    <a:pt x="76771" y="160883"/>
                  </a:lnTo>
                  <a:lnTo>
                    <a:pt x="71894" y="154762"/>
                  </a:lnTo>
                  <a:lnTo>
                    <a:pt x="65798" y="149885"/>
                  </a:lnTo>
                  <a:lnTo>
                    <a:pt x="51206" y="142595"/>
                  </a:lnTo>
                  <a:lnTo>
                    <a:pt x="34112" y="142595"/>
                  </a:lnTo>
                  <a:lnTo>
                    <a:pt x="3657" y="168160"/>
                  </a:lnTo>
                  <a:lnTo>
                    <a:pt x="0" y="184048"/>
                  </a:lnTo>
                  <a:lnTo>
                    <a:pt x="1219" y="192557"/>
                  </a:lnTo>
                  <a:lnTo>
                    <a:pt x="25577" y="223012"/>
                  </a:lnTo>
                  <a:lnTo>
                    <a:pt x="42659" y="226682"/>
                  </a:lnTo>
                  <a:lnTo>
                    <a:pt x="51206" y="225450"/>
                  </a:lnTo>
                  <a:lnTo>
                    <a:pt x="82880" y="192557"/>
                  </a:lnTo>
                  <a:lnTo>
                    <a:pt x="84099" y="184048"/>
                  </a:lnTo>
                  <a:close/>
                </a:path>
                <a:path w="84455" h="226694">
                  <a:moveTo>
                    <a:pt x="84099" y="42672"/>
                  </a:moveTo>
                  <a:lnTo>
                    <a:pt x="82880" y="34124"/>
                  </a:lnTo>
                  <a:lnTo>
                    <a:pt x="80441" y="25615"/>
                  </a:lnTo>
                  <a:lnTo>
                    <a:pt x="76771" y="18288"/>
                  </a:lnTo>
                  <a:lnTo>
                    <a:pt x="76771" y="35344"/>
                  </a:lnTo>
                  <a:lnTo>
                    <a:pt x="76771" y="48742"/>
                  </a:lnTo>
                  <a:lnTo>
                    <a:pt x="48755" y="76796"/>
                  </a:lnTo>
                  <a:lnTo>
                    <a:pt x="35344" y="76796"/>
                  </a:lnTo>
                  <a:lnTo>
                    <a:pt x="28016" y="74358"/>
                  </a:lnTo>
                  <a:lnTo>
                    <a:pt x="23139" y="70688"/>
                  </a:lnTo>
                  <a:lnTo>
                    <a:pt x="17030" y="67017"/>
                  </a:lnTo>
                  <a:lnTo>
                    <a:pt x="13423" y="62128"/>
                  </a:lnTo>
                  <a:lnTo>
                    <a:pt x="9766" y="56070"/>
                  </a:lnTo>
                  <a:lnTo>
                    <a:pt x="8547" y="48742"/>
                  </a:lnTo>
                  <a:lnTo>
                    <a:pt x="7327" y="42672"/>
                  </a:lnTo>
                  <a:lnTo>
                    <a:pt x="8547" y="35344"/>
                  </a:lnTo>
                  <a:lnTo>
                    <a:pt x="9766" y="29235"/>
                  </a:lnTo>
                  <a:lnTo>
                    <a:pt x="13423" y="23177"/>
                  </a:lnTo>
                  <a:lnTo>
                    <a:pt x="17030" y="17056"/>
                  </a:lnTo>
                  <a:lnTo>
                    <a:pt x="23139" y="13398"/>
                  </a:lnTo>
                  <a:lnTo>
                    <a:pt x="28016" y="9728"/>
                  </a:lnTo>
                  <a:lnTo>
                    <a:pt x="42659" y="7327"/>
                  </a:lnTo>
                  <a:lnTo>
                    <a:pt x="48755" y="8559"/>
                  </a:lnTo>
                  <a:lnTo>
                    <a:pt x="56083" y="9728"/>
                  </a:lnTo>
                  <a:lnTo>
                    <a:pt x="62128" y="13398"/>
                  </a:lnTo>
                  <a:lnTo>
                    <a:pt x="67017" y="17056"/>
                  </a:lnTo>
                  <a:lnTo>
                    <a:pt x="74333" y="29235"/>
                  </a:lnTo>
                  <a:lnTo>
                    <a:pt x="76771" y="35344"/>
                  </a:lnTo>
                  <a:lnTo>
                    <a:pt x="76771" y="18288"/>
                  </a:lnTo>
                  <a:lnTo>
                    <a:pt x="42659" y="0"/>
                  </a:lnTo>
                  <a:lnTo>
                    <a:pt x="34112" y="1219"/>
                  </a:lnTo>
                  <a:lnTo>
                    <a:pt x="3657" y="25615"/>
                  </a:lnTo>
                  <a:lnTo>
                    <a:pt x="0" y="42672"/>
                  </a:lnTo>
                  <a:lnTo>
                    <a:pt x="1219" y="51181"/>
                  </a:lnTo>
                  <a:lnTo>
                    <a:pt x="25577" y="81635"/>
                  </a:lnTo>
                  <a:lnTo>
                    <a:pt x="34112" y="84086"/>
                  </a:lnTo>
                  <a:lnTo>
                    <a:pt x="51206" y="84086"/>
                  </a:lnTo>
                  <a:lnTo>
                    <a:pt x="80441" y="58508"/>
                  </a:lnTo>
                  <a:lnTo>
                    <a:pt x="82880" y="51181"/>
                  </a:lnTo>
                  <a:lnTo>
                    <a:pt x="84099" y="42672"/>
                  </a:lnTo>
                  <a:close/>
                </a:path>
              </a:pathLst>
            </a:custGeom>
            <a:solidFill>
              <a:srgbClr val="929599"/>
            </a:solidFill>
          </p:spPr>
          <p:txBody>
            <a:bodyPr wrap="square" lIns="0" tIns="0" rIns="0" bIns="0" rtlCol="0"/>
            <a:lstStyle/>
            <a:p>
              <a:endParaRPr/>
            </a:p>
          </p:txBody>
        </p:sp>
        <p:pic>
          <p:nvPicPr>
            <p:cNvPr id="51" name="object 51"/>
            <p:cNvPicPr/>
            <p:nvPr/>
          </p:nvPicPr>
          <p:blipFill>
            <a:blip r:embed="rId41" cstate="print"/>
            <a:stretch>
              <a:fillRect/>
            </a:stretch>
          </p:blipFill>
          <p:spPr>
            <a:xfrm>
              <a:off x="3436481" y="662121"/>
              <a:ext cx="84095" cy="85302"/>
            </a:xfrm>
            <a:prstGeom prst="rect">
              <a:avLst/>
            </a:prstGeom>
          </p:spPr>
        </p:pic>
        <p:pic>
          <p:nvPicPr>
            <p:cNvPr id="52" name="object 52"/>
            <p:cNvPicPr/>
            <p:nvPr/>
          </p:nvPicPr>
          <p:blipFill>
            <a:blip r:embed="rId42" cstate="print"/>
            <a:stretch>
              <a:fillRect/>
            </a:stretch>
          </p:blipFill>
          <p:spPr>
            <a:xfrm>
              <a:off x="3854566" y="804716"/>
              <a:ext cx="84095" cy="84080"/>
            </a:xfrm>
            <a:prstGeom prst="rect">
              <a:avLst/>
            </a:prstGeom>
          </p:spPr>
        </p:pic>
        <p:sp>
          <p:nvSpPr>
            <p:cNvPr id="53" name="object 53"/>
            <p:cNvSpPr/>
            <p:nvPr/>
          </p:nvSpPr>
          <p:spPr>
            <a:xfrm>
              <a:off x="2266323" y="1089906"/>
              <a:ext cx="84455" cy="84455"/>
            </a:xfrm>
            <a:custGeom>
              <a:avLst/>
              <a:gdLst/>
              <a:ahLst/>
              <a:cxnLst/>
              <a:rect l="l" t="t" r="r" b="b"/>
              <a:pathLst>
                <a:path w="84455" h="84455">
                  <a:moveTo>
                    <a:pt x="51198" y="0"/>
                  </a:moveTo>
                  <a:lnTo>
                    <a:pt x="34116" y="0"/>
                  </a:lnTo>
                  <a:lnTo>
                    <a:pt x="25575" y="2444"/>
                  </a:lnTo>
                  <a:lnTo>
                    <a:pt x="1220" y="32899"/>
                  </a:lnTo>
                  <a:lnTo>
                    <a:pt x="0" y="41404"/>
                  </a:lnTo>
                  <a:lnTo>
                    <a:pt x="1220" y="49959"/>
                  </a:lnTo>
                  <a:lnTo>
                    <a:pt x="25575" y="80414"/>
                  </a:lnTo>
                  <a:lnTo>
                    <a:pt x="42657" y="84080"/>
                  </a:lnTo>
                  <a:lnTo>
                    <a:pt x="51198" y="82858"/>
                  </a:lnTo>
                  <a:lnTo>
                    <a:pt x="58471" y="80414"/>
                  </a:lnTo>
                  <a:lnTo>
                    <a:pt x="65792" y="76748"/>
                  </a:lnTo>
                  <a:lnTo>
                    <a:pt x="42657" y="76748"/>
                  </a:lnTo>
                  <a:lnTo>
                    <a:pt x="35336" y="75526"/>
                  </a:lnTo>
                  <a:lnTo>
                    <a:pt x="7321" y="41404"/>
                  </a:lnTo>
                  <a:lnTo>
                    <a:pt x="8541" y="34121"/>
                  </a:lnTo>
                  <a:lnTo>
                    <a:pt x="9712" y="28010"/>
                  </a:lnTo>
                  <a:lnTo>
                    <a:pt x="13373" y="21949"/>
                  </a:lnTo>
                  <a:lnTo>
                    <a:pt x="23134" y="12172"/>
                  </a:lnTo>
                  <a:lnTo>
                    <a:pt x="35336" y="7283"/>
                  </a:lnTo>
                  <a:lnTo>
                    <a:pt x="67012" y="7283"/>
                  </a:lnTo>
                  <a:lnTo>
                    <a:pt x="65792" y="6061"/>
                  </a:lnTo>
                  <a:lnTo>
                    <a:pt x="58471" y="2444"/>
                  </a:lnTo>
                  <a:lnTo>
                    <a:pt x="51198" y="0"/>
                  </a:lnTo>
                  <a:close/>
                </a:path>
                <a:path w="84455" h="84455">
                  <a:moveTo>
                    <a:pt x="67012" y="7283"/>
                  </a:moveTo>
                  <a:lnTo>
                    <a:pt x="49978" y="7283"/>
                  </a:lnTo>
                  <a:lnTo>
                    <a:pt x="62131" y="12172"/>
                  </a:lnTo>
                  <a:lnTo>
                    <a:pt x="71893" y="21949"/>
                  </a:lnTo>
                  <a:lnTo>
                    <a:pt x="76774" y="34121"/>
                  </a:lnTo>
                  <a:lnTo>
                    <a:pt x="76774" y="48737"/>
                  </a:lnTo>
                  <a:lnTo>
                    <a:pt x="42657" y="76748"/>
                  </a:lnTo>
                  <a:lnTo>
                    <a:pt x="65792" y="76748"/>
                  </a:lnTo>
                  <a:lnTo>
                    <a:pt x="71893" y="71908"/>
                  </a:lnTo>
                  <a:lnTo>
                    <a:pt x="77994" y="65798"/>
                  </a:lnTo>
                  <a:lnTo>
                    <a:pt x="81654" y="58465"/>
                  </a:lnTo>
                  <a:lnTo>
                    <a:pt x="84095" y="49959"/>
                  </a:lnTo>
                  <a:lnTo>
                    <a:pt x="84095" y="32899"/>
                  </a:lnTo>
                  <a:lnTo>
                    <a:pt x="81654" y="25566"/>
                  </a:lnTo>
                  <a:lnTo>
                    <a:pt x="77994" y="18282"/>
                  </a:lnTo>
                  <a:lnTo>
                    <a:pt x="67012" y="7283"/>
                  </a:lnTo>
                  <a:close/>
                </a:path>
              </a:pathLst>
            </a:custGeom>
            <a:solidFill>
              <a:srgbClr val="929599"/>
            </a:solidFill>
          </p:spPr>
          <p:txBody>
            <a:bodyPr wrap="square" lIns="0" tIns="0" rIns="0" bIns="0" rtlCol="0"/>
            <a:lstStyle/>
            <a:p>
              <a:endParaRPr/>
            </a:p>
          </p:txBody>
        </p:sp>
        <p:pic>
          <p:nvPicPr>
            <p:cNvPr id="54" name="object 54"/>
            <p:cNvPicPr/>
            <p:nvPr/>
          </p:nvPicPr>
          <p:blipFill>
            <a:blip r:embed="rId43" cstate="print"/>
            <a:stretch>
              <a:fillRect/>
            </a:stretch>
          </p:blipFill>
          <p:spPr>
            <a:xfrm>
              <a:off x="2123708" y="1089906"/>
              <a:ext cx="85315" cy="84080"/>
            </a:xfrm>
            <a:prstGeom prst="rect">
              <a:avLst/>
            </a:prstGeom>
          </p:spPr>
        </p:pic>
        <p:sp>
          <p:nvSpPr>
            <p:cNvPr id="55" name="object 55"/>
            <p:cNvSpPr/>
            <p:nvPr/>
          </p:nvSpPr>
          <p:spPr>
            <a:xfrm>
              <a:off x="2266315" y="947318"/>
              <a:ext cx="227329" cy="226695"/>
            </a:xfrm>
            <a:custGeom>
              <a:avLst/>
              <a:gdLst/>
              <a:ahLst/>
              <a:cxnLst/>
              <a:rect l="l" t="t" r="r" b="b"/>
              <a:pathLst>
                <a:path w="227330" h="226694">
                  <a:moveTo>
                    <a:pt x="84099" y="175488"/>
                  </a:moveTo>
                  <a:lnTo>
                    <a:pt x="81661" y="168160"/>
                  </a:lnTo>
                  <a:lnTo>
                    <a:pt x="77990" y="160883"/>
                  </a:lnTo>
                  <a:lnTo>
                    <a:pt x="76771" y="159664"/>
                  </a:lnTo>
                  <a:lnTo>
                    <a:pt x="76771" y="176720"/>
                  </a:lnTo>
                  <a:lnTo>
                    <a:pt x="76771" y="191338"/>
                  </a:lnTo>
                  <a:lnTo>
                    <a:pt x="42659" y="219341"/>
                  </a:lnTo>
                  <a:lnTo>
                    <a:pt x="35344" y="218122"/>
                  </a:lnTo>
                  <a:lnTo>
                    <a:pt x="7327" y="183997"/>
                  </a:lnTo>
                  <a:lnTo>
                    <a:pt x="8547" y="176720"/>
                  </a:lnTo>
                  <a:lnTo>
                    <a:pt x="9715" y="170611"/>
                  </a:lnTo>
                  <a:lnTo>
                    <a:pt x="13373" y="164541"/>
                  </a:lnTo>
                  <a:lnTo>
                    <a:pt x="23139" y="154762"/>
                  </a:lnTo>
                  <a:lnTo>
                    <a:pt x="35344" y="149872"/>
                  </a:lnTo>
                  <a:lnTo>
                    <a:pt x="49987" y="149872"/>
                  </a:lnTo>
                  <a:lnTo>
                    <a:pt x="62128" y="154762"/>
                  </a:lnTo>
                  <a:lnTo>
                    <a:pt x="71894" y="164541"/>
                  </a:lnTo>
                  <a:lnTo>
                    <a:pt x="76771" y="176720"/>
                  </a:lnTo>
                  <a:lnTo>
                    <a:pt x="76771" y="159664"/>
                  </a:lnTo>
                  <a:lnTo>
                    <a:pt x="67017" y="149872"/>
                  </a:lnTo>
                  <a:lnTo>
                    <a:pt x="65798" y="148653"/>
                  </a:lnTo>
                  <a:lnTo>
                    <a:pt x="58470" y="145034"/>
                  </a:lnTo>
                  <a:lnTo>
                    <a:pt x="51206" y="142595"/>
                  </a:lnTo>
                  <a:lnTo>
                    <a:pt x="34124" y="142595"/>
                  </a:lnTo>
                  <a:lnTo>
                    <a:pt x="3657" y="168160"/>
                  </a:lnTo>
                  <a:lnTo>
                    <a:pt x="0" y="183997"/>
                  </a:lnTo>
                  <a:lnTo>
                    <a:pt x="1219" y="192557"/>
                  </a:lnTo>
                  <a:lnTo>
                    <a:pt x="25577" y="223012"/>
                  </a:lnTo>
                  <a:lnTo>
                    <a:pt x="42659" y="226669"/>
                  </a:lnTo>
                  <a:lnTo>
                    <a:pt x="51206" y="225450"/>
                  </a:lnTo>
                  <a:lnTo>
                    <a:pt x="81661" y="201066"/>
                  </a:lnTo>
                  <a:lnTo>
                    <a:pt x="84099" y="192557"/>
                  </a:lnTo>
                  <a:lnTo>
                    <a:pt x="84099" y="175488"/>
                  </a:lnTo>
                  <a:close/>
                </a:path>
                <a:path w="227330" h="226694">
                  <a:moveTo>
                    <a:pt x="226707" y="183997"/>
                  </a:moveTo>
                  <a:lnTo>
                    <a:pt x="225488" y="175488"/>
                  </a:lnTo>
                  <a:lnTo>
                    <a:pt x="223050" y="168160"/>
                  </a:lnTo>
                  <a:lnTo>
                    <a:pt x="219392" y="160883"/>
                  </a:lnTo>
                  <a:lnTo>
                    <a:pt x="219392" y="176720"/>
                  </a:lnTo>
                  <a:lnTo>
                    <a:pt x="219392" y="191338"/>
                  </a:lnTo>
                  <a:lnTo>
                    <a:pt x="191376" y="218122"/>
                  </a:lnTo>
                  <a:lnTo>
                    <a:pt x="185280" y="219341"/>
                  </a:lnTo>
                  <a:lnTo>
                    <a:pt x="152336" y="197446"/>
                  </a:lnTo>
                  <a:lnTo>
                    <a:pt x="149885" y="183997"/>
                  </a:lnTo>
                  <a:lnTo>
                    <a:pt x="151104" y="176720"/>
                  </a:lnTo>
                  <a:lnTo>
                    <a:pt x="177952" y="149872"/>
                  </a:lnTo>
                  <a:lnTo>
                    <a:pt x="191376" y="149872"/>
                  </a:lnTo>
                  <a:lnTo>
                    <a:pt x="219392" y="176720"/>
                  </a:lnTo>
                  <a:lnTo>
                    <a:pt x="219392" y="160883"/>
                  </a:lnTo>
                  <a:lnTo>
                    <a:pt x="214515" y="154762"/>
                  </a:lnTo>
                  <a:lnTo>
                    <a:pt x="209626" y="149872"/>
                  </a:lnTo>
                  <a:lnTo>
                    <a:pt x="208407" y="148653"/>
                  </a:lnTo>
                  <a:lnTo>
                    <a:pt x="201091" y="145034"/>
                  </a:lnTo>
                  <a:lnTo>
                    <a:pt x="193814" y="142595"/>
                  </a:lnTo>
                  <a:lnTo>
                    <a:pt x="176733" y="142595"/>
                  </a:lnTo>
                  <a:lnTo>
                    <a:pt x="146278" y="168160"/>
                  </a:lnTo>
                  <a:lnTo>
                    <a:pt x="142621" y="183997"/>
                  </a:lnTo>
                  <a:lnTo>
                    <a:pt x="143840" y="192557"/>
                  </a:lnTo>
                  <a:lnTo>
                    <a:pt x="168198" y="223012"/>
                  </a:lnTo>
                  <a:lnTo>
                    <a:pt x="185280" y="226669"/>
                  </a:lnTo>
                  <a:lnTo>
                    <a:pt x="193814" y="225450"/>
                  </a:lnTo>
                  <a:lnTo>
                    <a:pt x="225488" y="192557"/>
                  </a:lnTo>
                  <a:lnTo>
                    <a:pt x="226707" y="183997"/>
                  </a:lnTo>
                  <a:close/>
                </a:path>
                <a:path w="227330" h="226694">
                  <a:moveTo>
                    <a:pt x="226707" y="41402"/>
                  </a:moveTo>
                  <a:lnTo>
                    <a:pt x="225488" y="32893"/>
                  </a:lnTo>
                  <a:lnTo>
                    <a:pt x="223050" y="25565"/>
                  </a:lnTo>
                  <a:lnTo>
                    <a:pt x="219392" y="18288"/>
                  </a:lnTo>
                  <a:lnTo>
                    <a:pt x="219392" y="35344"/>
                  </a:lnTo>
                  <a:lnTo>
                    <a:pt x="219392" y="48742"/>
                  </a:lnTo>
                  <a:lnTo>
                    <a:pt x="216954" y="56070"/>
                  </a:lnTo>
                  <a:lnTo>
                    <a:pt x="213296" y="60909"/>
                  </a:lnTo>
                  <a:lnTo>
                    <a:pt x="209626" y="67017"/>
                  </a:lnTo>
                  <a:lnTo>
                    <a:pt x="204749" y="70688"/>
                  </a:lnTo>
                  <a:lnTo>
                    <a:pt x="198653" y="74358"/>
                  </a:lnTo>
                  <a:lnTo>
                    <a:pt x="191376" y="75577"/>
                  </a:lnTo>
                  <a:lnTo>
                    <a:pt x="185280" y="76746"/>
                  </a:lnTo>
                  <a:lnTo>
                    <a:pt x="170637" y="74358"/>
                  </a:lnTo>
                  <a:lnTo>
                    <a:pt x="165747" y="70688"/>
                  </a:lnTo>
                  <a:lnTo>
                    <a:pt x="159651" y="67017"/>
                  </a:lnTo>
                  <a:lnTo>
                    <a:pt x="155994" y="60909"/>
                  </a:lnTo>
                  <a:lnTo>
                    <a:pt x="152336" y="56070"/>
                  </a:lnTo>
                  <a:lnTo>
                    <a:pt x="149885" y="41402"/>
                  </a:lnTo>
                  <a:lnTo>
                    <a:pt x="151104" y="35344"/>
                  </a:lnTo>
                  <a:lnTo>
                    <a:pt x="152336" y="28016"/>
                  </a:lnTo>
                  <a:lnTo>
                    <a:pt x="155994" y="21945"/>
                  </a:lnTo>
                  <a:lnTo>
                    <a:pt x="159651" y="17056"/>
                  </a:lnTo>
                  <a:lnTo>
                    <a:pt x="165747" y="13398"/>
                  </a:lnTo>
                  <a:lnTo>
                    <a:pt x="170637" y="9728"/>
                  </a:lnTo>
                  <a:lnTo>
                    <a:pt x="177952" y="7289"/>
                  </a:lnTo>
                  <a:lnTo>
                    <a:pt x="191376" y="7289"/>
                  </a:lnTo>
                  <a:lnTo>
                    <a:pt x="219392" y="35344"/>
                  </a:lnTo>
                  <a:lnTo>
                    <a:pt x="219392" y="18288"/>
                  </a:lnTo>
                  <a:lnTo>
                    <a:pt x="185280" y="0"/>
                  </a:lnTo>
                  <a:lnTo>
                    <a:pt x="176733" y="1219"/>
                  </a:lnTo>
                  <a:lnTo>
                    <a:pt x="146278" y="25565"/>
                  </a:lnTo>
                  <a:lnTo>
                    <a:pt x="142621" y="41402"/>
                  </a:lnTo>
                  <a:lnTo>
                    <a:pt x="143840" y="49961"/>
                  </a:lnTo>
                  <a:lnTo>
                    <a:pt x="168198" y="80416"/>
                  </a:lnTo>
                  <a:lnTo>
                    <a:pt x="185280" y="84086"/>
                  </a:lnTo>
                  <a:lnTo>
                    <a:pt x="193814" y="82854"/>
                  </a:lnTo>
                  <a:lnTo>
                    <a:pt x="225488" y="49961"/>
                  </a:lnTo>
                  <a:lnTo>
                    <a:pt x="226707" y="41402"/>
                  </a:lnTo>
                  <a:close/>
                </a:path>
              </a:pathLst>
            </a:custGeom>
            <a:solidFill>
              <a:srgbClr val="929599"/>
            </a:solidFill>
          </p:spPr>
          <p:txBody>
            <a:bodyPr wrap="square" lIns="0" tIns="0" rIns="0" bIns="0" rtlCol="0"/>
            <a:lstStyle/>
            <a:p>
              <a:endParaRPr/>
            </a:p>
          </p:txBody>
        </p:sp>
        <p:pic>
          <p:nvPicPr>
            <p:cNvPr id="56" name="object 56"/>
            <p:cNvPicPr/>
            <p:nvPr/>
          </p:nvPicPr>
          <p:blipFill>
            <a:blip r:embed="rId44" cstate="print"/>
            <a:stretch>
              <a:fillRect/>
            </a:stretch>
          </p:blipFill>
          <p:spPr>
            <a:xfrm>
              <a:off x="2408939" y="662121"/>
              <a:ext cx="84095" cy="85302"/>
            </a:xfrm>
            <a:prstGeom prst="rect">
              <a:avLst/>
            </a:prstGeom>
          </p:spPr>
        </p:pic>
        <p:pic>
          <p:nvPicPr>
            <p:cNvPr id="57" name="object 57"/>
            <p:cNvPicPr/>
            <p:nvPr/>
          </p:nvPicPr>
          <p:blipFill>
            <a:blip r:embed="rId45" cstate="print"/>
            <a:stretch>
              <a:fillRect/>
            </a:stretch>
          </p:blipFill>
          <p:spPr>
            <a:xfrm>
              <a:off x="2408939" y="804716"/>
              <a:ext cx="84095" cy="84080"/>
            </a:xfrm>
            <a:prstGeom prst="rect">
              <a:avLst/>
            </a:prstGeom>
          </p:spPr>
        </p:pic>
        <p:sp>
          <p:nvSpPr>
            <p:cNvPr id="58" name="object 58"/>
            <p:cNvSpPr/>
            <p:nvPr/>
          </p:nvSpPr>
          <p:spPr>
            <a:xfrm>
              <a:off x="2124925" y="662126"/>
              <a:ext cx="368300" cy="512445"/>
            </a:xfrm>
            <a:custGeom>
              <a:avLst/>
              <a:gdLst/>
              <a:ahLst/>
              <a:cxnLst/>
              <a:rect l="l" t="t" r="r" b="b"/>
              <a:pathLst>
                <a:path w="368300" h="512444">
                  <a:moveTo>
                    <a:pt x="84086" y="42672"/>
                  </a:moveTo>
                  <a:lnTo>
                    <a:pt x="82867" y="34124"/>
                  </a:lnTo>
                  <a:lnTo>
                    <a:pt x="80429" y="25615"/>
                  </a:lnTo>
                  <a:lnTo>
                    <a:pt x="76771" y="18288"/>
                  </a:lnTo>
                  <a:lnTo>
                    <a:pt x="76771" y="42672"/>
                  </a:lnTo>
                  <a:lnTo>
                    <a:pt x="75552" y="48742"/>
                  </a:lnTo>
                  <a:lnTo>
                    <a:pt x="48755" y="76796"/>
                  </a:lnTo>
                  <a:lnTo>
                    <a:pt x="35331" y="76796"/>
                  </a:lnTo>
                  <a:lnTo>
                    <a:pt x="7315" y="48742"/>
                  </a:lnTo>
                  <a:lnTo>
                    <a:pt x="7315" y="35344"/>
                  </a:lnTo>
                  <a:lnTo>
                    <a:pt x="35331" y="8559"/>
                  </a:lnTo>
                  <a:lnTo>
                    <a:pt x="41440" y="7327"/>
                  </a:lnTo>
                  <a:lnTo>
                    <a:pt x="74333" y="29235"/>
                  </a:lnTo>
                  <a:lnTo>
                    <a:pt x="76771" y="42672"/>
                  </a:lnTo>
                  <a:lnTo>
                    <a:pt x="76771" y="18288"/>
                  </a:lnTo>
                  <a:lnTo>
                    <a:pt x="41440" y="0"/>
                  </a:lnTo>
                  <a:lnTo>
                    <a:pt x="32893" y="1219"/>
                  </a:lnTo>
                  <a:lnTo>
                    <a:pt x="2438" y="25615"/>
                  </a:lnTo>
                  <a:lnTo>
                    <a:pt x="0" y="34124"/>
                  </a:lnTo>
                  <a:lnTo>
                    <a:pt x="0" y="51181"/>
                  </a:lnTo>
                  <a:lnTo>
                    <a:pt x="25577" y="81635"/>
                  </a:lnTo>
                  <a:lnTo>
                    <a:pt x="32893" y="84086"/>
                  </a:lnTo>
                  <a:lnTo>
                    <a:pt x="49974" y="84086"/>
                  </a:lnTo>
                  <a:lnTo>
                    <a:pt x="80429" y="58508"/>
                  </a:lnTo>
                  <a:lnTo>
                    <a:pt x="82867" y="51181"/>
                  </a:lnTo>
                  <a:lnTo>
                    <a:pt x="84086" y="42672"/>
                  </a:lnTo>
                  <a:close/>
                </a:path>
                <a:path w="368300" h="512444">
                  <a:moveTo>
                    <a:pt x="368096" y="469188"/>
                  </a:moveTo>
                  <a:lnTo>
                    <a:pt x="366877" y="460679"/>
                  </a:lnTo>
                  <a:lnTo>
                    <a:pt x="364439" y="453351"/>
                  </a:lnTo>
                  <a:lnTo>
                    <a:pt x="360781" y="446074"/>
                  </a:lnTo>
                  <a:lnTo>
                    <a:pt x="360781" y="461911"/>
                  </a:lnTo>
                  <a:lnTo>
                    <a:pt x="360781" y="476529"/>
                  </a:lnTo>
                  <a:lnTo>
                    <a:pt x="332765" y="503313"/>
                  </a:lnTo>
                  <a:lnTo>
                    <a:pt x="326669" y="504532"/>
                  </a:lnTo>
                  <a:lnTo>
                    <a:pt x="293725" y="482638"/>
                  </a:lnTo>
                  <a:lnTo>
                    <a:pt x="291274" y="469188"/>
                  </a:lnTo>
                  <a:lnTo>
                    <a:pt x="292493" y="461911"/>
                  </a:lnTo>
                  <a:lnTo>
                    <a:pt x="319341" y="435063"/>
                  </a:lnTo>
                  <a:lnTo>
                    <a:pt x="332765" y="435063"/>
                  </a:lnTo>
                  <a:lnTo>
                    <a:pt x="360781" y="461911"/>
                  </a:lnTo>
                  <a:lnTo>
                    <a:pt x="360781" y="446074"/>
                  </a:lnTo>
                  <a:lnTo>
                    <a:pt x="355904" y="439953"/>
                  </a:lnTo>
                  <a:lnTo>
                    <a:pt x="351015" y="435063"/>
                  </a:lnTo>
                  <a:lnTo>
                    <a:pt x="349796" y="433844"/>
                  </a:lnTo>
                  <a:lnTo>
                    <a:pt x="342480" y="430225"/>
                  </a:lnTo>
                  <a:lnTo>
                    <a:pt x="335203" y="427786"/>
                  </a:lnTo>
                  <a:lnTo>
                    <a:pt x="318122" y="427786"/>
                  </a:lnTo>
                  <a:lnTo>
                    <a:pt x="287667" y="453351"/>
                  </a:lnTo>
                  <a:lnTo>
                    <a:pt x="284010" y="469188"/>
                  </a:lnTo>
                  <a:lnTo>
                    <a:pt x="285229" y="477748"/>
                  </a:lnTo>
                  <a:lnTo>
                    <a:pt x="309587" y="508203"/>
                  </a:lnTo>
                  <a:lnTo>
                    <a:pt x="326669" y="511860"/>
                  </a:lnTo>
                  <a:lnTo>
                    <a:pt x="335203" y="510641"/>
                  </a:lnTo>
                  <a:lnTo>
                    <a:pt x="366877" y="477748"/>
                  </a:lnTo>
                  <a:lnTo>
                    <a:pt x="368096" y="469188"/>
                  </a:lnTo>
                  <a:close/>
                </a:path>
                <a:path w="368300" h="512444">
                  <a:moveTo>
                    <a:pt x="368096" y="326593"/>
                  </a:moveTo>
                  <a:lnTo>
                    <a:pt x="366877" y="318084"/>
                  </a:lnTo>
                  <a:lnTo>
                    <a:pt x="364439" y="310756"/>
                  </a:lnTo>
                  <a:lnTo>
                    <a:pt x="360781" y="303479"/>
                  </a:lnTo>
                  <a:lnTo>
                    <a:pt x="360781" y="320535"/>
                  </a:lnTo>
                  <a:lnTo>
                    <a:pt x="360781" y="333933"/>
                  </a:lnTo>
                  <a:lnTo>
                    <a:pt x="358343" y="341261"/>
                  </a:lnTo>
                  <a:lnTo>
                    <a:pt x="354685" y="346100"/>
                  </a:lnTo>
                  <a:lnTo>
                    <a:pt x="351015" y="352209"/>
                  </a:lnTo>
                  <a:lnTo>
                    <a:pt x="346138" y="355879"/>
                  </a:lnTo>
                  <a:lnTo>
                    <a:pt x="340042" y="359549"/>
                  </a:lnTo>
                  <a:lnTo>
                    <a:pt x="332765" y="360768"/>
                  </a:lnTo>
                  <a:lnTo>
                    <a:pt x="326669" y="361937"/>
                  </a:lnTo>
                  <a:lnTo>
                    <a:pt x="312026" y="359549"/>
                  </a:lnTo>
                  <a:lnTo>
                    <a:pt x="307136" y="355879"/>
                  </a:lnTo>
                  <a:lnTo>
                    <a:pt x="301040" y="352209"/>
                  </a:lnTo>
                  <a:lnTo>
                    <a:pt x="297383" y="346100"/>
                  </a:lnTo>
                  <a:lnTo>
                    <a:pt x="293725" y="341261"/>
                  </a:lnTo>
                  <a:lnTo>
                    <a:pt x="291274" y="326593"/>
                  </a:lnTo>
                  <a:lnTo>
                    <a:pt x="292493" y="320535"/>
                  </a:lnTo>
                  <a:lnTo>
                    <a:pt x="293725" y="313207"/>
                  </a:lnTo>
                  <a:lnTo>
                    <a:pt x="297383" y="307136"/>
                  </a:lnTo>
                  <a:lnTo>
                    <a:pt x="301040" y="302247"/>
                  </a:lnTo>
                  <a:lnTo>
                    <a:pt x="307136" y="298589"/>
                  </a:lnTo>
                  <a:lnTo>
                    <a:pt x="312026" y="294919"/>
                  </a:lnTo>
                  <a:lnTo>
                    <a:pt x="319341" y="292481"/>
                  </a:lnTo>
                  <a:lnTo>
                    <a:pt x="332765" y="292481"/>
                  </a:lnTo>
                  <a:lnTo>
                    <a:pt x="360781" y="320535"/>
                  </a:lnTo>
                  <a:lnTo>
                    <a:pt x="360781" y="303479"/>
                  </a:lnTo>
                  <a:lnTo>
                    <a:pt x="326669" y="285191"/>
                  </a:lnTo>
                  <a:lnTo>
                    <a:pt x="318122" y="286410"/>
                  </a:lnTo>
                  <a:lnTo>
                    <a:pt x="287667" y="310756"/>
                  </a:lnTo>
                  <a:lnTo>
                    <a:pt x="284010" y="326593"/>
                  </a:lnTo>
                  <a:lnTo>
                    <a:pt x="285229" y="335153"/>
                  </a:lnTo>
                  <a:lnTo>
                    <a:pt x="309587" y="365607"/>
                  </a:lnTo>
                  <a:lnTo>
                    <a:pt x="326669" y="369277"/>
                  </a:lnTo>
                  <a:lnTo>
                    <a:pt x="335203" y="368046"/>
                  </a:lnTo>
                  <a:lnTo>
                    <a:pt x="366877" y="335153"/>
                  </a:lnTo>
                  <a:lnTo>
                    <a:pt x="368096" y="326593"/>
                  </a:lnTo>
                  <a:close/>
                </a:path>
              </a:pathLst>
            </a:custGeom>
            <a:solidFill>
              <a:srgbClr val="929599"/>
            </a:solidFill>
          </p:spPr>
          <p:txBody>
            <a:bodyPr wrap="square" lIns="0" tIns="0" rIns="0" bIns="0" rtlCol="0"/>
            <a:lstStyle/>
            <a:p>
              <a:endParaRPr/>
            </a:p>
          </p:txBody>
        </p:sp>
        <p:pic>
          <p:nvPicPr>
            <p:cNvPr id="59" name="object 59"/>
            <p:cNvPicPr/>
            <p:nvPr/>
          </p:nvPicPr>
          <p:blipFill>
            <a:blip r:embed="rId46" cstate="print"/>
            <a:stretch>
              <a:fillRect/>
            </a:stretch>
          </p:blipFill>
          <p:spPr>
            <a:xfrm>
              <a:off x="2266323" y="662121"/>
              <a:ext cx="85315" cy="84080"/>
            </a:xfrm>
            <a:prstGeom prst="rect">
              <a:avLst/>
            </a:prstGeom>
          </p:spPr>
        </p:pic>
        <p:sp>
          <p:nvSpPr>
            <p:cNvPr id="60" name="object 60"/>
            <p:cNvSpPr/>
            <p:nvPr/>
          </p:nvSpPr>
          <p:spPr>
            <a:xfrm>
              <a:off x="1982305" y="662126"/>
              <a:ext cx="227329" cy="84455"/>
            </a:xfrm>
            <a:custGeom>
              <a:avLst/>
              <a:gdLst/>
              <a:ahLst/>
              <a:cxnLst/>
              <a:rect l="l" t="t" r="r" b="b"/>
              <a:pathLst>
                <a:path w="227330" h="84454">
                  <a:moveTo>
                    <a:pt x="84099" y="42672"/>
                  </a:moveTo>
                  <a:lnTo>
                    <a:pt x="82880" y="34124"/>
                  </a:lnTo>
                  <a:lnTo>
                    <a:pt x="80441" y="25615"/>
                  </a:lnTo>
                  <a:lnTo>
                    <a:pt x="76771" y="18288"/>
                  </a:lnTo>
                  <a:lnTo>
                    <a:pt x="76771" y="35344"/>
                  </a:lnTo>
                  <a:lnTo>
                    <a:pt x="76771" y="48742"/>
                  </a:lnTo>
                  <a:lnTo>
                    <a:pt x="48755" y="76796"/>
                  </a:lnTo>
                  <a:lnTo>
                    <a:pt x="35344" y="76796"/>
                  </a:lnTo>
                  <a:lnTo>
                    <a:pt x="28016" y="74358"/>
                  </a:lnTo>
                  <a:lnTo>
                    <a:pt x="23139" y="70688"/>
                  </a:lnTo>
                  <a:lnTo>
                    <a:pt x="17030" y="67017"/>
                  </a:lnTo>
                  <a:lnTo>
                    <a:pt x="13423" y="62128"/>
                  </a:lnTo>
                  <a:lnTo>
                    <a:pt x="9766" y="56070"/>
                  </a:lnTo>
                  <a:lnTo>
                    <a:pt x="8547" y="48742"/>
                  </a:lnTo>
                  <a:lnTo>
                    <a:pt x="7327" y="42672"/>
                  </a:lnTo>
                  <a:lnTo>
                    <a:pt x="8547" y="35344"/>
                  </a:lnTo>
                  <a:lnTo>
                    <a:pt x="9766" y="29235"/>
                  </a:lnTo>
                  <a:lnTo>
                    <a:pt x="13423" y="23177"/>
                  </a:lnTo>
                  <a:lnTo>
                    <a:pt x="17030" y="17056"/>
                  </a:lnTo>
                  <a:lnTo>
                    <a:pt x="23139" y="13398"/>
                  </a:lnTo>
                  <a:lnTo>
                    <a:pt x="28016" y="9728"/>
                  </a:lnTo>
                  <a:lnTo>
                    <a:pt x="42659" y="7327"/>
                  </a:lnTo>
                  <a:lnTo>
                    <a:pt x="48755" y="8559"/>
                  </a:lnTo>
                  <a:lnTo>
                    <a:pt x="56083" y="9728"/>
                  </a:lnTo>
                  <a:lnTo>
                    <a:pt x="62128" y="13398"/>
                  </a:lnTo>
                  <a:lnTo>
                    <a:pt x="67017" y="17056"/>
                  </a:lnTo>
                  <a:lnTo>
                    <a:pt x="74333" y="29235"/>
                  </a:lnTo>
                  <a:lnTo>
                    <a:pt x="76771" y="35344"/>
                  </a:lnTo>
                  <a:lnTo>
                    <a:pt x="76771" y="18288"/>
                  </a:lnTo>
                  <a:lnTo>
                    <a:pt x="42659" y="0"/>
                  </a:lnTo>
                  <a:lnTo>
                    <a:pt x="34112" y="1219"/>
                  </a:lnTo>
                  <a:lnTo>
                    <a:pt x="3657" y="25615"/>
                  </a:lnTo>
                  <a:lnTo>
                    <a:pt x="0" y="42672"/>
                  </a:lnTo>
                  <a:lnTo>
                    <a:pt x="1219" y="51181"/>
                  </a:lnTo>
                  <a:lnTo>
                    <a:pt x="25577" y="81635"/>
                  </a:lnTo>
                  <a:lnTo>
                    <a:pt x="34112" y="84086"/>
                  </a:lnTo>
                  <a:lnTo>
                    <a:pt x="51206" y="84086"/>
                  </a:lnTo>
                  <a:lnTo>
                    <a:pt x="80441" y="58508"/>
                  </a:lnTo>
                  <a:lnTo>
                    <a:pt x="82880" y="51181"/>
                  </a:lnTo>
                  <a:lnTo>
                    <a:pt x="84099" y="42672"/>
                  </a:lnTo>
                  <a:close/>
                </a:path>
                <a:path w="227330" h="84454">
                  <a:moveTo>
                    <a:pt x="226707" y="42672"/>
                  </a:moveTo>
                  <a:lnTo>
                    <a:pt x="225488" y="34124"/>
                  </a:lnTo>
                  <a:lnTo>
                    <a:pt x="223050" y="25615"/>
                  </a:lnTo>
                  <a:lnTo>
                    <a:pt x="219392" y="18288"/>
                  </a:lnTo>
                  <a:lnTo>
                    <a:pt x="219392" y="42672"/>
                  </a:lnTo>
                  <a:lnTo>
                    <a:pt x="218173" y="48742"/>
                  </a:lnTo>
                  <a:lnTo>
                    <a:pt x="191376" y="76796"/>
                  </a:lnTo>
                  <a:lnTo>
                    <a:pt x="177952" y="76796"/>
                  </a:lnTo>
                  <a:lnTo>
                    <a:pt x="149936" y="48742"/>
                  </a:lnTo>
                  <a:lnTo>
                    <a:pt x="149936" y="35344"/>
                  </a:lnTo>
                  <a:lnTo>
                    <a:pt x="177952" y="8559"/>
                  </a:lnTo>
                  <a:lnTo>
                    <a:pt x="184061" y="7327"/>
                  </a:lnTo>
                  <a:lnTo>
                    <a:pt x="216954" y="29235"/>
                  </a:lnTo>
                  <a:lnTo>
                    <a:pt x="219392" y="42672"/>
                  </a:lnTo>
                  <a:lnTo>
                    <a:pt x="219392" y="18288"/>
                  </a:lnTo>
                  <a:lnTo>
                    <a:pt x="184061" y="0"/>
                  </a:lnTo>
                  <a:lnTo>
                    <a:pt x="175514" y="1219"/>
                  </a:lnTo>
                  <a:lnTo>
                    <a:pt x="145059" y="25615"/>
                  </a:lnTo>
                  <a:lnTo>
                    <a:pt x="142621" y="34124"/>
                  </a:lnTo>
                  <a:lnTo>
                    <a:pt x="142621" y="51181"/>
                  </a:lnTo>
                  <a:lnTo>
                    <a:pt x="168198" y="81635"/>
                  </a:lnTo>
                  <a:lnTo>
                    <a:pt x="175514" y="84086"/>
                  </a:lnTo>
                  <a:lnTo>
                    <a:pt x="192595" y="84086"/>
                  </a:lnTo>
                  <a:lnTo>
                    <a:pt x="223050" y="58508"/>
                  </a:lnTo>
                  <a:lnTo>
                    <a:pt x="225488" y="51181"/>
                  </a:lnTo>
                  <a:lnTo>
                    <a:pt x="226707" y="42672"/>
                  </a:lnTo>
                  <a:close/>
                </a:path>
              </a:pathLst>
            </a:custGeom>
            <a:solidFill>
              <a:srgbClr val="929599"/>
            </a:solidFill>
          </p:spPr>
          <p:txBody>
            <a:bodyPr wrap="square" lIns="0" tIns="0" rIns="0" bIns="0" rtlCol="0"/>
            <a:lstStyle/>
            <a:p>
              <a:endParaRPr/>
            </a:p>
          </p:txBody>
        </p:sp>
        <p:pic>
          <p:nvPicPr>
            <p:cNvPr id="61" name="object 61"/>
            <p:cNvPicPr/>
            <p:nvPr/>
          </p:nvPicPr>
          <p:blipFill>
            <a:blip r:embed="rId47" cstate="print"/>
            <a:stretch>
              <a:fillRect/>
            </a:stretch>
          </p:blipFill>
          <p:spPr>
            <a:xfrm>
              <a:off x="966972" y="1999055"/>
              <a:ext cx="84095" cy="84129"/>
            </a:xfrm>
            <a:prstGeom prst="rect">
              <a:avLst/>
            </a:prstGeom>
          </p:spPr>
        </p:pic>
        <p:pic>
          <p:nvPicPr>
            <p:cNvPr id="62" name="object 62"/>
            <p:cNvPicPr/>
            <p:nvPr/>
          </p:nvPicPr>
          <p:blipFill>
            <a:blip r:embed="rId48" cstate="print"/>
            <a:stretch>
              <a:fillRect/>
            </a:stretch>
          </p:blipFill>
          <p:spPr>
            <a:xfrm>
              <a:off x="127128" y="2665737"/>
              <a:ext cx="84104" cy="84080"/>
            </a:xfrm>
            <a:prstGeom prst="rect">
              <a:avLst/>
            </a:prstGeom>
          </p:spPr>
        </p:pic>
        <p:pic>
          <p:nvPicPr>
            <p:cNvPr id="63" name="object 63"/>
            <p:cNvPicPr/>
            <p:nvPr/>
          </p:nvPicPr>
          <p:blipFill>
            <a:blip r:embed="rId49" cstate="print"/>
            <a:stretch>
              <a:fillRect/>
            </a:stretch>
          </p:blipFill>
          <p:spPr>
            <a:xfrm>
              <a:off x="-855" y="2380547"/>
              <a:ext cx="85321" cy="84080"/>
            </a:xfrm>
            <a:prstGeom prst="rect">
              <a:avLst/>
            </a:prstGeom>
          </p:spPr>
        </p:pic>
        <p:pic>
          <p:nvPicPr>
            <p:cNvPr id="64" name="object 64"/>
            <p:cNvPicPr/>
            <p:nvPr/>
          </p:nvPicPr>
          <p:blipFill>
            <a:blip r:embed="rId50" cstate="print"/>
            <a:stretch>
              <a:fillRect/>
            </a:stretch>
          </p:blipFill>
          <p:spPr>
            <a:xfrm>
              <a:off x="-855" y="2523142"/>
              <a:ext cx="85321" cy="84080"/>
            </a:xfrm>
            <a:prstGeom prst="rect">
              <a:avLst/>
            </a:prstGeom>
          </p:spPr>
        </p:pic>
        <p:pic>
          <p:nvPicPr>
            <p:cNvPr id="65" name="object 65"/>
            <p:cNvPicPr/>
            <p:nvPr/>
          </p:nvPicPr>
          <p:blipFill>
            <a:blip r:embed="rId51" cstate="print"/>
            <a:stretch>
              <a:fillRect/>
            </a:stretch>
          </p:blipFill>
          <p:spPr>
            <a:xfrm>
              <a:off x="966972" y="2632789"/>
              <a:ext cx="84095" cy="84129"/>
            </a:xfrm>
            <a:prstGeom prst="rect">
              <a:avLst/>
            </a:prstGeom>
          </p:spPr>
        </p:pic>
        <p:pic>
          <p:nvPicPr>
            <p:cNvPr id="66" name="object 66"/>
            <p:cNvPicPr/>
            <p:nvPr/>
          </p:nvPicPr>
          <p:blipFill>
            <a:blip r:embed="rId52" cstate="print"/>
            <a:stretch>
              <a:fillRect/>
            </a:stretch>
          </p:blipFill>
          <p:spPr>
            <a:xfrm>
              <a:off x="964532" y="2780273"/>
              <a:ext cx="84095" cy="84080"/>
            </a:xfrm>
            <a:prstGeom prst="rect">
              <a:avLst/>
            </a:prstGeom>
          </p:spPr>
        </p:pic>
        <p:sp>
          <p:nvSpPr>
            <p:cNvPr id="67" name="object 67"/>
            <p:cNvSpPr/>
            <p:nvPr/>
          </p:nvSpPr>
          <p:spPr>
            <a:xfrm>
              <a:off x="2794" y="1752409"/>
              <a:ext cx="1808480" cy="454025"/>
            </a:xfrm>
            <a:custGeom>
              <a:avLst/>
              <a:gdLst/>
              <a:ahLst/>
              <a:cxnLst/>
              <a:rect l="l" t="t" r="r" b="b"/>
              <a:pathLst>
                <a:path w="1808480" h="454025">
                  <a:moveTo>
                    <a:pt x="346176" y="446557"/>
                  </a:moveTo>
                  <a:lnTo>
                    <a:pt x="0" y="446557"/>
                  </a:lnTo>
                  <a:lnTo>
                    <a:pt x="0" y="453872"/>
                  </a:lnTo>
                  <a:lnTo>
                    <a:pt x="346176" y="453872"/>
                  </a:lnTo>
                  <a:lnTo>
                    <a:pt x="346176" y="446557"/>
                  </a:lnTo>
                  <a:close/>
                </a:path>
                <a:path w="1808480" h="454025">
                  <a:moveTo>
                    <a:pt x="346176" y="302742"/>
                  </a:moveTo>
                  <a:lnTo>
                    <a:pt x="0" y="302742"/>
                  </a:lnTo>
                  <a:lnTo>
                    <a:pt x="0" y="310057"/>
                  </a:lnTo>
                  <a:lnTo>
                    <a:pt x="346176" y="310057"/>
                  </a:lnTo>
                  <a:lnTo>
                    <a:pt x="346176" y="302742"/>
                  </a:lnTo>
                  <a:close/>
                </a:path>
                <a:path w="1808480" h="454025">
                  <a:moveTo>
                    <a:pt x="346176" y="160147"/>
                  </a:moveTo>
                  <a:lnTo>
                    <a:pt x="0" y="160147"/>
                  </a:lnTo>
                  <a:lnTo>
                    <a:pt x="0" y="167462"/>
                  </a:lnTo>
                  <a:lnTo>
                    <a:pt x="346176" y="167462"/>
                  </a:lnTo>
                  <a:lnTo>
                    <a:pt x="346176" y="160147"/>
                  </a:lnTo>
                  <a:close/>
                </a:path>
                <a:path w="1808480" h="454025">
                  <a:moveTo>
                    <a:pt x="1714639" y="146164"/>
                  </a:moveTo>
                  <a:lnTo>
                    <a:pt x="1714398" y="146164"/>
                  </a:lnTo>
                  <a:lnTo>
                    <a:pt x="1714398" y="144894"/>
                  </a:lnTo>
                  <a:lnTo>
                    <a:pt x="1713738" y="144894"/>
                  </a:lnTo>
                  <a:lnTo>
                    <a:pt x="1713738" y="143624"/>
                  </a:lnTo>
                  <a:lnTo>
                    <a:pt x="1183665" y="143624"/>
                  </a:lnTo>
                  <a:lnTo>
                    <a:pt x="1183665" y="144894"/>
                  </a:lnTo>
                  <a:lnTo>
                    <a:pt x="1183563" y="146164"/>
                  </a:lnTo>
                  <a:lnTo>
                    <a:pt x="1183563" y="148704"/>
                  </a:lnTo>
                  <a:lnTo>
                    <a:pt x="1184046" y="148704"/>
                  </a:lnTo>
                  <a:lnTo>
                    <a:pt x="1184046" y="149974"/>
                  </a:lnTo>
                  <a:lnTo>
                    <a:pt x="1713484" y="149974"/>
                  </a:lnTo>
                  <a:lnTo>
                    <a:pt x="1713484" y="148704"/>
                  </a:lnTo>
                  <a:lnTo>
                    <a:pt x="1714639" y="148704"/>
                  </a:lnTo>
                  <a:lnTo>
                    <a:pt x="1714639" y="146164"/>
                  </a:lnTo>
                  <a:close/>
                </a:path>
                <a:path w="1808480" h="454025">
                  <a:moveTo>
                    <a:pt x="1808378" y="3810"/>
                  </a:moveTo>
                  <a:lnTo>
                    <a:pt x="1808060" y="3810"/>
                  </a:lnTo>
                  <a:lnTo>
                    <a:pt x="1808060" y="1270"/>
                  </a:lnTo>
                  <a:lnTo>
                    <a:pt x="1805546" y="1270"/>
                  </a:lnTo>
                  <a:lnTo>
                    <a:pt x="1805546" y="0"/>
                  </a:lnTo>
                  <a:lnTo>
                    <a:pt x="1186738" y="0"/>
                  </a:lnTo>
                  <a:lnTo>
                    <a:pt x="1186738" y="1270"/>
                  </a:lnTo>
                  <a:lnTo>
                    <a:pt x="1183563" y="1270"/>
                  </a:lnTo>
                  <a:lnTo>
                    <a:pt x="1183563" y="3810"/>
                  </a:lnTo>
                  <a:lnTo>
                    <a:pt x="1183563" y="6350"/>
                  </a:lnTo>
                  <a:lnTo>
                    <a:pt x="1184770" y="6350"/>
                  </a:lnTo>
                  <a:lnTo>
                    <a:pt x="1184770" y="7620"/>
                  </a:lnTo>
                  <a:lnTo>
                    <a:pt x="1806854" y="7620"/>
                  </a:lnTo>
                  <a:lnTo>
                    <a:pt x="1806854" y="6350"/>
                  </a:lnTo>
                  <a:lnTo>
                    <a:pt x="1808378" y="6350"/>
                  </a:lnTo>
                  <a:lnTo>
                    <a:pt x="1808378" y="3810"/>
                  </a:lnTo>
                  <a:close/>
                </a:path>
              </a:pathLst>
            </a:custGeom>
            <a:solidFill>
              <a:srgbClr val="929599"/>
            </a:solidFill>
          </p:spPr>
          <p:txBody>
            <a:bodyPr wrap="square" lIns="0" tIns="0" rIns="0" bIns="0" rtlCol="0"/>
            <a:lstStyle/>
            <a:p>
              <a:endParaRPr/>
            </a:p>
          </p:txBody>
        </p:sp>
        <p:pic>
          <p:nvPicPr>
            <p:cNvPr id="68" name="object 68"/>
            <p:cNvPicPr/>
            <p:nvPr/>
          </p:nvPicPr>
          <p:blipFill>
            <a:blip r:embed="rId53" cstate="print"/>
            <a:stretch>
              <a:fillRect/>
            </a:stretch>
          </p:blipFill>
          <p:spPr>
            <a:xfrm>
              <a:off x="609799" y="501243"/>
              <a:ext cx="84143" cy="84080"/>
            </a:xfrm>
            <a:prstGeom prst="rect">
              <a:avLst/>
            </a:prstGeom>
          </p:spPr>
        </p:pic>
        <p:sp>
          <p:nvSpPr>
            <p:cNvPr id="69" name="object 69"/>
            <p:cNvSpPr/>
            <p:nvPr/>
          </p:nvSpPr>
          <p:spPr>
            <a:xfrm>
              <a:off x="346532" y="1549"/>
              <a:ext cx="989965" cy="991235"/>
            </a:xfrm>
            <a:custGeom>
              <a:avLst/>
              <a:gdLst/>
              <a:ahLst/>
              <a:cxnLst/>
              <a:rect l="l" t="t" r="r" b="b"/>
              <a:pathLst>
                <a:path w="989965" h="991235">
                  <a:moveTo>
                    <a:pt x="282778" y="569163"/>
                  </a:moveTo>
                  <a:lnTo>
                    <a:pt x="281559" y="566724"/>
                  </a:lnTo>
                  <a:lnTo>
                    <a:pt x="279120" y="565492"/>
                  </a:lnTo>
                  <a:lnTo>
                    <a:pt x="276682" y="566724"/>
                  </a:lnTo>
                  <a:lnTo>
                    <a:pt x="1219" y="843407"/>
                  </a:lnTo>
                  <a:lnTo>
                    <a:pt x="0" y="845794"/>
                  </a:lnTo>
                  <a:lnTo>
                    <a:pt x="1219" y="848245"/>
                  </a:lnTo>
                  <a:lnTo>
                    <a:pt x="3644" y="849464"/>
                  </a:lnTo>
                  <a:lnTo>
                    <a:pt x="6096" y="848245"/>
                  </a:lnTo>
                  <a:lnTo>
                    <a:pt x="281559" y="572833"/>
                  </a:lnTo>
                  <a:lnTo>
                    <a:pt x="282778" y="569163"/>
                  </a:lnTo>
                  <a:close/>
                </a:path>
                <a:path w="989965" h="991235">
                  <a:moveTo>
                    <a:pt x="706970" y="3670"/>
                  </a:moveTo>
                  <a:lnTo>
                    <a:pt x="705751" y="1231"/>
                  </a:lnTo>
                  <a:lnTo>
                    <a:pt x="703313" y="0"/>
                  </a:lnTo>
                  <a:lnTo>
                    <a:pt x="700874" y="1231"/>
                  </a:lnTo>
                  <a:lnTo>
                    <a:pt x="1219" y="700811"/>
                  </a:lnTo>
                  <a:lnTo>
                    <a:pt x="0" y="703249"/>
                  </a:lnTo>
                  <a:lnTo>
                    <a:pt x="1219" y="705650"/>
                  </a:lnTo>
                  <a:lnTo>
                    <a:pt x="3644" y="706869"/>
                  </a:lnTo>
                  <a:lnTo>
                    <a:pt x="6096" y="705650"/>
                  </a:lnTo>
                  <a:lnTo>
                    <a:pt x="705751" y="6121"/>
                  </a:lnTo>
                  <a:lnTo>
                    <a:pt x="706970" y="3670"/>
                  </a:lnTo>
                  <a:close/>
                </a:path>
                <a:path w="989965" h="991235">
                  <a:moveTo>
                    <a:pt x="989761" y="4889"/>
                  </a:moveTo>
                  <a:lnTo>
                    <a:pt x="988542" y="2451"/>
                  </a:lnTo>
                  <a:lnTo>
                    <a:pt x="986104" y="1231"/>
                  </a:lnTo>
                  <a:lnTo>
                    <a:pt x="983653" y="2451"/>
                  </a:lnTo>
                  <a:lnTo>
                    <a:pt x="1219" y="984783"/>
                  </a:lnTo>
                  <a:lnTo>
                    <a:pt x="0" y="987171"/>
                  </a:lnTo>
                  <a:lnTo>
                    <a:pt x="1219" y="990841"/>
                  </a:lnTo>
                  <a:lnTo>
                    <a:pt x="6096" y="990841"/>
                  </a:lnTo>
                  <a:lnTo>
                    <a:pt x="988542" y="8559"/>
                  </a:lnTo>
                  <a:lnTo>
                    <a:pt x="989761" y="4889"/>
                  </a:lnTo>
                  <a:close/>
                </a:path>
              </a:pathLst>
            </a:custGeom>
            <a:solidFill>
              <a:srgbClr val="929599"/>
            </a:solidFill>
          </p:spPr>
          <p:txBody>
            <a:bodyPr wrap="square" lIns="0" tIns="0" rIns="0" bIns="0" rtlCol="0"/>
            <a:lstStyle/>
            <a:p>
              <a:endParaRPr/>
            </a:p>
          </p:txBody>
        </p:sp>
        <p:pic>
          <p:nvPicPr>
            <p:cNvPr id="70" name="object 70"/>
            <p:cNvPicPr/>
            <p:nvPr/>
          </p:nvPicPr>
          <p:blipFill>
            <a:blip r:embed="rId54" cstate="print"/>
            <a:stretch>
              <a:fillRect/>
            </a:stretch>
          </p:blipFill>
          <p:spPr>
            <a:xfrm>
              <a:off x="609799" y="3198282"/>
              <a:ext cx="84143" cy="84129"/>
            </a:xfrm>
            <a:prstGeom prst="rect">
              <a:avLst/>
            </a:prstGeom>
          </p:spPr>
        </p:pic>
        <p:sp>
          <p:nvSpPr>
            <p:cNvPr id="71" name="object 71"/>
            <p:cNvSpPr/>
            <p:nvPr/>
          </p:nvSpPr>
          <p:spPr>
            <a:xfrm>
              <a:off x="-850" y="3122764"/>
              <a:ext cx="870585" cy="914400"/>
            </a:xfrm>
            <a:custGeom>
              <a:avLst/>
              <a:gdLst/>
              <a:ahLst/>
              <a:cxnLst/>
              <a:rect l="l" t="t" r="r" b="b"/>
              <a:pathLst>
                <a:path w="870585" h="914400">
                  <a:moveTo>
                    <a:pt x="628942" y="3619"/>
                  </a:moveTo>
                  <a:lnTo>
                    <a:pt x="627722" y="1219"/>
                  </a:lnTo>
                  <a:lnTo>
                    <a:pt x="625284" y="0"/>
                  </a:lnTo>
                  <a:lnTo>
                    <a:pt x="622846" y="1219"/>
                  </a:lnTo>
                  <a:lnTo>
                    <a:pt x="1206" y="622731"/>
                  </a:lnTo>
                  <a:lnTo>
                    <a:pt x="0" y="626402"/>
                  </a:lnTo>
                  <a:lnTo>
                    <a:pt x="1206" y="628840"/>
                  </a:lnTo>
                  <a:lnTo>
                    <a:pt x="3644" y="630072"/>
                  </a:lnTo>
                  <a:lnTo>
                    <a:pt x="6083" y="628840"/>
                  </a:lnTo>
                  <a:lnTo>
                    <a:pt x="627722" y="6057"/>
                  </a:lnTo>
                  <a:lnTo>
                    <a:pt x="628942" y="3619"/>
                  </a:lnTo>
                  <a:close/>
                </a:path>
                <a:path w="870585" h="914400">
                  <a:moveTo>
                    <a:pt x="630161" y="144983"/>
                  </a:moveTo>
                  <a:lnTo>
                    <a:pt x="628942" y="142595"/>
                  </a:lnTo>
                  <a:lnTo>
                    <a:pt x="626503" y="141376"/>
                  </a:lnTo>
                  <a:lnTo>
                    <a:pt x="624065" y="142595"/>
                  </a:lnTo>
                  <a:lnTo>
                    <a:pt x="1206" y="765327"/>
                  </a:lnTo>
                  <a:lnTo>
                    <a:pt x="0" y="767778"/>
                  </a:lnTo>
                  <a:lnTo>
                    <a:pt x="1206" y="770216"/>
                  </a:lnTo>
                  <a:lnTo>
                    <a:pt x="3644" y="771436"/>
                  </a:lnTo>
                  <a:lnTo>
                    <a:pt x="6083" y="770216"/>
                  </a:lnTo>
                  <a:lnTo>
                    <a:pt x="628942" y="147434"/>
                  </a:lnTo>
                  <a:lnTo>
                    <a:pt x="630161" y="144983"/>
                  </a:lnTo>
                  <a:close/>
                </a:path>
                <a:path w="870585" h="914400">
                  <a:moveTo>
                    <a:pt x="870305" y="43853"/>
                  </a:moveTo>
                  <a:lnTo>
                    <a:pt x="864196" y="43853"/>
                  </a:lnTo>
                  <a:lnTo>
                    <a:pt x="1206" y="907923"/>
                  </a:lnTo>
                  <a:lnTo>
                    <a:pt x="0" y="910374"/>
                  </a:lnTo>
                  <a:lnTo>
                    <a:pt x="1206" y="912812"/>
                  </a:lnTo>
                  <a:lnTo>
                    <a:pt x="3644" y="914031"/>
                  </a:lnTo>
                  <a:lnTo>
                    <a:pt x="6083" y="912812"/>
                  </a:lnTo>
                  <a:lnTo>
                    <a:pt x="870305" y="49961"/>
                  </a:lnTo>
                  <a:lnTo>
                    <a:pt x="870305" y="43853"/>
                  </a:lnTo>
                  <a:close/>
                </a:path>
              </a:pathLst>
            </a:custGeom>
            <a:solidFill>
              <a:srgbClr val="929599"/>
            </a:solidFill>
          </p:spPr>
          <p:txBody>
            <a:bodyPr wrap="square" lIns="0" tIns="0" rIns="0" bIns="0" rtlCol="0"/>
            <a:lstStyle/>
            <a:p>
              <a:endParaRPr/>
            </a:p>
          </p:txBody>
        </p:sp>
        <p:pic>
          <p:nvPicPr>
            <p:cNvPr id="72" name="object 72"/>
            <p:cNvPicPr/>
            <p:nvPr/>
          </p:nvPicPr>
          <p:blipFill>
            <a:blip r:embed="rId55" cstate="print"/>
            <a:stretch>
              <a:fillRect/>
            </a:stretch>
          </p:blipFill>
          <p:spPr>
            <a:xfrm>
              <a:off x="411134" y="1780933"/>
              <a:ext cx="109689" cy="109647"/>
            </a:xfrm>
            <a:prstGeom prst="rect">
              <a:avLst/>
            </a:prstGeom>
          </p:spPr>
        </p:pic>
        <p:pic>
          <p:nvPicPr>
            <p:cNvPr id="73" name="object 73"/>
            <p:cNvPicPr/>
            <p:nvPr/>
          </p:nvPicPr>
          <p:blipFill>
            <a:blip r:embed="rId56" cstate="print"/>
            <a:stretch>
              <a:fillRect/>
            </a:stretch>
          </p:blipFill>
          <p:spPr>
            <a:xfrm>
              <a:off x="731720" y="2064902"/>
              <a:ext cx="110890" cy="110869"/>
            </a:xfrm>
            <a:prstGeom prst="rect">
              <a:avLst/>
            </a:prstGeom>
          </p:spPr>
        </p:pic>
        <p:pic>
          <p:nvPicPr>
            <p:cNvPr id="74" name="object 74"/>
            <p:cNvPicPr/>
            <p:nvPr/>
          </p:nvPicPr>
          <p:blipFill>
            <a:blip r:embed="rId57" cstate="print"/>
            <a:stretch>
              <a:fillRect/>
            </a:stretch>
          </p:blipFill>
          <p:spPr>
            <a:xfrm>
              <a:off x="731720" y="1912530"/>
              <a:ext cx="110890" cy="110918"/>
            </a:xfrm>
            <a:prstGeom prst="rect">
              <a:avLst/>
            </a:prstGeom>
          </p:spPr>
        </p:pic>
        <p:pic>
          <p:nvPicPr>
            <p:cNvPr id="75" name="object 75"/>
            <p:cNvPicPr/>
            <p:nvPr/>
          </p:nvPicPr>
          <p:blipFill>
            <a:blip r:embed="rId58" cstate="print"/>
            <a:stretch>
              <a:fillRect/>
            </a:stretch>
          </p:blipFill>
          <p:spPr>
            <a:xfrm>
              <a:off x="729280" y="1154482"/>
              <a:ext cx="113330" cy="214503"/>
            </a:xfrm>
            <a:prstGeom prst="rect">
              <a:avLst/>
            </a:prstGeom>
          </p:spPr>
        </p:pic>
        <p:sp>
          <p:nvSpPr>
            <p:cNvPr id="76" name="object 76"/>
            <p:cNvSpPr/>
            <p:nvPr/>
          </p:nvSpPr>
          <p:spPr>
            <a:xfrm>
              <a:off x="411124" y="1412836"/>
              <a:ext cx="1655445" cy="1383665"/>
            </a:xfrm>
            <a:custGeom>
              <a:avLst/>
              <a:gdLst/>
              <a:ahLst/>
              <a:cxnLst/>
              <a:rect l="l" t="t" r="r" b="b"/>
              <a:pathLst>
                <a:path w="1655445" h="1383664">
                  <a:moveTo>
                    <a:pt x="570433" y="1377226"/>
                  </a:moveTo>
                  <a:lnTo>
                    <a:pt x="6096" y="812901"/>
                  </a:lnTo>
                  <a:lnTo>
                    <a:pt x="4876" y="811733"/>
                  </a:lnTo>
                  <a:lnTo>
                    <a:pt x="3657" y="811733"/>
                  </a:lnTo>
                  <a:lnTo>
                    <a:pt x="1219" y="812901"/>
                  </a:lnTo>
                  <a:lnTo>
                    <a:pt x="0" y="815340"/>
                  </a:lnTo>
                  <a:lnTo>
                    <a:pt x="0" y="816571"/>
                  </a:lnTo>
                  <a:lnTo>
                    <a:pt x="564337" y="1382064"/>
                  </a:lnTo>
                  <a:lnTo>
                    <a:pt x="566775" y="1383284"/>
                  </a:lnTo>
                  <a:lnTo>
                    <a:pt x="570433" y="1382064"/>
                  </a:lnTo>
                  <a:lnTo>
                    <a:pt x="570433" y="1377226"/>
                  </a:lnTo>
                  <a:close/>
                </a:path>
                <a:path w="1655445" h="1383664">
                  <a:moveTo>
                    <a:pt x="704024" y="1008113"/>
                  </a:moveTo>
                  <a:lnTo>
                    <a:pt x="702462" y="1008113"/>
                  </a:lnTo>
                  <a:lnTo>
                    <a:pt x="702462" y="1006843"/>
                  </a:lnTo>
                  <a:lnTo>
                    <a:pt x="492061" y="1006843"/>
                  </a:lnTo>
                  <a:lnTo>
                    <a:pt x="492061" y="1008113"/>
                  </a:lnTo>
                  <a:lnTo>
                    <a:pt x="490474" y="1008113"/>
                  </a:lnTo>
                  <a:lnTo>
                    <a:pt x="490474" y="1010653"/>
                  </a:lnTo>
                  <a:lnTo>
                    <a:pt x="490791" y="1010653"/>
                  </a:lnTo>
                  <a:lnTo>
                    <a:pt x="490791" y="1013193"/>
                  </a:lnTo>
                  <a:lnTo>
                    <a:pt x="493306" y="1013193"/>
                  </a:lnTo>
                  <a:lnTo>
                    <a:pt x="493306" y="1014463"/>
                  </a:lnTo>
                  <a:lnTo>
                    <a:pt x="701243" y="1014463"/>
                  </a:lnTo>
                  <a:lnTo>
                    <a:pt x="701243" y="1013193"/>
                  </a:lnTo>
                  <a:lnTo>
                    <a:pt x="703719" y="1013193"/>
                  </a:lnTo>
                  <a:lnTo>
                    <a:pt x="703719" y="1010653"/>
                  </a:lnTo>
                  <a:lnTo>
                    <a:pt x="704024" y="1010653"/>
                  </a:lnTo>
                  <a:lnTo>
                    <a:pt x="704024" y="1008113"/>
                  </a:lnTo>
                  <a:close/>
                </a:path>
                <a:path w="1655445" h="1383664">
                  <a:moveTo>
                    <a:pt x="1102741" y="753910"/>
                  </a:moveTo>
                  <a:lnTo>
                    <a:pt x="1102220" y="753910"/>
                  </a:lnTo>
                  <a:lnTo>
                    <a:pt x="1102220" y="751370"/>
                  </a:lnTo>
                  <a:lnTo>
                    <a:pt x="933704" y="751370"/>
                  </a:lnTo>
                  <a:lnTo>
                    <a:pt x="933704" y="753910"/>
                  </a:lnTo>
                  <a:lnTo>
                    <a:pt x="933704" y="756450"/>
                  </a:lnTo>
                  <a:lnTo>
                    <a:pt x="934339" y="756450"/>
                  </a:lnTo>
                  <a:lnTo>
                    <a:pt x="934339" y="757732"/>
                  </a:lnTo>
                  <a:lnTo>
                    <a:pt x="1101471" y="757732"/>
                  </a:lnTo>
                  <a:lnTo>
                    <a:pt x="1101471" y="756450"/>
                  </a:lnTo>
                  <a:lnTo>
                    <a:pt x="1102741" y="756450"/>
                  </a:lnTo>
                  <a:lnTo>
                    <a:pt x="1102741" y="753910"/>
                  </a:lnTo>
                  <a:close/>
                </a:path>
                <a:path w="1655445" h="1383664">
                  <a:moveTo>
                    <a:pt x="1110107" y="867029"/>
                  </a:moveTo>
                  <a:lnTo>
                    <a:pt x="1108964" y="867029"/>
                  </a:lnTo>
                  <a:lnTo>
                    <a:pt x="1108964" y="865759"/>
                  </a:lnTo>
                  <a:lnTo>
                    <a:pt x="491477" y="865759"/>
                  </a:lnTo>
                  <a:lnTo>
                    <a:pt x="491477" y="867029"/>
                  </a:lnTo>
                  <a:lnTo>
                    <a:pt x="490334" y="867029"/>
                  </a:lnTo>
                  <a:lnTo>
                    <a:pt x="490334" y="869569"/>
                  </a:lnTo>
                  <a:lnTo>
                    <a:pt x="490613" y="869569"/>
                  </a:lnTo>
                  <a:lnTo>
                    <a:pt x="490613" y="870851"/>
                  </a:lnTo>
                  <a:lnTo>
                    <a:pt x="491350" y="870851"/>
                  </a:lnTo>
                  <a:lnTo>
                    <a:pt x="491350" y="872121"/>
                  </a:lnTo>
                  <a:lnTo>
                    <a:pt x="1109091" y="872121"/>
                  </a:lnTo>
                  <a:lnTo>
                    <a:pt x="1109091" y="870851"/>
                  </a:lnTo>
                  <a:lnTo>
                    <a:pt x="1109827" y="870851"/>
                  </a:lnTo>
                  <a:lnTo>
                    <a:pt x="1109827" y="869569"/>
                  </a:lnTo>
                  <a:lnTo>
                    <a:pt x="1110107" y="869569"/>
                  </a:lnTo>
                  <a:lnTo>
                    <a:pt x="1110107" y="867029"/>
                  </a:lnTo>
                  <a:close/>
                </a:path>
                <a:path w="1655445" h="1383664">
                  <a:moveTo>
                    <a:pt x="1655279" y="182829"/>
                  </a:moveTo>
                  <a:lnTo>
                    <a:pt x="1654060" y="174332"/>
                  </a:lnTo>
                  <a:lnTo>
                    <a:pt x="1651622" y="166992"/>
                  </a:lnTo>
                  <a:lnTo>
                    <a:pt x="1647952" y="159664"/>
                  </a:lnTo>
                  <a:lnTo>
                    <a:pt x="1647952" y="175552"/>
                  </a:lnTo>
                  <a:lnTo>
                    <a:pt x="1647952" y="190169"/>
                  </a:lnTo>
                  <a:lnTo>
                    <a:pt x="1619935" y="216954"/>
                  </a:lnTo>
                  <a:lnTo>
                    <a:pt x="1613839" y="218173"/>
                  </a:lnTo>
                  <a:lnTo>
                    <a:pt x="1580946" y="196227"/>
                  </a:lnTo>
                  <a:lnTo>
                    <a:pt x="1578508" y="182829"/>
                  </a:lnTo>
                  <a:lnTo>
                    <a:pt x="1579727" y="175552"/>
                  </a:lnTo>
                  <a:lnTo>
                    <a:pt x="1606524" y="148717"/>
                  </a:lnTo>
                  <a:lnTo>
                    <a:pt x="1619935" y="148717"/>
                  </a:lnTo>
                  <a:lnTo>
                    <a:pt x="1647952" y="175552"/>
                  </a:lnTo>
                  <a:lnTo>
                    <a:pt x="1647952" y="159664"/>
                  </a:lnTo>
                  <a:lnTo>
                    <a:pt x="1643075" y="153593"/>
                  </a:lnTo>
                  <a:lnTo>
                    <a:pt x="1638198" y="148717"/>
                  </a:lnTo>
                  <a:lnTo>
                    <a:pt x="1636979" y="147485"/>
                  </a:lnTo>
                  <a:lnTo>
                    <a:pt x="1629702" y="143827"/>
                  </a:lnTo>
                  <a:lnTo>
                    <a:pt x="1622386" y="141376"/>
                  </a:lnTo>
                  <a:lnTo>
                    <a:pt x="1605292" y="141376"/>
                  </a:lnTo>
                  <a:lnTo>
                    <a:pt x="1574838" y="166992"/>
                  </a:lnTo>
                  <a:lnTo>
                    <a:pt x="1571663" y="179425"/>
                  </a:lnTo>
                  <a:lnTo>
                    <a:pt x="1370761" y="179425"/>
                  </a:lnTo>
                  <a:lnTo>
                    <a:pt x="1370050" y="174332"/>
                  </a:lnTo>
                  <a:lnTo>
                    <a:pt x="1367612" y="166992"/>
                  </a:lnTo>
                  <a:lnTo>
                    <a:pt x="1363941" y="159664"/>
                  </a:lnTo>
                  <a:lnTo>
                    <a:pt x="1363941" y="182829"/>
                  </a:lnTo>
                  <a:lnTo>
                    <a:pt x="1362722" y="190169"/>
                  </a:lnTo>
                  <a:lnTo>
                    <a:pt x="1328610" y="218173"/>
                  </a:lnTo>
                  <a:lnTo>
                    <a:pt x="1321282" y="216954"/>
                  </a:lnTo>
                  <a:lnTo>
                    <a:pt x="1293279" y="182829"/>
                  </a:lnTo>
                  <a:lnTo>
                    <a:pt x="1294498" y="175552"/>
                  </a:lnTo>
                  <a:lnTo>
                    <a:pt x="1299375" y="163322"/>
                  </a:lnTo>
                  <a:lnTo>
                    <a:pt x="1304251" y="158483"/>
                  </a:lnTo>
                  <a:lnTo>
                    <a:pt x="1309090" y="153593"/>
                  </a:lnTo>
                  <a:lnTo>
                    <a:pt x="1321282" y="148717"/>
                  </a:lnTo>
                  <a:lnTo>
                    <a:pt x="1335925" y="148717"/>
                  </a:lnTo>
                  <a:lnTo>
                    <a:pt x="1348130" y="153593"/>
                  </a:lnTo>
                  <a:lnTo>
                    <a:pt x="1357845" y="163322"/>
                  </a:lnTo>
                  <a:lnTo>
                    <a:pt x="1362722" y="175552"/>
                  </a:lnTo>
                  <a:lnTo>
                    <a:pt x="1363941" y="182829"/>
                  </a:lnTo>
                  <a:lnTo>
                    <a:pt x="1363941" y="159664"/>
                  </a:lnTo>
                  <a:lnTo>
                    <a:pt x="1359065" y="153593"/>
                  </a:lnTo>
                  <a:lnTo>
                    <a:pt x="1353248" y="148717"/>
                  </a:lnTo>
                  <a:lnTo>
                    <a:pt x="1351788" y="147485"/>
                  </a:lnTo>
                  <a:lnTo>
                    <a:pt x="1345692" y="143827"/>
                  </a:lnTo>
                  <a:lnTo>
                    <a:pt x="1337144" y="141376"/>
                  </a:lnTo>
                  <a:lnTo>
                    <a:pt x="1320063" y="141376"/>
                  </a:lnTo>
                  <a:lnTo>
                    <a:pt x="1289608" y="166992"/>
                  </a:lnTo>
                  <a:lnTo>
                    <a:pt x="1285951" y="182829"/>
                  </a:lnTo>
                  <a:lnTo>
                    <a:pt x="1287170" y="191389"/>
                  </a:lnTo>
                  <a:lnTo>
                    <a:pt x="1312748" y="221843"/>
                  </a:lnTo>
                  <a:lnTo>
                    <a:pt x="1328610" y="225513"/>
                  </a:lnTo>
                  <a:lnTo>
                    <a:pt x="1337144" y="224282"/>
                  </a:lnTo>
                  <a:lnTo>
                    <a:pt x="1367612" y="199898"/>
                  </a:lnTo>
                  <a:lnTo>
                    <a:pt x="1370660" y="187045"/>
                  </a:lnTo>
                  <a:lnTo>
                    <a:pt x="1571777" y="187045"/>
                  </a:lnTo>
                  <a:lnTo>
                    <a:pt x="1596758" y="221843"/>
                  </a:lnTo>
                  <a:lnTo>
                    <a:pt x="1613839" y="225513"/>
                  </a:lnTo>
                  <a:lnTo>
                    <a:pt x="1622386" y="224282"/>
                  </a:lnTo>
                  <a:lnTo>
                    <a:pt x="1654060" y="191389"/>
                  </a:lnTo>
                  <a:lnTo>
                    <a:pt x="1655279" y="182829"/>
                  </a:lnTo>
                  <a:close/>
                </a:path>
                <a:path w="1655445" h="1383664">
                  <a:moveTo>
                    <a:pt x="1655279" y="41465"/>
                  </a:moveTo>
                  <a:lnTo>
                    <a:pt x="1654060" y="32956"/>
                  </a:lnTo>
                  <a:lnTo>
                    <a:pt x="1651622" y="25615"/>
                  </a:lnTo>
                  <a:lnTo>
                    <a:pt x="1647952" y="18288"/>
                  </a:lnTo>
                  <a:lnTo>
                    <a:pt x="1647952" y="35344"/>
                  </a:lnTo>
                  <a:lnTo>
                    <a:pt x="1647952" y="48793"/>
                  </a:lnTo>
                  <a:lnTo>
                    <a:pt x="1645513" y="56070"/>
                  </a:lnTo>
                  <a:lnTo>
                    <a:pt x="1641856" y="60960"/>
                  </a:lnTo>
                  <a:lnTo>
                    <a:pt x="1638198" y="67068"/>
                  </a:lnTo>
                  <a:lnTo>
                    <a:pt x="1633308" y="70688"/>
                  </a:lnTo>
                  <a:lnTo>
                    <a:pt x="1627263" y="74358"/>
                  </a:lnTo>
                  <a:lnTo>
                    <a:pt x="1619935" y="75577"/>
                  </a:lnTo>
                  <a:lnTo>
                    <a:pt x="1613839" y="76796"/>
                  </a:lnTo>
                  <a:lnTo>
                    <a:pt x="1599196" y="74358"/>
                  </a:lnTo>
                  <a:lnTo>
                    <a:pt x="1594319" y="70688"/>
                  </a:lnTo>
                  <a:lnTo>
                    <a:pt x="1588211" y="67068"/>
                  </a:lnTo>
                  <a:lnTo>
                    <a:pt x="1584604" y="60960"/>
                  </a:lnTo>
                  <a:lnTo>
                    <a:pt x="1580946" y="56070"/>
                  </a:lnTo>
                  <a:lnTo>
                    <a:pt x="1578508" y="41465"/>
                  </a:lnTo>
                  <a:lnTo>
                    <a:pt x="1579727" y="35344"/>
                  </a:lnTo>
                  <a:lnTo>
                    <a:pt x="1580946" y="28067"/>
                  </a:lnTo>
                  <a:lnTo>
                    <a:pt x="1584604" y="21958"/>
                  </a:lnTo>
                  <a:lnTo>
                    <a:pt x="1588211" y="17119"/>
                  </a:lnTo>
                  <a:lnTo>
                    <a:pt x="1594319" y="13449"/>
                  </a:lnTo>
                  <a:lnTo>
                    <a:pt x="1599196" y="9779"/>
                  </a:lnTo>
                  <a:lnTo>
                    <a:pt x="1606524" y="7340"/>
                  </a:lnTo>
                  <a:lnTo>
                    <a:pt x="1619935" y="7340"/>
                  </a:lnTo>
                  <a:lnTo>
                    <a:pt x="1647952" y="35344"/>
                  </a:lnTo>
                  <a:lnTo>
                    <a:pt x="1647952" y="18288"/>
                  </a:lnTo>
                  <a:lnTo>
                    <a:pt x="1613839" y="0"/>
                  </a:lnTo>
                  <a:lnTo>
                    <a:pt x="1605292" y="1231"/>
                  </a:lnTo>
                  <a:lnTo>
                    <a:pt x="1574838" y="25615"/>
                  </a:lnTo>
                  <a:lnTo>
                    <a:pt x="1571612" y="38341"/>
                  </a:lnTo>
                  <a:lnTo>
                    <a:pt x="1370799" y="38341"/>
                  </a:lnTo>
                  <a:lnTo>
                    <a:pt x="1370050" y="32956"/>
                  </a:lnTo>
                  <a:lnTo>
                    <a:pt x="1367612" y="25615"/>
                  </a:lnTo>
                  <a:lnTo>
                    <a:pt x="1363941" y="18288"/>
                  </a:lnTo>
                  <a:lnTo>
                    <a:pt x="1363941" y="41465"/>
                  </a:lnTo>
                  <a:lnTo>
                    <a:pt x="1362722" y="48793"/>
                  </a:lnTo>
                  <a:lnTo>
                    <a:pt x="1328610" y="76796"/>
                  </a:lnTo>
                  <a:lnTo>
                    <a:pt x="1321282" y="75577"/>
                  </a:lnTo>
                  <a:lnTo>
                    <a:pt x="1293279" y="41465"/>
                  </a:lnTo>
                  <a:lnTo>
                    <a:pt x="1294498" y="35344"/>
                  </a:lnTo>
                  <a:lnTo>
                    <a:pt x="1321282" y="7340"/>
                  </a:lnTo>
                  <a:lnTo>
                    <a:pt x="1335925" y="7340"/>
                  </a:lnTo>
                  <a:lnTo>
                    <a:pt x="1362722" y="35344"/>
                  </a:lnTo>
                  <a:lnTo>
                    <a:pt x="1363941" y="41465"/>
                  </a:lnTo>
                  <a:lnTo>
                    <a:pt x="1363941" y="18288"/>
                  </a:lnTo>
                  <a:lnTo>
                    <a:pt x="1328610" y="0"/>
                  </a:lnTo>
                  <a:lnTo>
                    <a:pt x="1320063" y="1231"/>
                  </a:lnTo>
                  <a:lnTo>
                    <a:pt x="1289608" y="25615"/>
                  </a:lnTo>
                  <a:lnTo>
                    <a:pt x="1285951" y="41465"/>
                  </a:lnTo>
                  <a:lnTo>
                    <a:pt x="1287170" y="50012"/>
                  </a:lnTo>
                  <a:lnTo>
                    <a:pt x="1312748" y="80467"/>
                  </a:lnTo>
                  <a:lnTo>
                    <a:pt x="1328610" y="84137"/>
                  </a:lnTo>
                  <a:lnTo>
                    <a:pt x="1337144" y="82918"/>
                  </a:lnTo>
                  <a:lnTo>
                    <a:pt x="1367612" y="58521"/>
                  </a:lnTo>
                  <a:lnTo>
                    <a:pt x="1370799" y="44691"/>
                  </a:lnTo>
                  <a:lnTo>
                    <a:pt x="1571637" y="44691"/>
                  </a:lnTo>
                  <a:lnTo>
                    <a:pt x="1596758" y="80467"/>
                  </a:lnTo>
                  <a:lnTo>
                    <a:pt x="1613839" y="84137"/>
                  </a:lnTo>
                  <a:lnTo>
                    <a:pt x="1622386" y="82918"/>
                  </a:lnTo>
                  <a:lnTo>
                    <a:pt x="1654060" y="50012"/>
                  </a:lnTo>
                  <a:lnTo>
                    <a:pt x="1655279" y="41465"/>
                  </a:lnTo>
                  <a:close/>
                </a:path>
              </a:pathLst>
            </a:custGeom>
            <a:solidFill>
              <a:srgbClr val="929599"/>
            </a:solidFill>
          </p:spPr>
          <p:txBody>
            <a:bodyPr wrap="square" lIns="0" tIns="0" rIns="0" bIns="0" rtlCol="0"/>
            <a:lstStyle/>
            <a:p>
              <a:endParaRPr/>
            </a:p>
          </p:txBody>
        </p:sp>
        <p:pic>
          <p:nvPicPr>
            <p:cNvPr id="77" name="object 77"/>
            <p:cNvPicPr/>
            <p:nvPr/>
          </p:nvPicPr>
          <p:blipFill>
            <a:blip r:embed="rId59" cstate="print"/>
            <a:stretch>
              <a:fillRect/>
            </a:stretch>
          </p:blipFill>
          <p:spPr>
            <a:xfrm>
              <a:off x="411134" y="2365931"/>
              <a:ext cx="216968" cy="216899"/>
            </a:xfrm>
            <a:prstGeom prst="rect">
              <a:avLst/>
            </a:prstGeom>
          </p:spPr>
        </p:pic>
        <p:sp>
          <p:nvSpPr>
            <p:cNvPr id="78" name="object 78"/>
            <p:cNvSpPr/>
            <p:nvPr/>
          </p:nvSpPr>
          <p:spPr>
            <a:xfrm>
              <a:off x="411124" y="2083193"/>
              <a:ext cx="1035050" cy="954405"/>
            </a:xfrm>
            <a:custGeom>
              <a:avLst/>
              <a:gdLst/>
              <a:ahLst/>
              <a:cxnLst/>
              <a:rect l="l" t="t" r="r" b="b"/>
              <a:pathLst>
                <a:path w="1035050" h="954405">
                  <a:moveTo>
                    <a:pt x="570433" y="565492"/>
                  </a:moveTo>
                  <a:lnTo>
                    <a:pt x="6096" y="1168"/>
                  </a:lnTo>
                  <a:lnTo>
                    <a:pt x="3657" y="0"/>
                  </a:lnTo>
                  <a:lnTo>
                    <a:pt x="1219" y="1168"/>
                  </a:lnTo>
                  <a:lnTo>
                    <a:pt x="0" y="3619"/>
                  </a:lnTo>
                  <a:lnTo>
                    <a:pt x="1219" y="6057"/>
                  </a:lnTo>
                  <a:lnTo>
                    <a:pt x="564337" y="570331"/>
                  </a:lnTo>
                  <a:lnTo>
                    <a:pt x="566775" y="571550"/>
                  </a:lnTo>
                  <a:lnTo>
                    <a:pt x="570433" y="570331"/>
                  </a:lnTo>
                  <a:lnTo>
                    <a:pt x="570433" y="565492"/>
                  </a:lnTo>
                  <a:close/>
                </a:path>
                <a:path w="1035050" h="954405">
                  <a:moveTo>
                    <a:pt x="1034834" y="950595"/>
                  </a:moveTo>
                  <a:lnTo>
                    <a:pt x="1033614" y="946937"/>
                  </a:lnTo>
                  <a:lnTo>
                    <a:pt x="922731" y="836015"/>
                  </a:lnTo>
                  <a:lnTo>
                    <a:pt x="920292" y="834796"/>
                  </a:lnTo>
                  <a:lnTo>
                    <a:pt x="917841" y="836015"/>
                  </a:lnTo>
                  <a:lnTo>
                    <a:pt x="916622" y="838454"/>
                  </a:lnTo>
                  <a:lnTo>
                    <a:pt x="917841" y="840905"/>
                  </a:lnTo>
                  <a:lnTo>
                    <a:pt x="1028738" y="953046"/>
                  </a:lnTo>
                  <a:lnTo>
                    <a:pt x="1031176" y="954265"/>
                  </a:lnTo>
                  <a:lnTo>
                    <a:pt x="1033614" y="953046"/>
                  </a:lnTo>
                  <a:lnTo>
                    <a:pt x="1034834" y="950595"/>
                  </a:lnTo>
                  <a:close/>
                </a:path>
              </a:pathLst>
            </a:custGeom>
            <a:solidFill>
              <a:srgbClr val="929599"/>
            </a:solidFill>
          </p:spPr>
          <p:txBody>
            <a:bodyPr wrap="square" lIns="0" tIns="0" rIns="0" bIns="0" rtlCol="0"/>
            <a:lstStyle/>
            <a:p>
              <a:endParaRPr/>
            </a:p>
          </p:txBody>
        </p:sp>
        <p:pic>
          <p:nvPicPr>
            <p:cNvPr id="79" name="object 79"/>
            <p:cNvPicPr/>
            <p:nvPr/>
          </p:nvPicPr>
          <p:blipFill>
            <a:blip r:embed="rId60" cstate="print"/>
            <a:stretch>
              <a:fillRect/>
            </a:stretch>
          </p:blipFill>
          <p:spPr>
            <a:xfrm>
              <a:off x="1307013" y="929028"/>
              <a:ext cx="458301" cy="166939"/>
            </a:xfrm>
            <a:prstGeom prst="rect">
              <a:avLst/>
            </a:prstGeom>
          </p:spPr>
        </p:pic>
        <p:pic>
          <p:nvPicPr>
            <p:cNvPr id="80" name="object 80"/>
            <p:cNvPicPr/>
            <p:nvPr/>
          </p:nvPicPr>
          <p:blipFill>
            <a:blip r:embed="rId61" cstate="print"/>
            <a:stretch>
              <a:fillRect/>
            </a:stretch>
          </p:blipFill>
          <p:spPr>
            <a:xfrm>
              <a:off x="1266796" y="2380547"/>
              <a:ext cx="85315" cy="84080"/>
            </a:xfrm>
            <a:prstGeom prst="rect">
              <a:avLst/>
            </a:prstGeom>
          </p:spPr>
        </p:pic>
        <p:pic>
          <p:nvPicPr>
            <p:cNvPr id="81" name="object 81"/>
            <p:cNvPicPr/>
            <p:nvPr/>
          </p:nvPicPr>
          <p:blipFill>
            <a:blip r:embed="rId62" cstate="print"/>
            <a:stretch>
              <a:fillRect/>
            </a:stretch>
          </p:blipFill>
          <p:spPr>
            <a:xfrm>
              <a:off x="1266796" y="2124589"/>
              <a:ext cx="85315" cy="84080"/>
            </a:xfrm>
            <a:prstGeom prst="rect">
              <a:avLst/>
            </a:prstGeom>
          </p:spPr>
        </p:pic>
        <p:sp>
          <p:nvSpPr>
            <p:cNvPr id="82" name="object 82"/>
            <p:cNvSpPr/>
            <p:nvPr/>
          </p:nvSpPr>
          <p:spPr>
            <a:xfrm>
              <a:off x="1266786" y="2457805"/>
              <a:ext cx="85725" cy="474980"/>
            </a:xfrm>
            <a:custGeom>
              <a:avLst/>
              <a:gdLst/>
              <a:ahLst/>
              <a:cxnLst/>
              <a:rect l="l" t="t" r="r" b="b"/>
              <a:pathLst>
                <a:path w="85725" h="474980">
                  <a:moveTo>
                    <a:pt x="85318" y="432168"/>
                  </a:moveTo>
                  <a:lnTo>
                    <a:pt x="84099" y="423621"/>
                  </a:lnTo>
                  <a:lnTo>
                    <a:pt x="81661" y="416331"/>
                  </a:lnTo>
                  <a:lnTo>
                    <a:pt x="78041" y="409003"/>
                  </a:lnTo>
                  <a:lnTo>
                    <a:pt x="78041" y="432168"/>
                  </a:lnTo>
                  <a:lnTo>
                    <a:pt x="76822" y="439458"/>
                  </a:lnTo>
                  <a:lnTo>
                    <a:pt x="42659" y="467512"/>
                  </a:lnTo>
                  <a:lnTo>
                    <a:pt x="35344" y="466293"/>
                  </a:lnTo>
                  <a:lnTo>
                    <a:pt x="7327" y="432168"/>
                  </a:lnTo>
                  <a:lnTo>
                    <a:pt x="8547" y="426059"/>
                  </a:lnTo>
                  <a:lnTo>
                    <a:pt x="35344" y="398043"/>
                  </a:lnTo>
                  <a:lnTo>
                    <a:pt x="49987" y="398043"/>
                  </a:lnTo>
                  <a:lnTo>
                    <a:pt x="76822" y="426059"/>
                  </a:lnTo>
                  <a:lnTo>
                    <a:pt x="78041" y="432168"/>
                  </a:lnTo>
                  <a:lnTo>
                    <a:pt x="78041" y="409003"/>
                  </a:lnTo>
                  <a:lnTo>
                    <a:pt x="71945" y="402932"/>
                  </a:lnTo>
                  <a:lnTo>
                    <a:pt x="65849" y="398043"/>
                  </a:lnTo>
                  <a:lnTo>
                    <a:pt x="58521" y="393166"/>
                  </a:lnTo>
                  <a:lnTo>
                    <a:pt x="51206" y="390715"/>
                  </a:lnTo>
                  <a:lnTo>
                    <a:pt x="46316" y="390715"/>
                  </a:lnTo>
                  <a:lnTo>
                    <a:pt x="46316" y="2540"/>
                  </a:lnTo>
                  <a:lnTo>
                    <a:pt x="45694" y="2540"/>
                  </a:lnTo>
                  <a:lnTo>
                    <a:pt x="45694" y="1270"/>
                  </a:lnTo>
                  <a:lnTo>
                    <a:pt x="44945" y="1270"/>
                  </a:lnTo>
                  <a:lnTo>
                    <a:pt x="44945" y="0"/>
                  </a:lnTo>
                  <a:lnTo>
                    <a:pt x="40386" y="0"/>
                  </a:lnTo>
                  <a:lnTo>
                    <a:pt x="40386" y="1270"/>
                  </a:lnTo>
                  <a:lnTo>
                    <a:pt x="39624" y="1270"/>
                  </a:lnTo>
                  <a:lnTo>
                    <a:pt x="39624" y="2540"/>
                  </a:lnTo>
                  <a:lnTo>
                    <a:pt x="39001" y="2540"/>
                  </a:lnTo>
                  <a:lnTo>
                    <a:pt x="39001" y="390715"/>
                  </a:lnTo>
                  <a:lnTo>
                    <a:pt x="34124" y="390715"/>
                  </a:lnTo>
                  <a:lnTo>
                    <a:pt x="26847" y="393166"/>
                  </a:lnTo>
                  <a:lnTo>
                    <a:pt x="1219" y="423621"/>
                  </a:lnTo>
                  <a:lnTo>
                    <a:pt x="0" y="432168"/>
                  </a:lnTo>
                  <a:lnTo>
                    <a:pt x="1219" y="440677"/>
                  </a:lnTo>
                  <a:lnTo>
                    <a:pt x="26847" y="471182"/>
                  </a:lnTo>
                  <a:lnTo>
                    <a:pt x="42659" y="474802"/>
                  </a:lnTo>
                  <a:lnTo>
                    <a:pt x="51206" y="473621"/>
                  </a:lnTo>
                  <a:lnTo>
                    <a:pt x="81661" y="449237"/>
                  </a:lnTo>
                  <a:lnTo>
                    <a:pt x="84099" y="440677"/>
                  </a:lnTo>
                  <a:lnTo>
                    <a:pt x="85318" y="432168"/>
                  </a:lnTo>
                  <a:close/>
                </a:path>
              </a:pathLst>
            </a:custGeom>
            <a:solidFill>
              <a:srgbClr val="929599"/>
            </a:solidFill>
          </p:spPr>
          <p:txBody>
            <a:bodyPr wrap="square" lIns="0" tIns="0" rIns="0" bIns="0" rtlCol="0"/>
            <a:lstStyle/>
            <a:p>
              <a:endParaRPr/>
            </a:p>
          </p:txBody>
        </p:sp>
        <p:pic>
          <p:nvPicPr>
            <p:cNvPr id="83" name="object 83"/>
            <p:cNvPicPr/>
            <p:nvPr/>
          </p:nvPicPr>
          <p:blipFill>
            <a:blip r:embed="rId63" cstate="print"/>
            <a:stretch>
              <a:fillRect/>
            </a:stretch>
          </p:blipFill>
          <p:spPr>
            <a:xfrm>
              <a:off x="1552027" y="1088684"/>
              <a:ext cx="84095" cy="84080"/>
            </a:xfrm>
            <a:prstGeom prst="rect">
              <a:avLst/>
            </a:prstGeom>
          </p:spPr>
        </p:pic>
        <p:pic>
          <p:nvPicPr>
            <p:cNvPr id="84" name="object 84"/>
            <p:cNvPicPr/>
            <p:nvPr/>
          </p:nvPicPr>
          <p:blipFill>
            <a:blip r:embed="rId64" cstate="print"/>
            <a:stretch>
              <a:fillRect/>
            </a:stretch>
          </p:blipFill>
          <p:spPr>
            <a:xfrm>
              <a:off x="1409411" y="1088684"/>
              <a:ext cx="84095" cy="84080"/>
            </a:xfrm>
            <a:prstGeom prst="rect">
              <a:avLst/>
            </a:prstGeom>
          </p:spPr>
        </p:pic>
        <p:pic>
          <p:nvPicPr>
            <p:cNvPr id="85" name="object 85"/>
            <p:cNvPicPr/>
            <p:nvPr/>
          </p:nvPicPr>
          <p:blipFill>
            <a:blip r:embed="rId65" cstate="print"/>
            <a:stretch>
              <a:fillRect/>
            </a:stretch>
          </p:blipFill>
          <p:spPr>
            <a:xfrm>
              <a:off x="1266796" y="1088684"/>
              <a:ext cx="85315" cy="84080"/>
            </a:xfrm>
            <a:prstGeom prst="rect">
              <a:avLst/>
            </a:prstGeom>
          </p:spPr>
        </p:pic>
        <p:pic>
          <p:nvPicPr>
            <p:cNvPr id="86" name="object 86"/>
            <p:cNvPicPr/>
            <p:nvPr/>
          </p:nvPicPr>
          <p:blipFill>
            <a:blip r:embed="rId66" cstate="print"/>
            <a:stretch>
              <a:fillRect/>
            </a:stretch>
          </p:blipFill>
          <p:spPr>
            <a:xfrm>
              <a:off x="1552027" y="1556653"/>
              <a:ext cx="84095" cy="84129"/>
            </a:xfrm>
            <a:prstGeom prst="rect">
              <a:avLst/>
            </a:prstGeom>
          </p:spPr>
        </p:pic>
        <p:pic>
          <p:nvPicPr>
            <p:cNvPr id="87" name="object 87"/>
            <p:cNvPicPr/>
            <p:nvPr/>
          </p:nvPicPr>
          <p:blipFill>
            <a:blip r:embed="rId67" cstate="print"/>
            <a:stretch>
              <a:fillRect/>
            </a:stretch>
          </p:blipFill>
          <p:spPr>
            <a:xfrm>
              <a:off x="1409411" y="1556653"/>
              <a:ext cx="84095" cy="84129"/>
            </a:xfrm>
            <a:prstGeom prst="rect">
              <a:avLst/>
            </a:prstGeom>
          </p:spPr>
        </p:pic>
        <p:pic>
          <p:nvPicPr>
            <p:cNvPr id="88" name="object 88"/>
            <p:cNvPicPr/>
            <p:nvPr/>
          </p:nvPicPr>
          <p:blipFill>
            <a:blip r:embed="rId68" cstate="print"/>
            <a:stretch>
              <a:fillRect/>
            </a:stretch>
          </p:blipFill>
          <p:spPr>
            <a:xfrm>
              <a:off x="1266796" y="1556653"/>
              <a:ext cx="85315" cy="84129"/>
            </a:xfrm>
            <a:prstGeom prst="rect">
              <a:avLst/>
            </a:prstGeom>
          </p:spPr>
        </p:pic>
        <p:sp>
          <p:nvSpPr>
            <p:cNvPr id="89" name="object 89"/>
            <p:cNvSpPr/>
            <p:nvPr/>
          </p:nvSpPr>
          <p:spPr>
            <a:xfrm>
              <a:off x="862126" y="-305"/>
              <a:ext cx="903605" cy="1721485"/>
            </a:xfrm>
            <a:custGeom>
              <a:avLst/>
              <a:gdLst/>
              <a:ahLst/>
              <a:cxnLst/>
              <a:rect l="l" t="t" r="r" b="b"/>
              <a:pathLst>
                <a:path w="903605" h="1721485">
                  <a:moveTo>
                    <a:pt x="7327" y="1631962"/>
                  </a:moveTo>
                  <a:lnTo>
                    <a:pt x="3695" y="1631962"/>
                  </a:lnTo>
                  <a:lnTo>
                    <a:pt x="3695" y="1630692"/>
                  </a:lnTo>
                  <a:lnTo>
                    <a:pt x="3632" y="1631962"/>
                  </a:lnTo>
                  <a:lnTo>
                    <a:pt x="876" y="1631962"/>
                  </a:lnTo>
                  <a:lnTo>
                    <a:pt x="876" y="1634502"/>
                  </a:lnTo>
                  <a:lnTo>
                    <a:pt x="0" y="1634502"/>
                  </a:lnTo>
                  <a:lnTo>
                    <a:pt x="0" y="1718398"/>
                  </a:lnTo>
                  <a:lnTo>
                    <a:pt x="596" y="1718398"/>
                  </a:lnTo>
                  <a:lnTo>
                    <a:pt x="596" y="1719668"/>
                  </a:lnTo>
                  <a:lnTo>
                    <a:pt x="1244" y="1719668"/>
                  </a:lnTo>
                  <a:lnTo>
                    <a:pt x="1244" y="1720938"/>
                  </a:lnTo>
                  <a:lnTo>
                    <a:pt x="7289" y="1720938"/>
                  </a:lnTo>
                  <a:lnTo>
                    <a:pt x="7289" y="1719668"/>
                  </a:lnTo>
                  <a:lnTo>
                    <a:pt x="7327" y="1718398"/>
                  </a:lnTo>
                  <a:lnTo>
                    <a:pt x="7327" y="1634502"/>
                  </a:lnTo>
                  <a:lnTo>
                    <a:pt x="7327" y="1631962"/>
                  </a:lnTo>
                  <a:close/>
                </a:path>
                <a:path w="903605" h="1721485">
                  <a:moveTo>
                    <a:pt x="149936" y="1634502"/>
                  </a:moveTo>
                  <a:lnTo>
                    <a:pt x="149059" y="1634502"/>
                  </a:lnTo>
                  <a:lnTo>
                    <a:pt x="149059" y="1631962"/>
                  </a:lnTo>
                  <a:lnTo>
                    <a:pt x="146304" y="1631962"/>
                  </a:lnTo>
                  <a:lnTo>
                    <a:pt x="146304" y="1630692"/>
                  </a:lnTo>
                  <a:lnTo>
                    <a:pt x="146253" y="1631962"/>
                  </a:lnTo>
                  <a:lnTo>
                    <a:pt x="143484" y="1631962"/>
                  </a:lnTo>
                  <a:lnTo>
                    <a:pt x="143484" y="1634502"/>
                  </a:lnTo>
                  <a:lnTo>
                    <a:pt x="142621" y="1634502"/>
                  </a:lnTo>
                  <a:lnTo>
                    <a:pt x="142621" y="1718398"/>
                  </a:lnTo>
                  <a:lnTo>
                    <a:pt x="143205" y="1718398"/>
                  </a:lnTo>
                  <a:lnTo>
                    <a:pt x="143205" y="1719668"/>
                  </a:lnTo>
                  <a:lnTo>
                    <a:pt x="143865" y="1719668"/>
                  </a:lnTo>
                  <a:lnTo>
                    <a:pt x="143865" y="1720938"/>
                  </a:lnTo>
                  <a:lnTo>
                    <a:pt x="148691" y="1720938"/>
                  </a:lnTo>
                  <a:lnTo>
                    <a:pt x="148691" y="1719668"/>
                  </a:lnTo>
                  <a:lnTo>
                    <a:pt x="149339" y="1719668"/>
                  </a:lnTo>
                  <a:lnTo>
                    <a:pt x="149339" y="1718398"/>
                  </a:lnTo>
                  <a:lnTo>
                    <a:pt x="149936" y="1718398"/>
                  </a:lnTo>
                  <a:lnTo>
                    <a:pt x="149936" y="1634502"/>
                  </a:lnTo>
                  <a:close/>
                </a:path>
                <a:path w="903605" h="1721485">
                  <a:moveTo>
                    <a:pt x="292557" y="1474355"/>
                  </a:moveTo>
                  <a:lnTo>
                    <a:pt x="292049" y="1474355"/>
                  </a:lnTo>
                  <a:lnTo>
                    <a:pt x="292049" y="1471815"/>
                  </a:lnTo>
                  <a:lnTo>
                    <a:pt x="290372" y="1471815"/>
                  </a:lnTo>
                  <a:lnTo>
                    <a:pt x="290372" y="1470545"/>
                  </a:lnTo>
                  <a:lnTo>
                    <a:pt x="287401" y="1470545"/>
                  </a:lnTo>
                  <a:lnTo>
                    <a:pt x="287401" y="1471815"/>
                  </a:lnTo>
                  <a:lnTo>
                    <a:pt x="285737" y="1471815"/>
                  </a:lnTo>
                  <a:lnTo>
                    <a:pt x="285737" y="1474355"/>
                  </a:lnTo>
                  <a:lnTo>
                    <a:pt x="285229" y="1474355"/>
                  </a:lnTo>
                  <a:lnTo>
                    <a:pt x="285229" y="1718398"/>
                  </a:lnTo>
                  <a:lnTo>
                    <a:pt x="285826" y="1718398"/>
                  </a:lnTo>
                  <a:lnTo>
                    <a:pt x="285826" y="1719668"/>
                  </a:lnTo>
                  <a:lnTo>
                    <a:pt x="286473" y="1719668"/>
                  </a:lnTo>
                  <a:lnTo>
                    <a:pt x="286473" y="1720938"/>
                  </a:lnTo>
                  <a:lnTo>
                    <a:pt x="291312" y="1720938"/>
                  </a:lnTo>
                  <a:lnTo>
                    <a:pt x="291312" y="1719668"/>
                  </a:lnTo>
                  <a:lnTo>
                    <a:pt x="291960" y="1719668"/>
                  </a:lnTo>
                  <a:lnTo>
                    <a:pt x="291960" y="1718398"/>
                  </a:lnTo>
                  <a:lnTo>
                    <a:pt x="292557" y="1718398"/>
                  </a:lnTo>
                  <a:lnTo>
                    <a:pt x="292557" y="1474355"/>
                  </a:lnTo>
                  <a:close/>
                </a:path>
                <a:path w="903605" h="1721485">
                  <a:moveTo>
                    <a:pt x="450977" y="1169327"/>
                  </a:moveTo>
                  <a:lnTo>
                    <a:pt x="450303" y="1169327"/>
                  </a:lnTo>
                  <a:lnTo>
                    <a:pt x="450303" y="1166774"/>
                  </a:lnTo>
                  <a:lnTo>
                    <a:pt x="448119" y="1166774"/>
                  </a:lnTo>
                  <a:lnTo>
                    <a:pt x="448119" y="1165504"/>
                  </a:lnTo>
                  <a:lnTo>
                    <a:pt x="446519" y="1165504"/>
                  </a:lnTo>
                  <a:lnTo>
                    <a:pt x="446519" y="1166774"/>
                  </a:lnTo>
                  <a:lnTo>
                    <a:pt x="444334" y="1166774"/>
                  </a:lnTo>
                  <a:lnTo>
                    <a:pt x="444334" y="1169327"/>
                  </a:lnTo>
                  <a:lnTo>
                    <a:pt x="443661" y="1169327"/>
                  </a:lnTo>
                  <a:lnTo>
                    <a:pt x="443661" y="1560791"/>
                  </a:lnTo>
                  <a:lnTo>
                    <a:pt x="450977" y="1560791"/>
                  </a:lnTo>
                  <a:lnTo>
                    <a:pt x="450977" y="1169327"/>
                  </a:lnTo>
                  <a:close/>
                </a:path>
                <a:path w="903605" h="1721485">
                  <a:moveTo>
                    <a:pt x="593598" y="1169327"/>
                  </a:moveTo>
                  <a:lnTo>
                    <a:pt x="592912" y="1169327"/>
                  </a:lnTo>
                  <a:lnTo>
                    <a:pt x="592912" y="1166774"/>
                  </a:lnTo>
                  <a:lnTo>
                    <a:pt x="590740" y="1166774"/>
                  </a:lnTo>
                  <a:lnTo>
                    <a:pt x="590740" y="1165504"/>
                  </a:lnTo>
                  <a:lnTo>
                    <a:pt x="589140" y="1165504"/>
                  </a:lnTo>
                  <a:lnTo>
                    <a:pt x="589140" y="1166774"/>
                  </a:lnTo>
                  <a:lnTo>
                    <a:pt x="586955" y="1166774"/>
                  </a:lnTo>
                  <a:lnTo>
                    <a:pt x="586955" y="1169327"/>
                  </a:lnTo>
                  <a:lnTo>
                    <a:pt x="586270" y="1169327"/>
                  </a:lnTo>
                  <a:lnTo>
                    <a:pt x="586270" y="1560791"/>
                  </a:lnTo>
                  <a:lnTo>
                    <a:pt x="586994" y="1560791"/>
                  </a:lnTo>
                  <a:lnTo>
                    <a:pt x="586994" y="1563331"/>
                  </a:lnTo>
                  <a:lnTo>
                    <a:pt x="589280" y="1563331"/>
                  </a:lnTo>
                  <a:lnTo>
                    <a:pt x="589280" y="1564601"/>
                  </a:lnTo>
                  <a:lnTo>
                    <a:pt x="590600" y="1564601"/>
                  </a:lnTo>
                  <a:lnTo>
                    <a:pt x="590600" y="1563331"/>
                  </a:lnTo>
                  <a:lnTo>
                    <a:pt x="592886" y="1563331"/>
                  </a:lnTo>
                  <a:lnTo>
                    <a:pt x="592886" y="1560791"/>
                  </a:lnTo>
                  <a:lnTo>
                    <a:pt x="593598" y="1560791"/>
                  </a:lnTo>
                  <a:lnTo>
                    <a:pt x="593598" y="1169327"/>
                  </a:lnTo>
                  <a:close/>
                </a:path>
                <a:path w="903605" h="1721485">
                  <a:moveTo>
                    <a:pt x="611898" y="2540"/>
                  </a:moveTo>
                  <a:lnTo>
                    <a:pt x="610997" y="2540"/>
                  </a:lnTo>
                  <a:lnTo>
                    <a:pt x="610997" y="0"/>
                  </a:lnTo>
                  <a:lnTo>
                    <a:pt x="605485" y="0"/>
                  </a:lnTo>
                  <a:lnTo>
                    <a:pt x="605485" y="2540"/>
                  </a:lnTo>
                  <a:lnTo>
                    <a:pt x="604583" y="2540"/>
                  </a:lnTo>
                  <a:lnTo>
                    <a:pt x="604583" y="932916"/>
                  </a:lnTo>
                  <a:lnTo>
                    <a:pt x="605167" y="932916"/>
                  </a:lnTo>
                  <a:lnTo>
                    <a:pt x="605167" y="935456"/>
                  </a:lnTo>
                  <a:lnTo>
                    <a:pt x="607136" y="935456"/>
                  </a:lnTo>
                  <a:lnTo>
                    <a:pt x="607136" y="936726"/>
                  </a:lnTo>
                  <a:lnTo>
                    <a:pt x="609346" y="936726"/>
                  </a:lnTo>
                  <a:lnTo>
                    <a:pt x="609346" y="935456"/>
                  </a:lnTo>
                  <a:lnTo>
                    <a:pt x="611314" y="935456"/>
                  </a:lnTo>
                  <a:lnTo>
                    <a:pt x="611314" y="932916"/>
                  </a:lnTo>
                  <a:lnTo>
                    <a:pt x="611898" y="932916"/>
                  </a:lnTo>
                  <a:lnTo>
                    <a:pt x="611898" y="2540"/>
                  </a:lnTo>
                  <a:close/>
                </a:path>
                <a:path w="903605" h="1721485">
                  <a:moveTo>
                    <a:pt x="734987" y="1166774"/>
                  </a:moveTo>
                  <a:lnTo>
                    <a:pt x="732536" y="1166774"/>
                  </a:lnTo>
                  <a:lnTo>
                    <a:pt x="732536" y="1165504"/>
                  </a:lnTo>
                  <a:lnTo>
                    <a:pt x="730529" y="1165504"/>
                  </a:lnTo>
                  <a:lnTo>
                    <a:pt x="730529" y="1166774"/>
                  </a:lnTo>
                  <a:lnTo>
                    <a:pt x="728345" y="1166774"/>
                  </a:lnTo>
                  <a:lnTo>
                    <a:pt x="728345" y="1169327"/>
                  </a:lnTo>
                  <a:lnTo>
                    <a:pt x="727671" y="1169327"/>
                  </a:lnTo>
                  <a:lnTo>
                    <a:pt x="727671" y="1560791"/>
                  </a:lnTo>
                  <a:lnTo>
                    <a:pt x="728383" y="1560791"/>
                  </a:lnTo>
                  <a:lnTo>
                    <a:pt x="728383" y="1563331"/>
                  </a:lnTo>
                  <a:lnTo>
                    <a:pt x="730669" y="1563331"/>
                  </a:lnTo>
                  <a:lnTo>
                    <a:pt x="730669" y="1564601"/>
                  </a:lnTo>
                  <a:lnTo>
                    <a:pt x="732320" y="1564601"/>
                  </a:lnTo>
                  <a:lnTo>
                    <a:pt x="732320" y="1563331"/>
                  </a:lnTo>
                  <a:lnTo>
                    <a:pt x="734987" y="1563331"/>
                  </a:lnTo>
                  <a:lnTo>
                    <a:pt x="734987" y="1560791"/>
                  </a:lnTo>
                  <a:lnTo>
                    <a:pt x="734987" y="1169327"/>
                  </a:lnTo>
                  <a:lnTo>
                    <a:pt x="734987" y="1166774"/>
                  </a:lnTo>
                  <a:close/>
                </a:path>
                <a:path w="903605" h="1721485">
                  <a:moveTo>
                    <a:pt x="753300" y="6362"/>
                  </a:moveTo>
                  <a:lnTo>
                    <a:pt x="752462" y="6362"/>
                  </a:lnTo>
                  <a:lnTo>
                    <a:pt x="752462" y="3822"/>
                  </a:lnTo>
                  <a:lnTo>
                    <a:pt x="749833" y="3822"/>
                  </a:lnTo>
                  <a:lnTo>
                    <a:pt x="749833" y="2540"/>
                  </a:lnTo>
                  <a:lnTo>
                    <a:pt x="749439" y="2540"/>
                  </a:lnTo>
                  <a:lnTo>
                    <a:pt x="749439" y="3822"/>
                  </a:lnTo>
                  <a:lnTo>
                    <a:pt x="746798" y="3822"/>
                  </a:lnTo>
                  <a:lnTo>
                    <a:pt x="746798" y="6362"/>
                  </a:lnTo>
                  <a:lnTo>
                    <a:pt x="745972" y="6362"/>
                  </a:lnTo>
                  <a:lnTo>
                    <a:pt x="745972" y="932916"/>
                  </a:lnTo>
                  <a:lnTo>
                    <a:pt x="746569" y="932916"/>
                  </a:lnTo>
                  <a:lnTo>
                    <a:pt x="746569" y="935456"/>
                  </a:lnTo>
                  <a:lnTo>
                    <a:pt x="748525" y="935456"/>
                  </a:lnTo>
                  <a:lnTo>
                    <a:pt x="748525" y="936726"/>
                  </a:lnTo>
                  <a:lnTo>
                    <a:pt x="750735" y="936726"/>
                  </a:lnTo>
                  <a:lnTo>
                    <a:pt x="750735" y="935456"/>
                  </a:lnTo>
                  <a:lnTo>
                    <a:pt x="752703" y="935456"/>
                  </a:lnTo>
                  <a:lnTo>
                    <a:pt x="752703" y="932916"/>
                  </a:lnTo>
                  <a:lnTo>
                    <a:pt x="753300" y="932916"/>
                  </a:lnTo>
                  <a:lnTo>
                    <a:pt x="753300" y="6362"/>
                  </a:lnTo>
                  <a:close/>
                </a:path>
                <a:path w="903605" h="1721485">
                  <a:moveTo>
                    <a:pt x="903185" y="3822"/>
                  </a:moveTo>
                  <a:lnTo>
                    <a:pt x="899858" y="3822"/>
                  </a:lnTo>
                  <a:lnTo>
                    <a:pt x="899858" y="2540"/>
                  </a:lnTo>
                  <a:lnTo>
                    <a:pt x="899375" y="2540"/>
                  </a:lnTo>
                  <a:lnTo>
                    <a:pt x="899375" y="3822"/>
                  </a:lnTo>
                  <a:lnTo>
                    <a:pt x="896734" y="3822"/>
                  </a:lnTo>
                  <a:lnTo>
                    <a:pt x="896734" y="6362"/>
                  </a:lnTo>
                  <a:lnTo>
                    <a:pt x="895908" y="6362"/>
                  </a:lnTo>
                  <a:lnTo>
                    <a:pt x="895908" y="932916"/>
                  </a:lnTo>
                  <a:lnTo>
                    <a:pt x="896505" y="932916"/>
                  </a:lnTo>
                  <a:lnTo>
                    <a:pt x="896505" y="935456"/>
                  </a:lnTo>
                  <a:lnTo>
                    <a:pt x="898461" y="935456"/>
                  </a:lnTo>
                  <a:lnTo>
                    <a:pt x="898461" y="936726"/>
                  </a:lnTo>
                  <a:lnTo>
                    <a:pt x="901204" y="936726"/>
                  </a:lnTo>
                  <a:lnTo>
                    <a:pt x="901204" y="935456"/>
                  </a:lnTo>
                  <a:lnTo>
                    <a:pt x="903185" y="935456"/>
                  </a:lnTo>
                  <a:lnTo>
                    <a:pt x="903185" y="932916"/>
                  </a:lnTo>
                  <a:lnTo>
                    <a:pt x="903185" y="6362"/>
                  </a:lnTo>
                  <a:lnTo>
                    <a:pt x="903185" y="3822"/>
                  </a:lnTo>
                  <a:close/>
                </a:path>
              </a:pathLst>
            </a:custGeom>
            <a:solidFill>
              <a:srgbClr val="929599"/>
            </a:solidFill>
          </p:spPr>
          <p:txBody>
            <a:bodyPr wrap="square" lIns="0" tIns="0" rIns="0" bIns="0" rtlCol="0"/>
            <a:lstStyle/>
            <a:p>
              <a:endParaRPr/>
            </a:p>
          </p:txBody>
        </p:sp>
        <p:pic>
          <p:nvPicPr>
            <p:cNvPr id="90" name="object 90"/>
            <p:cNvPicPr/>
            <p:nvPr/>
          </p:nvPicPr>
          <p:blipFill>
            <a:blip r:embed="rId69" cstate="print"/>
            <a:stretch>
              <a:fillRect/>
            </a:stretch>
          </p:blipFill>
          <p:spPr>
            <a:xfrm>
              <a:off x="467204" y="1088684"/>
              <a:ext cx="84124" cy="84080"/>
            </a:xfrm>
            <a:prstGeom prst="rect">
              <a:avLst/>
            </a:prstGeom>
          </p:spPr>
        </p:pic>
        <p:sp>
          <p:nvSpPr>
            <p:cNvPr id="91" name="object 91"/>
            <p:cNvSpPr/>
            <p:nvPr/>
          </p:nvSpPr>
          <p:spPr>
            <a:xfrm>
              <a:off x="609790" y="927810"/>
              <a:ext cx="84455" cy="245110"/>
            </a:xfrm>
            <a:custGeom>
              <a:avLst/>
              <a:gdLst/>
              <a:ahLst/>
              <a:cxnLst/>
              <a:rect l="l" t="t" r="r" b="b"/>
              <a:pathLst>
                <a:path w="84454" h="245109">
                  <a:moveTo>
                    <a:pt x="84150" y="203504"/>
                  </a:moveTo>
                  <a:lnTo>
                    <a:pt x="82931" y="194995"/>
                  </a:lnTo>
                  <a:lnTo>
                    <a:pt x="80492" y="186448"/>
                  </a:lnTo>
                  <a:lnTo>
                    <a:pt x="76822" y="180390"/>
                  </a:lnTo>
                  <a:lnTo>
                    <a:pt x="76822" y="196227"/>
                  </a:lnTo>
                  <a:lnTo>
                    <a:pt x="76822" y="210845"/>
                  </a:lnTo>
                  <a:lnTo>
                    <a:pt x="48768" y="237629"/>
                  </a:lnTo>
                  <a:lnTo>
                    <a:pt x="35382" y="237629"/>
                  </a:lnTo>
                  <a:lnTo>
                    <a:pt x="7327" y="203504"/>
                  </a:lnTo>
                  <a:lnTo>
                    <a:pt x="8547" y="196227"/>
                  </a:lnTo>
                  <a:lnTo>
                    <a:pt x="42659" y="168160"/>
                  </a:lnTo>
                  <a:lnTo>
                    <a:pt x="48768" y="169379"/>
                  </a:lnTo>
                  <a:lnTo>
                    <a:pt x="76822" y="196227"/>
                  </a:lnTo>
                  <a:lnTo>
                    <a:pt x="76822" y="180390"/>
                  </a:lnTo>
                  <a:lnTo>
                    <a:pt x="42659" y="160883"/>
                  </a:lnTo>
                  <a:lnTo>
                    <a:pt x="34163" y="162102"/>
                  </a:lnTo>
                  <a:lnTo>
                    <a:pt x="3657" y="186448"/>
                  </a:lnTo>
                  <a:lnTo>
                    <a:pt x="0" y="203504"/>
                  </a:lnTo>
                  <a:lnTo>
                    <a:pt x="1219" y="212064"/>
                  </a:lnTo>
                  <a:lnTo>
                    <a:pt x="25628" y="242519"/>
                  </a:lnTo>
                  <a:lnTo>
                    <a:pt x="34163" y="244957"/>
                  </a:lnTo>
                  <a:lnTo>
                    <a:pt x="51206" y="244957"/>
                  </a:lnTo>
                  <a:lnTo>
                    <a:pt x="58521" y="242519"/>
                  </a:lnTo>
                  <a:lnTo>
                    <a:pt x="65849" y="238848"/>
                  </a:lnTo>
                  <a:lnTo>
                    <a:pt x="67068" y="237629"/>
                  </a:lnTo>
                  <a:lnTo>
                    <a:pt x="71945" y="232791"/>
                  </a:lnTo>
                  <a:lnTo>
                    <a:pt x="76822" y="226682"/>
                  </a:lnTo>
                  <a:lnTo>
                    <a:pt x="80492" y="219392"/>
                  </a:lnTo>
                  <a:lnTo>
                    <a:pt x="82931" y="212064"/>
                  </a:lnTo>
                  <a:lnTo>
                    <a:pt x="84150" y="203504"/>
                  </a:lnTo>
                  <a:close/>
                </a:path>
                <a:path w="84454" h="245109">
                  <a:moveTo>
                    <a:pt x="84150" y="42672"/>
                  </a:moveTo>
                  <a:lnTo>
                    <a:pt x="82931" y="34124"/>
                  </a:lnTo>
                  <a:lnTo>
                    <a:pt x="80492" y="26797"/>
                  </a:lnTo>
                  <a:lnTo>
                    <a:pt x="76822" y="19507"/>
                  </a:lnTo>
                  <a:lnTo>
                    <a:pt x="76822" y="35344"/>
                  </a:lnTo>
                  <a:lnTo>
                    <a:pt x="76822" y="49961"/>
                  </a:lnTo>
                  <a:lnTo>
                    <a:pt x="48768" y="76796"/>
                  </a:lnTo>
                  <a:lnTo>
                    <a:pt x="42659" y="78016"/>
                  </a:lnTo>
                  <a:lnTo>
                    <a:pt x="35382" y="76796"/>
                  </a:lnTo>
                  <a:lnTo>
                    <a:pt x="7327" y="42672"/>
                  </a:lnTo>
                  <a:lnTo>
                    <a:pt x="8547" y="35344"/>
                  </a:lnTo>
                  <a:lnTo>
                    <a:pt x="42659" y="7340"/>
                  </a:lnTo>
                  <a:lnTo>
                    <a:pt x="48768" y="8509"/>
                  </a:lnTo>
                  <a:lnTo>
                    <a:pt x="76822" y="35344"/>
                  </a:lnTo>
                  <a:lnTo>
                    <a:pt x="76822" y="19507"/>
                  </a:lnTo>
                  <a:lnTo>
                    <a:pt x="42659" y="0"/>
                  </a:lnTo>
                  <a:lnTo>
                    <a:pt x="34163" y="1219"/>
                  </a:lnTo>
                  <a:lnTo>
                    <a:pt x="3657" y="26797"/>
                  </a:lnTo>
                  <a:lnTo>
                    <a:pt x="0" y="42672"/>
                  </a:lnTo>
                  <a:lnTo>
                    <a:pt x="1219" y="51181"/>
                  </a:lnTo>
                  <a:lnTo>
                    <a:pt x="25628" y="81635"/>
                  </a:lnTo>
                  <a:lnTo>
                    <a:pt x="42659" y="85305"/>
                  </a:lnTo>
                  <a:lnTo>
                    <a:pt x="51206" y="84086"/>
                  </a:lnTo>
                  <a:lnTo>
                    <a:pt x="82931" y="51181"/>
                  </a:lnTo>
                  <a:lnTo>
                    <a:pt x="84150" y="42672"/>
                  </a:lnTo>
                  <a:close/>
                </a:path>
              </a:pathLst>
            </a:custGeom>
            <a:solidFill>
              <a:srgbClr val="929599"/>
            </a:solidFill>
          </p:spPr>
          <p:txBody>
            <a:bodyPr wrap="square" lIns="0" tIns="0" rIns="0" bIns="0" rtlCol="0"/>
            <a:lstStyle/>
            <a:p>
              <a:endParaRPr/>
            </a:p>
          </p:txBody>
        </p:sp>
        <p:pic>
          <p:nvPicPr>
            <p:cNvPr id="92" name="object 92"/>
            <p:cNvPicPr/>
            <p:nvPr/>
          </p:nvPicPr>
          <p:blipFill>
            <a:blip r:embed="rId70" cstate="print"/>
            <a:stretch>
              <a:fillRect/>
            </a:stretch>
          </p:blipFill>
          <p:spPr>
            <a:xfrm>
              <a:off x="467204" y="927806"/>
              <a:ext cx="84124" cy="85302"/>
            </a:xfrm>
            <a:prstGeom prst="rect">
              <a:avLst/>
            </a:prstGeom>
          </p:spPr>
        </p:pic>
        <p:sp>
          <p:nvSpPr>
            <p:cNvPr id="93" name="object 93"/>
            <p:cNvSpPr/>
            <p:nvPr/>
          </p:nvSpPr>
          <p:spPr>
            <a:xfrm>
              <a:off x="648843" y="1006334"/>
              <a:ext cx="7620" cy="90805"/>
            </a:xfrm>
            <a:custGeom>
              <a:avLst/>
              <a:gdLst/>
              <a:ahLst/>
              <a:cxnLst/>
              <a:rect l="l" t="t" r="r" b="b"/>
              <a:pathLst>
                <a:path w="7620" h="90805">
                  <a:moveTo>
                    <a:pt x="7264" y="2540"/>
                  </a:moveTo>
                  <a:lnTo>
                    <a:pt x="6667" y="2540"/>
                  </a:lnTo>
                  <a:lnTo>
                    <a:pt x="6667" y="1270"/>
                  </a:lnTo>
                  <a:lnTo>
                    <a:pt x="5969" y="1270"/>
                  </a:lnTo>
                  <a:lnTo>
                    <a:pt x="5969" y="0"/>
                  </a:lnTo>
                  <a:lnTo>
                    <a:pt x="127" y="0"/>
                  </a:lnTo>
                  <a:lnTo>
                    <a:pt x="127" y="1270"/>
                  </a:lnTo>
                  <a:lnTo>
                    <a:pt x="0" y="1270"/>
                  </a:lnTo>
                  <a:lnTo>
                    <a:pt x="0" y="2540"/>
                  </a:lnTo>
                  <a:lnTo>
                    <a:pt x="0" y="86423"/>
                  </a:lnTo>
                  <a:lnTo>
                    <a:pt x="0" y="88963"/>
                  </a:lnTo>
                  <a:lnTo>
                    <a:pt x="3492" y="88963"/>
                  </a:lnTo>
                  <a:lnTo>
                    <a:pt x="3492" y="90233"/>
                  </a:lnTo>
                  <a:lnTo>
                    <a:pt x="3683" y="90233"/>
                  </a:lnTo>
                  <a:lnTo>
                    <a:pt x="3683" y="88963"/>
                  </a:lnTo>
                  <a:lnTo>
                    <a:pt x="6413" y="88963"/>
                  </a:lnTo>
                  <a:lnTo>
                    <a:pt x="6413" y="86423"/>
                  </a:lnTo>
                  <a:lnTo>
                    <a:pt x="7264" y="86423"/>
                  </a:lnTo>
                  <a:lnTo>
                    <a:pt x="7264" y="2540"/>
                  </a:lnTo>
                  <a:close/>
                </a:path>
              </a:pathLst>
            </a:custGeom>
            <a:solidFill>
              <a:srgbClr val="929599"/>
            </a:solidFill>
          </p:spPr>
          <p:txBody>
            <a:bodyPr wrap="square" lIns="0" tIns="0" rIns="0" bIns="0" rtlCol="0"/>
            <a:lstStyle/>
            <a:p>
              <a:endParaRPr/>
            </a:p>
          </p:txBody>
        </p:sp>
        <p:pic>
          <p:nvPicPr>
            <p:cNvPr id="94" name="object 94"/>
            <p:cNvPicPr/>
            <p:nvPr/>
          </p:nvPicPr>
          <p:blipFill>
            <a:blip r:embed="rId71" cstate="print"/>
            <a:stretch>
              <a:fillRect/>
            </a:stretch>
          </p:blipFill>
          <p:spPr>
            <a:xfrm>
              <a:off x="824357" y="642616"/>
              <a:ext cx="84095" cy="316867"/>
            </a:xfrm>
            <a:prstGeom prst="rect">
              <a:avLst/>
            </a:prstGeom>
          </p:spPr>
        </p:pic>
        <p:pic>
          <p:nvPicPr>
            <p:cNvPr id="95" name="object 95"/>
            <p:cNvPicPr/>
            <p:nvPr/>
          </p:nvPicPr>
          <p:blipFill>
            <a:blip r:embed="rId72" cstate="print"/>
            <a:stretch>
              <a:fillRect/>
            </a:stretch>
          </p:blipFill>
          <p:spPr>
            <a:xfrm>
              <a:off x="1116860" y="642616"/>
              <a:ext cx="84143" cy="316867"/>
            </a:xfrm>
            <a:prstGeom prst="rect">
              <a:avLst/>
            </a:prstGeom>
          </p:spPr>
        </p:pic>
        <p:sp>
          <p:nvSpPr>
            <p:cNvPr id="96" name="object 96"/>
            <p:cNvSpPr/>
            <p:nvPr/>
          </p:nvSpPr>
          <p:spPr>
            <a:xfrm>
              <a:off x="966972" y="874180"/>
              <a:ext cx="84455" cy="85725"/>
            </a:xfrm>
            <a:custGeom>
              <a:avLst/>
              <a:gdLst/>
              <a:ahLst/>
              <a:cxnLst/>
              <a:rect l="l" t="t" r="r" b="b"/>
              <a:pathLst>
                <a:path w="84455" h="85725">
                  <a:moveTo>
                    <a:pt x="41437" y="0"/>
                  </a:moveTo>
                  <a:lnTo>
                    <a:pt x="7272" y="19504"/>
                  </a:lnTo>
                  <a:lnTo>
                    <a:pt x="2440" y="25615"/>
                  </a:lnTo>
                  <a:lnTo>
                    <a:pt x="0" y="34121"/>
                  </a:lnTo>
                  <a:lnTo>
                    <a:pt x="0" y="51181"/>
                  </a:lnTo>
                  <a:lnTo>
                    <a:pt x="25575" y="81636"/>
                  </a:lnTo>
                  <a:lnTo>
                    <a:pt x="41437" y="85302"/>
                  </a:lnTo>
                  <a:lnTo>
                    <a:pt x="49978" y="84080"/>
                  </a:lnTo>
                  <a:lnTo>
                    <a:pt x="58471" y="81636"/>
                  </a:lnTo>
                  <a:lnTo>
                    <a:pt x="65792" y="78019"/>
                  </a:lnTo>
                  <a:lnTo>
                    <a:pt x="41437" y="78019"/>
                  </a:lnTo>
                  <a:lnTo>
                    <a:pt x="34116" y="76797"/>
                  </a:lnTo>
                  <a:lnTo>
                    <a:pt x="7272" y="49959"/>
                  </a:lnTo>
                  <a:lnTo>
                    <a:pt x="7272" y="35343"/>
                  </a:lnTo>
                  <a:lnTo>
                    <a:pt x="41437" y="7332"/>
                  </a:lnTo>
                  <a:lnTo>
                    <a:pt x="65792" y="7332"/>
                  </a:lnTo>
                  <a:lnTo>
                    <a:pt x="58471" y="3666"/>
                  </a:lnTo>
                  <a:lnTo>
                    <a:pt x="49978" y="1222"/>
                  </a:lnTo>
                  <a:lnTo>
                    <a:pt x="41437" y="0"/>
                  </a:lnTo>
                  <a:close/>
                </a:path>
                <a:path w="84455" h="85725">
                  <a:moveTo>
                    <a:pt x="65792" y="7332"/>
                  </a:moveTo>
                  <a:lnTo>
                    <a:pt x="41437" y="7332"/>
                  </a:lnTo>
                  <a:lnTo>
                    <a:pt x="48758" y="8505"/>
                  </a:lnTo>
                  <a:lnTo>
                    <a:pt x="60911" y="13394"/>
                  </a:lnTo>
                  <a:lnTo>
                    <a:pt x="70673" y="23171"/>
                  </a:lnTo>
                  <a:lnTo>
                    <a:pt x="74333" y="29232"/>
                  </a:lnTo>
                  <a:lnTo>
                    <a:pt x="75553" y="35343"/>
                  </a:lnTo>
                  <a:lnTo>
                    <a:pt x="76774" y="42675"/>
                  </a:lnTo>
                  <a:lnTo>
                    <a:pt x="75553" y="49959"/>
                  </a:lnTo>
                  <a:lnTo>
                    <a:pt x="41437" y="78019"/>
                  </a:lnTo>
                  <a:lnTo>
                    <a:pt x="65792" y="78019"/>
                  </a:lnTo>
                  <a:lnTo>
                    <a:pt x="84095" y="42675"/>
                  </a:lnTo>
                  <a:lnTo>
                    <a:pt x="82875" y="34121"/>
                  </a:lnTo>
                  <a:lnTo>
                    <a:pt x="80434" y="25615"/>
                  </a:lnTo>
                  <a:lnTo>
                    <a:pt x="76774" y="19504"/>
                  </a:lnTo>
                  <a:lnTo>
                    <a:pt x="71893" y="12172"/>
                  </a:lnTo>
                  <a:lnTo>
                    <a:pt x="65792" y="7332"/>
                  </a:lnTo>
                  <a:close/>
                </a:path>
              </a:pathLst>
            </a:custGeom>
            <a:solidFill>
              <a:srgbClr val="929599"/>
            </a:solidFill>
          </p:spPr>
          <p:txBody>
            <a:bodyPr wrap="square" lIns="0" tIns="0" rIns="0" bIns="0" rtlCol="0"/>
            <a:lstStyle/>
            <a:p>
              <a:endParaRPr/>
            </a:p>
          </p:txBody>
        </p:sp>
        <p:pic>
          <p:nvPicPr>
            <p:cNvPr id="97" name="object 97"/>
            <p:cNvPicPr/>
            <p:nvPr/>
          </p:nvPicPr>
          <p:blipFill>
            <a:blip r:embed="rId73" cstate="print"/>
            <a:stretch>
              <a:fillRect/>
            </a:stretch>
          </p:blipFill>
          <p:spPr>
            <a:xfrm>
              <a:off x="966972" y="3198282"/>
              <a:ext cx="84095" cy="84129"/>
            </a:xfrm>
            <a:prstGeom prst="rect">
              <a:avLst/>
            </a:prstGeom>
          </p:spPr>
        </p:pic>
        <p:pic>
          <p:nvPicPr>
            <p:cNvPr id="98" name="object 98"/>
            <p:cNvPicPr/>
            <p:nvPr/>
          </p:nvPicPr>
          <p:blipFill>
            <a:blip r:embed="rId74" cstate="print"/>
            <a:stretch>
              <a:fillRect/>
            </a:stretch>
          </p:blipFill>
          <p:spPr>
            <a:xfrm>
              <a:off x="966972" y="504909"/>
              <a:ext cx="84095" cy="84080"/>
            </a:xfrm>
            <a:prstGeom prst="rect">
              <a:avLst/>
            </a:prstGeom>
          </p:spPr>
        </p:pic>
        <p:pic>
          <p:nvPicPr>
            <p:cNvPr id="99" name="object 99"/>
            <p:cNvPicPr/>
            <p:nvPr/>
          </p:nvPicPr>
          <p:blipFill>
            <a:blip r:embed="rId75" cstate="print"/>
            <a:stretch>
              <a:fillRect/>
            </a:stretch>
          </p:blipFill>
          <p:spPr>
            <a:xfrm>
              <a:off x="966972" y="3019170"/>
              <a:ext cx="84095" cy="84080"/>
            </a:xfrm>
            <a:prstGeom prst="rect">
              <a:avLst/>
            </a:prstGeom>
          </p:spPr>
        </p:pic>
        <p:pic>
          <p:nvPicPr>
            <p:cNvPr id="100" name="object 100"/>
            <p:cNvPicPr/>
            <p:nvPr/>
          </p:nvPicPr>
          <p:blipFill>
            <a:blip r:embed="rId76" cstate="print"/>
            <a:stretch>
              <a:fillRect/>
            </a:stretch>
          </p:blipFill>
          <p:spPr>
            <a:xfrm>
              <a:off x="1266796" y="3019170"/>
              <a:ext cx="85315" cy="84080"/>
            </a:xfrm>
            <a:prstGeom prst="rect">
              <a:avLst/>
            </a:prstGeom>
          </p:spPr>
        </p:pic>
        <p:sp>
          <p:nvSpPr>
            <p:cNvPr id="101" name="object 101"/>
            <p:cNvSpPr/>
            <p:nvPr/>
          </p:nvSpPr>
          <p:spPr>
            <a:xfrm>
              <a:off x="1004747" y="581812"/>
              <a:ext cx="347980" cy="377825"/>
            </a:xfrm>
            <a:custGeom>
              <a:avLst/>
              <a:gdLst/>
              <a:ahLst/>
              <a:cxnLst/>
              <a:rect l="l" t="t" r="r" b="b"/>
              <a:pathLst>
                <a:path w="347980" h="377825">
                  <a:moveTo>
                    <a:pt x="7315" y="3822"/>
                  </a:moveTo>
                  <a:lnTo>
                    <a:pt x="6832" y="3822"/>
                  </a:lnTo>
                  <a:lnTo>
                    <a:pt x="6832" y="1270"/>
                  </a:lnTo>
                  <a:lnTo>
                    <a:pt x="5194" y="1270"/>
                  </a:lnTo>
                  <a:lnTo>
                    <a:pt x="5194" y="0"/>
                  </a:lnTo>
                  <a:lnTo>
                    <a:pt x="2120" y="0"/>
                  </a:lnTo>
                  <a:lnTo>
                    <a:pt x="2120" y="1270"/>
                  </a:lnTo>
                  <a:lnTo>
                    <a:pt x="482" y="1270"/>
                  </a:lnTo>
                  <a:lnTo>
                    <a:pt x="482" y="3822"/>
                  </a:lnTo>
                  <a:lnTo>
                    <a:pt x="0" y="3822"/>
                  </a:lnTo>
                  <a:lnTo>
                    <a:pt x="0" y="296151"/>
                  </a:lnTo>
                  <a:lnTo>
                    <a:pt x="685" y="296151"/>
                  </a:lnTo>
                  <a:lnTo>
                    <a:pt x="685" y="298691"/>
                  </a:lnTo>
                  <a:lnTo>
                    <a:pt x="2882" y="298691"/>
                  </a:lnTo>
                  <a:lnTo>
                    <a:pt x="2882" y="299961"/>
                  </a:lnTo>
                  <a:lnTo>
                    <a:pt x="4419" y="299961"/>
                  </a:lnTo>
                  <a:lnTo>
                    <a:pt x="4419" y="298691"/>
                  </a:lnTo>
                  <a:lnTo>
                    <a:pt x="6629" y="298691"/>
                  </a:lnTo>
                  <a:lnTo>
                    <a:pt x="6629" y="296151"/>
                  </a:lnTo>
                  <a:lnTo>
                    <a:pt x="7315" y="296151"/>
                  </a:lnTo>
                  <a:lnTo>
                    <a:pt x="7315" y="3822"/>
                  </a:lnTo>
                  <a:close/>
                </a:path>
                <a:path w="347980" h="377825">
                  <a:moveTo>
                    <a:pt x="347357" y="335051"/>
                  </a:moveTo>
                  <a:lnTo>
                    <a:pt x="346138" y="326491"/>
                  </a:lnTo>
                  <a:lnTo>
                    <a:pt x="343700" y="317995"/>
                  </a:lnTo>
                  <a:lnTo>
                    <a:pt x="340080" y="311873"/>
                  </a:lnTo>
                  <a:lnTo>
                    <a:pt x="340080" y="335051"/>
                  </a:lnTo>
                  <a:lnTo>
                    <a:pt x="338861" y="342328"/>
                  </a:lnTo>
                  <a:lnTo>
                    <a:pt x="333984" y="354507"/>
                  </a:lnTo>
                  <a:lnTo>
                    <a:pt x="324218" y="364286"/>
                  </a:lnTo>
                  <a:lnTo>
                    <a:pt x="312026" y="369176"/>
                  </a:lnTo>
                  <a:lnTo>
                    <a:pt x="304698" y="370395"/>
                  </a:lnTo>
                  <a:lnTo>
                    <a:pt x="297383" y="369176"/>
                  </a:lnTo>
                  <a:lnTo>
                    <a:pt x="285229" y="364286"/>
                  </a:lnTo>
                  <a:lnTo>
                    <a:pt x="275463" y="354507"/>
                  </a:lnTo>
                  <a:lnTo>
                    <a:pt x="270586" y="342328"/>
                  </a:lnTo>
                  <a:lnTo>
                    <a:pt x="269367" y="335051"/>
                  </a:lnTo>
                  <a:lnTo>
                    <a:pt x="270586" y="327723"/>
                  </a:lnTo>
                  <a:lnTo>
                    <a:pt x="275463" y="315544"/>
                  </a:lnTo>
                  <a:lnTo>
                    <a:pt x="285229" y="305765"/>
                  </a:lnTo>
                  <a:lnTo>
                    <a:pt x="297383" y="300875"/>
                  </a:lnTo>
                  <a:lnTo>
                    <a:pt x="304698" y="299707"/>
                  </a:lnTo>
                  <a:lnTo>
                    <a:pt x="312026" y="300875"/>
                  </a:lnTo>
                  <a:lnTo>
                    <a:pt x="324218" y="305765"/>
                  </a:lnTo>
                  <a:lnTo>
                    <a:pt x="333984" y="315544"/>
                  </a:lnTo>
                  <a:lnTo>
                    <a:pt x="338861" y="327723"/>
                  </a:lnTo>
                  <a:lnTo>
                    <a:pt x="340080" y="335051"/>
                  </a:lnTo>
                  <a:lnTo>
                    <a:pt x="340080" y="311873"/>
                  </a:lnTo>
                  <a:lnTo>
                    <a:pt x="304698" y="292379"/>
                  </a:lnTo>
                  <a:lnTo>
                    <a:pt x="296164" y="293598"/>
                  </a:lnTo>
                  <a:lnTo>
                    <a:pt x="265696" y="317995"/>
                  </a:lnTo>
                  <a:lnTo>
                    <a:pt x="262039" y="335051"/>
                  </a:lnTo>
                  <a:lnTo>
                    <a:pt x="263258" y="343560"/>
                  </a:lnTo>
                  <a:lnTo>
                    <a:pt x="287667" y="374015"/>
                  </a:lnTo>
                  <a:lnTo>
                    <a:pt x="304698" y="377672"/>
                  </a:lnTo>
                  <a:lnTo>
                    <a:pt x="313245" y="376453"/>
                  </a:lnTo>
                  <a:lnTo>
                    <a:pt x="343700" y="350888"/>
                  </a:lnTo>
                  <a:lnTo>
                    <a:pt x="346138" y="343560"/>
                  </a:lnTo>
                  <a:lnTo>
                    <a:pt x="347357" y="335051"/>
                  </a:lnTo>
                  <a:close/>
                </a:path>
              </a:pathLst>
            </a:custGeom>
            <a:solidFill>
              <a:srgbClr val="929599"/>
            </a:solidFill>
          </p:spPr>
          <p:txBody>
            <a:bodyPr wrap="square" lIns="0" tIns="0" rIns="0" bIns="0" rtlCol="0"/>
            <a:lstStyle/>
            <a:p>
              <a:endParaRPr/>
            </a:p>
          </p:txBody>
        </p:sp>
        <p:pic>
          <p:nvPicPr>
            <p:cNvPr id="102" name="object 102"/>
            <p:cNvPicPr/>
            <p:nvPr/>
          </p:nvPicPr>
          <p:blipFill>
            <a:blip r:embed="rId77" cstate="print"/>
            <a:stretch>
              <a:fillRect/>
            </a:stretch>
          </p:blipFill>
          <p:spPr>
            <a:xfrm>
              <a:off x="1266796" y="3198282"/>
              <a:ext cx="85315" cy="84129"/>
            </a:xfrm>
            <a:prstGeom prst="rect">
              <a:avLst/>
            </a:prstGeom>
          </p:spPr>
        </p:pic>
        <p:pic>
          <p:nvPicPr>
            <p:cNvPr id="103" name="object 103"/>
            <p:cNvPicPr/>
            <p:nvPr/>
          </p:nvPicPr>
          <p:blipFill>
            <a:blip r:embed="rId78" cstate="print"/>
            <a:stretch>
              <a:fillRect/>
            </a:stretch>
          </p:blipFill>
          <p:spPr>
            <a:xfrm>
              <a:off x="1266796" y="504909"/>
              <a:ext cx="85315" cy="84080"/>
            </a:xfrm>
            <a:prstGeom prst="rect">
              <a:avLst/>
            </a:prstGeom>
          </p:spPr>
        </p:pic>
        <p:sp>
          <p:nvSpPr>
            <p:cNvPr id="104" name="object 104"/>
            <p:cNvSpPr/>
            <p:nvPr/>
          </p:nvSpPr>
          <p:spPr>
            <a:xfrm>
              <a:off x="506222" y="581812"/>
              <a:ext cx="807085" cy="507365"/>
            </a:xfrm>
            <a:custGeom>
              <a:avLst/>
              <a:gdLst/>
              <a:ahLst/>
              <a:cxnLst/>
              <a:rect l="l" t="t" r="r" b="b"/>
              <a:pathLst>
                <a:path w="807085" h="507365">
                  <a:moveTo>
                    <a:pt x="7277" y="427634"/>
                  </a:moveTo>
                  <a:lnTo>
                    <a:pt x="6057" y="425196"/>
                  </a:lnTo>
                  <a:lnTo>
                    <a:pt x="3619" y="424014"/>
                  </a:lnTo>
                  <a:lnTo>
                    <a:pt x="1219" y="425196"/>
                  </a:lnTo>
                  <a:lnTo>
                    <a:pt x="0" y="427634"/>
                  </a:lnTo>
                  <a:lnTo>
                    <a:pt x="0" y="503212"/>
                  </a:lnTo>
                  <a:lnTo>
                    <a:pt x="1219" y="505650"/>
                  </a:lnTo>
                  <a:lnTo>
                    <a:pt x="3619" y="506882"/>
                  </a:lnTo>
                  <a:lnTo>
                    <a:pt x="6057" y="505650"/>
                  </a:lnTo>
                  <a:lnTo>
                    <a:pt x="7277" y="503212"/>
                  </a:lnTo>
                  <a:lnTo>
                    <a:pt x="7277" y="427634"/>
                  </a:lnTo>
                  <a:close/>
                </a:path>
                <a:path w="807085" h="507365">
                  <a:moveTo>
                    <a:pt x="806881" y="3822"/>
                  </a:moveTo>
                  <a:lnTo>
                    <a:pt x="806399" y="3822"/>
                  </a:lnTo>
                  <a:lnTo>
                    <a:pt x="806399" y="1270"/>
                  </a:lnTo>
                  <a:lnTo>
                    <a:pt x="804760" y="1270"/>
                  </a:lnTo>
                  <a:lnTo>
                    <a:pt x="804760" y="0"/>
                  </a:lnTo>
                  <a:lnTo>
                    <a:pt x="801687" y="0"/>
                  </a:lnTo>
                  <a:lnTo>
                    <a:pt x="801687" y="1270"/>
                  </a:lnTo>
                  <a:lnTo>
                    <a:pt x="800049" y="1270"/>
                  </a:lnTo>
                  <a:lnTo>
                    <a:pt x="800049" y="3822"/>
                  </a:lnTo>
                  <a:lnTo>
                    <a:pt x="799566" y="3822"/>
                  </a:lnTo>
                  <a:lnTo>
                    <a:pt x="799566" y="296151"/>
                  </a:lnTo>
                  <a:lnTo>
                    <a:pt x="800252" y="296151"/>
                  </a:lnTo>
                  <a:lnTo>
                    <a:pt x="800252" y="298691"/>
                  </a:lnTo>
                  <a:lnTo>
                    <a:pt x="802462" y="298691"/>
                  </a:lnTo>
                  <a:lnTo>
                    <a:pt x="802462" y="299961"/>
                  </a:lnTo>
                  <a:lnTo>
                    <a:pt x="803998" y="299961"/>
                  </a:lnTo>
                  <a:lnTo>
                    <a:pt x="803998" y="298691"/>
                  </a:lnTo>
                  <a:lnTo>
                    <a:pt x="806196" y="298691"/>
                  </a:lnTo>
                  <a:lnTo>
                    <a:pt x="806196" y="296151"/>
                  </a:lnTo>
                  <a:lnTo>
                    <a:pt x="806881" y="296151"/>
                  </a:lnTo>
                  <a:lnTo>
                    <a:pt x="806881" y="3822"/>
                  </a:lnTo>
                  <a:close/>
                </a:path>
              </a:pathLst>
            </a:custGeom>
            <a:solidFill>
              <a:srgbClr val="929599"/>
            </a:solidFill>
          </p:spPr>
          <p:txBody>
            <a:bodyPr wrap="square" lIns="0" tIns="0" rIns="0" bIns="0" rtlCol="0"/>
            <a:lstStyle/>
            <a:p>
              <a:endParaRPr/>
            </a:p>
          </p:txBody>
        </p:sp>
        <p:pic>
          <p:nvPicPr>
            <p:cNvPr id="105" name="object 105"/>
            <p:cNvPicPr/>
            <p:nvPr/>
          </p:nvPicPr>
          <p:blipFill>
            <a:blip r:embed="rId79" cstate="print"/>
            <a:stretch>
              <a:fillRect/>
            </a:stretch>
          </p:blipFill>
          <p:spPr>
            <a:xfrm>
              <a:off x="273399" y="3056909"/>
              <a:ext cx="85320" cy="85351"/>
            </a:xfrm>
            <a:prstGeom prst="rect">
              <a:avLst/>
            </a:prstGeom>
          </p:spPr>
        </p:pic>
        <p:sp>
          <p:nvSpPr>
            <p:cNvPr id="106" name="object 106"/>
            <p:cNvSpPr/>
            <p:nvPr/>
          </p:nvSpPr>
          <p:spPr>
            <a:xfrm>
              <a:off x="416010" y="3056909"/>
              <a:ext cx="84455" cy="85725"/>
            </a:xfrm>
            <a:custGeom>
              <a:avLst/>
              <a:gdLst/>
              <a:ahLst/>
              <a:cxnLst/>
              <a:rect l="l" t="t" r="r" b="b"/>
              <a:pathLst>
                <a:path w="84454" h="85725">
                  <a:moveTo>
                    <a:pt x="42662" y="0"/>
                  </a:moveTo>
                  <a:lnTo>
                    <a:pt x="7316" y="19504"/>
                  </a:lnTo>
                  <a:lnTo>
                    <a:pt x="0" y="42675"/>
                  </a:lnTo>
                  <a:lnTo>
                    <a:pt x="1220" y="51230"/>
                  </a:lnTo>
                  <a:lnTo>
                    <a:pt x="25599" y="81685"/>
                  </a:lnTo>
                  <a:lnTo>
                    <a:pt x="42662" y="85351"/>
                  </a:lnTo>
                  <a:lnTo>
                    <a:pt x="51194" y="84129"/>
                  </a:lnTo>
                  <a:lnTo>
                    <a:pt x="58510" y="81685"/>
                  </a:lnTo>
                  <a:lnTo>
                    <a:pt x="65821" y="78019"/>
                  </a:lnTo>
                  <a:lnTo>
                    <a:pt x="42662" y="78019"/>
                  </a:lnTo>
                  <a:lnTo>
                    <a:pt x="35346" y="76797"/>
                  </a:lnTo>
                  <a:lnTo>
                    <a:pt x="7316" y="42675"/>
                  </a:lnTo>
                  <a:lnTo>
                    <a:pt x="8531" y="35343"/>
                  </a:lnTo>
                  <a:lnTo>
                    <a:pt x="42662" y="7332"/>
                  </a:lnTo>
                  <a:lnTo>
                    <a:pt x="65821" y="7332"/>
                  </a:lnTo>
                  <a:lnTo>
                    <a:pt x="58510" y="3666"/>
                  </a:lnTo>
                  <a:lnTo>
                    <a:pt x="51194" y="1222"/>
                  </a:lnTo>
                  <a:lnTo>
                    <a:pt x="42662" y="0"/>
                  </a:lnTo>
                  <a:close/>
                </a:path>
                <a:path w="84454" h="85725">
                  <a:moveTo>
                    <a:pt x="65821" y="7332"/>
                  </a:moveTo>
                  <a:lnTo>
                    <a:pt x="42662" y="7332"/>
                  </a:lnTo>
                  <a:lnTo>
                    <a:pt x="48758" y="8554"/>
                  </a:lnTo>
                  <a:lnTo>
                    <a:pt x="56069" y="10998"/>
                  </a:lnTo>
                  <a:lnTo>
                    <a:pt x="76798" y="35343"/>
                  </a:lnTo>
                  <a:lnTo>
                    <a:pt x="76798" y="50008"/>
                  </a:lnTo>
                  <a:lnTo>
                    <a:pt x="48758" y="76797"/>
                  </a:lnTo>
                  <a:lnTo>
                    <a:pt x="42662" y="78019"/>
                  </a:lnTo>
                  <a:lnTo>
                    <a:pt x="65821" y="78019"/>
                  </a:lnTo>
                  <a:lnTo>
                    <a:pt x="71917" y="71908"/>
                  </a:lnTo>
                  <a:lnTo>
                    <a:pt x="76798" y="65847"/>
                  </a:lnTo>
                  <a:lnTo>
                    <a:pt x="81679" y="58514"/>
                  </a:lnTo>
                  <a:lnTo>
                    <a:pt x="84119" y="51230"/>
                  </a:lnTo>
                  <a:lnTo>
                    <a:pt x="84119" y="34121"/>
                  </a:lnTo>
                  <a:lnTo>
                    <a:pt x="81679" y="26837"/>
                  </a:lnTo>
                  <a:lnTo>
                    <a:pt x="76798" y="19504"/>
                  </a:lnTo>
                  <a:lnTo>
                    <a:pt x="71917" y="13443"/>
                  </a:lnTo>
                  <a:lnTo>
                    <a:pt x="65821" y="7332"/>
                  </a:lnTo>
                  <a:close/>
                </a:path>
              </a:pathLst>
            </a:custGeom>
            <a:solidFill>
              <a:srgbClr val="929599"/>
            </a:solidFill>
          </p:spPr>
          <p:txBody>
            <a:bodyPr wrap="square" lIns="0" tIns="0" rIns="0" bIns="0" rtlCol="0"/>
            <a:lstStyle/>
            <a:p>
              <a:endParaRPr/>
            </a:p>
          </p:txBody>
        </p:sp>
        <p:pic>
          <p:nvPicPr>
            <p:cNvPr id="107" name="object 107"/>
            <p:cNvPicPr/>
            <p:nvPr/>
          </p:nvPicPr>
          <p:blipFill>
            <a:blip r:embed="rId80" cstate="print"/>
            <a:stretch>
              <a:fillRect/>
            </a:stretch>
          </p:blipFill>
          <p:spPr>
            <a:xfrm>
              <a:off x="273399" y="2523142"/>
              <a:ext cx="85320" cy="84080"/>
            </a:xfrm>
            <a:prstGeom prst="rect">
              <a:avLst/>
            </a:prstGeom>
          </p:spPr>
        </p:pic>
        <p:pic>
          <p:nvPicPr>
            <p:cNvPr id="108" name="object 108"/>
            <p:cNvPicPr/>
            <p:nvPr/>
          </p:nvPicPr>
          <p:blipFill>
            <a:blip r:embed="rId81" cstate="print"/>
            <a:stretch>
              <a:fillRect/>
            </a:stretch>
          </p:blipFill>
          <p:spPr>
            <a:xfrm>
              <a:off x="416010" y="2665737"/>
              <a:ext cx="84119" cy="84080"/>
            </a:xfrm>
            <a:prstGeom prst="rect">
              <a:avLst/>
            </a:prstGeom>
          </p:spPr>
        </p:pic>
        <p:sp>
          <p:nvSpPr>
            <p:cNvPr id="109" name="object 109"/>
            <p:cNvSpPr/>
            <p:nvPr/>
          </p:nvSpPr>
          <p:spPr>
            <a:xfrm>
              <a:off x="455015" y="2742514"/>
              <a:ext cx="7620" cy="321945"/>
            </a:xfrm>
            <a:custGeom>
              <a:avLst/>
              <a:gdLst/>
              <a:ahLst/>
              <a:cxnLst/>
              <a:rect l="l" t="t" r="r" b="b"/>
              <a:pathLst>
                <a:path w="7620" h="321944">
                  <a:moveTo>
                    <a:pt x="7302" y="3810"/>
                  </a:moveTo>
                  <a:lnTo>
                    <a:pt x="6756" y="3810"/>
                  </a:lnTo>
                  <a:lnTo>
                    <a:pt x="6756" y="1270"/>
                  </a:lnTo>
                  <a:lnTo>
                    <a:pt x="4953" y="1270"/>
                  </a:lnTo>
                  <a:lnTo>
                    <a:pt x="4953" y="0"/>
                  </a:lnTo>
                  <a:lnTo>
                    <a:pt x="2336" y="0"/>
                  </a:lnTo>
                  <a:lnTo>
                    <a:pt x="2336" y="1270"/>
                  </a:lnTo>
                  <a:lnTo>
                    <a:pt x="546" y="1270"/>
                  </a:lnTo>
                  <a:lnTo>
                    <a:pt x="546" y="3810"/>
                  </a:lnTo>
                  <a:lnTo>
                    <a:pt x="0" y="3810"/>
                  </a:lnTo>
                  <a:lnTo>
                    <a:pt x="0" y="317754"/>
                  </a:lnTo>
                  <a:lnTo>
                    <a:pt x="520" y="317754"/>
                  </a:lnTo>
                  <a:lnTo>
                    <a:pt x="520" y="321564"/>
                  </a:lnTo>
                  <a:lnTo>
                    <a:pt x="6781" y="321564"/>
                  </a:lnTo>
                  <a:lnTo>
                    <a:pt x="6781" y="317754"/>
                  </a:lnTo>
                  <a:lnTo>
                    <a:pt x="7302" y="317754"/>
                  </a:lnTo>
                  <a:lnTo>
                    <a:pt x="7302" y="3810"/>
                  </a:lnTo>
                  <a:close/>
                </a:path>
              </a:pathLst>
            </a:custGeom>
            <a:solidFill>
              <a:srgbClr val="929599"/>
            </a:solidFill>
          </p:spPr>
          <p:txBody>
            <a:bodyPr wrap="square" lIns="0" tIns="0" rIns="0" bIns="0" rtlCol="0"/>
            <a:lstStyle/>
            <a:p>
              <a:endParaRPr/>
            </a:p>
          </p:txBody>
        </p:sp>
        <p:pic>
          <p:nvPicPr>
            <p:cNvPr id="110" name="object 110"/>
            <p:cNvPicPr/>
            <p:nvPr/>
          </p:nvPicPr>
          <p:blipFill>
            <a:blip r:embed="rId82" cstate="print"/>
            <a:stretch>
              <a:fillRect/>
            </a:stretch>
          </p:blipFill>
          <p:spPr>
            <a:xfrm>
              <a:off x="127128" y="3056909"/>
              <a:ext cx="84104" cy="85351"/>
            </a:xfrm>
            <a:prstGeom prst="rect">
              <a:avLst/>
            </a:prstGeom>
          </p:spPr>
        </p:pic>
        <p:sp>
          <p:nvSpPr>
            <p:cNvPr id="111" name="object 111"/>
            <p:cNvSpPr/>
            <p:nvPr/>
          </p:nvSpPr>
          <p:spPr>
            <a:xfrm>
              <a:off x="2794" y="1165199"/>
              <a:ext cx="2026285" cy="1899285"/>
            </a:xfrm>
            <a:custGeom>
              <a:avLst/>
              <a:gdLst/>
              <a:ahLst/>
              <a:cxnLst/>
              <a:rect l="l" t="t" r="r" b="b"/>
              <a:pathLst>
                <a:path w="2026285" h="1899285">
                  <a:moveTo>
                    <a:pt x="127977" y="1538300"/>
                  </a:moveTo>
                  <a:lnTo>
                    <a:pt x="0" y="1538300"/>
                  </a:lnTo>
                  <a:lnTo>
                    <a:pt x="0" y="1545615"/>
                  </a:lnTo>
                  <a:lnTo>
                    <a:pt x="127977" y="1545615"/>
                  </a:lnTo>
                  <a:lnTo>
                    <a:pt x="127977" y="1538300"/>
                  </a:lnTo>
                  <a:close/>
                </a:path>
                <a:path w="2026285" h="1899285">
                  <a:moveTo>
                    <a:pt x="169430" y="1580946"/>
                  </a:moveTo>
                  <a:lnTo>
                    <a:pt x="162115" y="1580946"/>
                  </a:lnTo>
                  <a:lnTo>
                    <a:pt x="162115" y="1895386"/>
                  </a:lnTo>
                  <a:lnTo>
                    <a:pt x="169430" y="1895386"/>
                  </a:lnTo>
                  <a:lnTo>
                    <a:pt x="169430" y="1580946"/>
                  </a:lnTo>
                  <a:close/>
                </a:path>
                <a:path w="2026285" h="1899285">
                  <a:moveTo>
                    <a:pt x="316915" y="1438770"/>
                  </a:moveTo>
                  <a:lnTo>
                    <a:pt x="316484" y="1438770"/>
                  </a:lnTo>
                  <a:lnTo>
                    <a:pt x="316484" y="1436230"/>
                  </a:lnTo>
                  <a:lnTo>
                    <a:pt x="315048" y="1436230"/>
                  </a:lnTo>
                  <a:lnTo>
                    <a:pt x="315048" y="1434960"/>
                  </a:lnTo>
                  <a:lnTo>
                    <a:pt x="311467" y="1434960"/>
                  </a:lnTo>
                  <a:lnTo>
                    <a:pt x="311467" y="1436230"/>
                  </a:lnTo>
                  <a:lnTo>
                    <a:pt x="310032" y="1436230"/>
                  </a:lnTo>
                  <a:lnTo>
                    <a:pt x="310032" y="1438770"/>
                  </a:lnTo>
                  <a:lnTo>
                    <a:pt x="309600" y="1438770"/>
                  </a:lnTo>
                  <a:lnTo>
                    <a:pt x="309600" y="1895068"/>
                  </a:lnTo>
                  <a:lnTo>
                    <a:pt x="310134" y="1895068"/>
                  </a:lnTo>
                  <a:lnTo>
                    <a:pt x="310134" y="1898878"/>
                  </a:lnTo>
                  <a:lnTo>
                    <a:pt x="316395" y="1898878"/>
                  </a:lnTo>
                  <a:lnTo>
                    <a:pt x="316395" y="1895068"/>
                  </a:lnTo>
                  <a:lnTo>
                    <a:pt x="316915" y="1895068"/>
                  </a:lnTo>
                  <a:lnTo>
                    <a:pt x="316915" y="1438770"/>
                  </a:lnTo>
                  <a:close/>
                </a:path>
                <a:path w="2026285" h="1899285">
                  <a:moveTo>
                    <a:pt x="1151382" y="306311"/>
                  </a:moveTo>
                  <a:lnTo>
                    <a:pt x="1149705" y="306311"/>
                  </a:lnTo>
                  <a:lnTo>
                    <a:pt x="1149705" y="305041"/>
                  </a:lnTo>
                  <a:lnTo>
                    <a:pt x="421474" y="305041"/>
                  </a:lnTo>
                  <a:lnTo>
                    <a:pt x="421474" y="306311"/>
                  </a:lnTo>
                  <a:lnTo>
                    <a:pt x="419811" y="306311"/>
                  </a:lnTo>
                  <a:lnTo>
                    <a:pt x="419811" y="308851"/>
                  </a:lnTo>
                  <a:lnTo>
                    <a:pt x="420065" y="308851"/>
                  </a:lnTo>
                  <a:lnTo>
                    <a:pt x="420065" y="311404"/>
                  </a:lnTo>
                  <a:lnTo>
                    <a:pt x="422490" y="311404"/>
                  </a:lnTo>
                  <a:lnTo>
                    <a:pt x="422490" y="312674"/>
                  </a:lnTo>
                  <a:lnTo>
                    <a:pt x="1148689" y="312674"/>
                  </a:lnTo>
                  <a:lnTo>
                    <a:pt x="1148689" y="311404"/>
                  </a:lnTo>
                  <a:lnTo>
                    <a:pt x="1151128" y="311404"/>
                  </a:lnTo>
                  <a:lnTo>
                    <a:pt x="1151128" y="308851"/>
                  </a:lnTo>
                  <a:lnTo>
                    <a:pt x="1151382" y="308851"/>
                  </a:lnTo>
                  <a:lnTo>
                    <a:pt x="1151382" y="306311"/>
                  </a:lnTo>
                  <a:close/>
                </a:path>
                <a:path w="2026285" h="1899285">
                  <a:moveTo>
                    <a:pt x="2025827" y="3822"/>
                  </a:moveTo>
                  <a:lnTo>
                    <a:pt x="2025154" y="3822"/>
                  </a:lnTo>
                  <a:lnTo>
                    <a:pt x="2025154" y="1270"/>
                  </a:lnTo>
                  <a:lnTo>
                    <a:pt x="2022970" y="1270"/>
                  </a:lnTo>
                  <a:lnTo>
                    <a:pt x="2022970" y="0"/>
                  </a:lnTo>
                  <a:lnTo>
                    <a:pt x="2020976" y="0"/>
                  </a:lnTo>
                  <a:lnTo>
                    <a:pt x="2020976" y="1270"/>
                  </a:lnTo>
                  <a:lnTo>
                    <a:pt x="2018512" y="1270"/>
                  </a:lnTo>
                  <a:lnTo>
                    <a:pt x="2018512" y="3822"/>
                  </a:lnTo>
                  <a:lnTo>
                    <a:pt x="2018512" y="251663"/>
                  </a:lnTo>
                  <a:lnTo>
                    <a:pt x="2018512" y="254203"/>
                  </a:lnTo>
                  <a:lnTo>
                    <a:pt x="2021763" y="254203"/>
                  </a:lnTo>
                  <a:lnTo>
                    <a:pt x="2021763" y="255473"/>
                  </a:lnTo>
                  <a:lnTo>
                    <a:pt x="2022436" y="255473"/>
                  </a:lnTo>
                  <a:lnTo>
                    <a:pt x="2022436" y="254203"/>
                  </a:lnTo>
                  <a:lnTo>
                    <a:pt x="2025015" y="254203"/>
                  </a:lnTo>
                  <a:lnTo>
                    <a:pt x="2025015" y="251663"/>
                  </a:lnTo>
                  <a:lnTo>
                    <a:pt x="2025827" y="251663"/>
                  </a:lnTo>
                  <a:lnTo>
                    <a:pt x="2025827" y="3822"/>
                  </a:lnTo>
                  <a:close/>
                </a:path>
              </a:pathLst>
            </a:custGeom>
            <a:solidFill>
              <a:srgbClr val="929599"/>
            </a:solidFill>
          </p:spPr>
          <p:txBody>
            <a:bodyPr wrap="square" lIns="0" tIns="0" rIns="0" bIns="0" rtlCol="0"/>
            <a:lstStyle/>
            <a:p>
              <a:endParaRPr/>
            </a:p>
          </p:txBody>
        </p:sp>
        <p:pic>
          <p:nvPicPr>
            <p:cNvPr id="112" name="object 112"/>
            <p:cNvPicPr/>
            <p:nvPr/>
          </p:nvPicPr>
          <p:blipFill>
            <a:blip r:embed="rId83" cstate="print"/>
            <a:stretch>
              <a:fillRect/>
            </a:stretch>
          </p:blipFill>
          <p:spPr>
            <a:xfrm>
              <a:off x="188074" y="1556653"/>
              <a:ext cx="241342" cy="242563"/>
            </a:xfrm>
            <a:prstGeom prst="rect">
              <a:avLst/>
            </a:prstGeom>
          </p:spPr>
        </p:pic>
        <p:sp>
          <p:nvSpPr>
            <p:cNvPr id="113" name="object 113"/>
            <p:cNvSpPr/>
            <p:nvPr/>
          </p:nvSpPr>
          <p:spPr>
            <a:xfrm>
              <a:off x="2794" y="2234"/>
              <a:ext cx="3858895" cy="3171190"/>
            </a:xfrm>
            <a:custGeom>
              <a:avLst/>
              <a:gdLst/>
              <a:ahLst/>
              <a:cxnLst/>
              <a:rect l="l" t="t" r="r" b="b"/>
              <a:pathLst>
                <a:path w="3858895" h="3171190">
                  <a:moveTo>
                    <a:pt x="346176" y="1750669"/>
                  </a:moveTo>
                  <a:lnTo>
                    <a:pt x="0" y="1750669"/>
                  </a:lnTo>
                  <a:lnTo>
                    <a:pt x="0" y="1757972"/>
                  </a:lnTo>
                  <a:lnTo>
                    <a:pt x="346176" y="1757972"/>
                  </a:lnTo>
                  <a:lnTo>
                    <a:pt x="346176" y="1750669"/>
                  </a:lnTo>
                  <a:close/>
                </a:path>
                <a:path w="3858895" h="3171190">
                  <a:moveTo>
                    <a:pt x="346176" y="698868"/>
                  </a:moveTo>
                  <a:lnTo>
                    <a:pt x="0" y="698868"/>
                  </a:lnTo>
                  <a:lnTo>
                    <a:pt x="0" y="706183"/>
                  </a:lnTo>
                  <a:lnTo>
                    <a:pt x="346176" y="706183"/>
                  </a:lnTo>
                  <a:lnTo>
                    <a:pt x="346176" y="698868"/>
                  </a:lnTo>
                  <a:close/>
                </a:path>
                <a:path w="3858895" h="3171190">
                  <a:moveTo>
                    <a:pt x="347383" y="982840"/>
                  </a:moveTo>
                  <a:lnTo>
                    <a:pt x="0" y="982840"/>
                  </a:lnTo>
                  <a:lnTo>
                    <a:pt x="0" y="990155"/>
                  </a:lnTo>
                  <a:lnTo>
                    <a:pt x="347383" y="990155"/>
                  </a:lnTo>
                  <a:lnTo>
                    <a:pt x="347383" y="982840"/>
                  </a:lnTo>
                  <a:close/>
                </a:path>
                <a:path w="3858895" h="3171190">
                  <a:moveTo>
                    <a:pt x="347383" y="841463"/>
                  </a:moveTo>
                  <a:lnTo>
                    <a:pt x="0" y="841463"/>
                  </a:lnTo>
                  <a:lnTo>
                    <a:pt x="0" y="848779"/>
                  </a:lnTo>
                  <a:lnTo>
                    <a:pt x="347383" y="848779"/>
                  </a:lnTo>
                  <a:lnTo>
                    <a:pt x="347383" y="841463"/>
                  </a:lnTo>
                  <a:close/>
                </a:path>
                <a:path w="3858895" h="3171190">
                  <a:moveTo>
                    <a:pt x="387616" y="1952980"/>
                  </a:moveTo>
                  <a:lnTo>
                    <a:pt x="386397" y="1950529"/>
                  </a:lnTo>
                  <a:lnTo>
                    <a:pt x="383959" y="1949310"/>
                  </a:lnTo>
                  <a:lnTo>
                    <a:pt x="381520" y="1950529"/>
                  </a:lnTo>
                  <a:lnTo>
                    <a:pt x="380301" y="1952980"/>
                  </a:lnTo>
                  <a:lnTo>
                    <a:pt x="380301" y="2017547"/>
                  </a:lnTo>
                  <a:lnTo>
                    <a:pt x="381520" y="2019998"/>
                  </a:lnTo>
                  <a:lnTo>
                    <a:pt x="383959" y="2021217"/>
                  </a:lnTo>
                  <a:lnTo>
                    <a:pt x="386397" y="2019998"/>
                  </a:lnTo>
                  <a:lnTo>
                    <a:pt x="387616" y="2017547"/>
                  </a:lnTo>
                  <a:lnTo>
                    <a:pt x="387616" y="1952980"/>
                  </a:lnTo>
                  <a:close/>
                </a:path>
                <a:path w="3858895" h="3171190">
                  <a:moveTo>
                    <a:pt x="625297" y="2576322"/>
                  </a:moveTo>
                  <a:lnTo>
                    <a:pt x="624662" y="2576322"/>
                  </a:lnTo>
                  <a:lnTo>
                    <a:pt x="624662" y="2575052"/>
                  </a:lnTo>
                  <a:lnTo>
                    <a:pt x="623824" y="2575052"/>
                  </a:lnTo>
                  <a:lnTo>
                    <a:pt x="623824" y="2573782"/>
                  </a:lnTo>
                  <a:lnTo>
                    <a:pt x="619455" y="2573782"/>
                  </a:lnTo>
                  <a:lnTo>
                    <a:pt x="619455" y="2575052"/>
                  </a:lnTo>
                  <a:lnTo>
                    <a:pt x="618617" y="2575052"/>
                  </a:lnTo>
                  <a:lnTo>
                    <a:pt x="618617" y="2576322"/>
                  </a:lnTo>
                  <a:lnTo>
                    <a:pt x="617982" y="2576322"/>
                  </a:lnTo>
                  <a:lnTo>
                    <a:pt x="617982" y="3124123"/>
                  </a:lnTo>
                  <a:lnTo>
                    <a:pt x="618604" y="3124123"/>
                  </a:lnTo>
                  <a:lnTo>
                    <a:pt x="618604" y="3126663"/>
                  </a:lnTo>
                  <a:lnTo>
                    <a:pt x="620610" y="3126663"/>
                  </a:lnTo>
                  <a:lnTo>
                    <a:pt x="620610" y="3127933"/>
                  </a:lnTo>
                  <a:lnTo>
                    <a:pt x="622668" y="3127933"/>
                  </a:lnTo>
                  <a:lnTo>
                    <a:pt x="622668" y="3126663"/>
                  </a:lnTo>
                  <a:lnTo>
                    <a:pt x="624674" y="3126663"/>
                  </a:lnTo>
                  <a:lnTo>
                    <a:pt x="624674" y="3124123"/>
                  </a:lnTo>
                  <a:lnTo>
                    <a:pt x="625297" y="3124123"/>
                  </a:lnTo>
                  <a:lnTo>
                    <a:pt x="625297" y="2576322"/>
                  </a:lnTo>
                  <a:close/>
                </a:path>
                <a:path w="3858895" h="3171190">
                  <a:moveTo>
                    <a:pt x="736206" y="1252194"/>
                  </a:moveTo>
                  <a:lnTo>
                    <a:pt x="0" y="1252194"/>
                  </a:lnTo>
                  <a:lnTo>
                    <a:pt x="0" y="1259509"/>
                  </a:lnTo>
                  <a:lnTo>
                    <a:pt x="736206" y="1259509"/>
                  </a:lnTo>
                  <a:lnTo>
                    <a:pt x="736206" y="1252194"/>
                  </a:lnTo>
                  <a:close/>
                </a:path>
                <a:path w="3858895" h="3171190">
                  <a:moveTo>
                    <a:pt x="866660" y="2853398"/>
                  </a:moveTo>
                  <a:lnTo>
                    <a:pt x="859993" y="2853398"/>
                  </a:lnTo>
                  <a:lnTo>
                    <a:pt x="859993" y="2857208"/>
                  </a:lnTo>
                  <a:lnTo>
                    <a:pt x="859332" y="2857208"/>
                  </a:lnTo>
                  <a:lnTo>
                    <a:pt x="859332" y="3168599"/>
                  </a:lnTo>
                  <a:lnTo>
                    <a:pt x="859929" y="3168599"/>
                  </a:lnTo>
                  <a:lnTo>
                    <a:pt x="859929" y="3169869"/>
                  </a:lnTo>
                  <a:lnTo>
                    <a:pt x="860602" y="3169869"/>
                  </a:lnTo>
                  <a:lnTo>
                    <a:pt x="860602" y="3171152"/>
                  </a:lnTo>
                  <a:lnTo>
                    <a:pt x="866584" y="3171152"/>
                  </a:lnTo>
                  <a:lnTo>
                    <a:pt x="866584" y="3169869"/>
                  </a:lnTo>
                  <a:lnTo>
                    <a:pt x="866660" y="3168599"/>
                  </a:lnTo>
                  <a:lnTo>
                    <a:pt x="866660" y="2857208"/>
                  </a:lnTo>
                  <a:lnTo>
                    <a:pt x="866660" y="2853398"/>
                  </a:lnTo>
                  <a:close/>
                </a:path>
                <a:path w="3858895" h="3171190">
                  <a:moveTo>
                    <a:pt x="1270787" y="3058033"/>
                  </a:moveTo>
                  <a:lnTo>
                    <a:pt x="1270520" y="3058033"/>
                  </a:lnTo>
                  <a:lnTo>
                    <a:pt x="1270520" y="3055480"/>
                  </a:lnTo>
                  <a:lnTo>
                    <a:pt x="1267993" y="3055480"/>
                  </a:lnTo>
                  <a:lnTo>
                    <a:pt x="1267993" y="3054210"/>
                  </a:lnTo>
                  <a:lnTo>
                    <a:pt x="1044270" y="3054210"/>
                  </a:lnTo>
                  <a:lnTo>
                    <a:pt x="1044270" y="3055480"/>
                  </a:lnTo>
                  <a:lnTo>
                    <a:pt x="1041742" y="3055480"/>
                  </a:lnTo>
                  <a:lnTo>
                    <a:pt x="1041742" y="3058033"/>
                  </a:lnTo>
                  <a:lnTo>
                    <a:pt x="1041476" y="3058033"/>
                  </a:lnTo>
                  <a:lnTo>
                    <a:pt x="1041476" y="3061843"/>
                  </a:lnTo>
                  <a:lnTo>
                    <a:pt x="1270787" y="3061843"/>
                  </a:lnTo>
                  <a:lnTo>
                    <a:pt x="1270787" y="3058033"/>
                  </a:lnTo>
                  <a:close/>
                </a:path>
                <a:path w="3858895" h="3171190">
                  <a:moveTo>
                    <a:pt x="1270901" y="1128649"/>
                  </a:moveTo>
                  <a:lnTo>
                    <a:pt x="1270444" y="1128649"/>
                  </a:lnTo>
                  <a:lnTo>
                    <a:pt x="1270444" y="1126109"/>
                  </a:lnTo>
                  <a:lnTo>
                    <a:pt x="1267675" y="1126109"/>
                  </a:lnTo>
                  <a:lnTo>
                    <a:pt x="1267675" y="1124839"/>
                  </a:lnTo>
                  <a:lnTo>
                    <a:pt x="901979" y="1124839"/>
                  </a:lnTo>
                  <a:lnTo>
                    <a:pt x="901979" y="1126109"/>
                  </a:lnTo>
                  <a:lnTo>
                    <a:pt x="899198" y="1126109"/>
                  </a:lnTo>
                  <a:lnTo>
                    <a:pt x="899198" y="1128649"/>
                  </a:lnTo>
                  <a:lnTo>
                    <a:pt x="898753" y="1128649"/>
                  </a:lnTo>
                  <a:lnTo>
                    <a:pt x="898753" y="1131189"/>
                  </a:lnTo>
                  <a:lnTo>
                    <a:pt x="900150" y="1131189"/>
                  </a:lnTo>
                  <a:lnTo>
                    <a:pt x="900150" y="1132459"/>
                  </a:lnTo>
                  <a:lnTo>
                    <a:pt x="1269492" y="1132459"/>
                  </a:lnTo>
                  <a:lnTo>
                    <a:pt x="1269492" y="1131189"/>
                  </a:lnTo>
                  <a:lnTo>
                    <a:pt x="1270901" y="1131189"/>
                  </a:lnTo>
                  <a:lnTo>
                    <a:pt x="1270901" y="1128649"/>
                  </a:lnTo>
                  <a:close/>
                </a:path>
                <a:path w="3858895" h="3171190">
                  <a:moveTo>
                    <a:pt x="1986838" y="1129080"/>
                  </a:moveTo>
                  <a:lnTo>
                    <a:pt x="1985619" y="1126693"/>
                  </a:lnTo>
                  <a:lnTo>
                    <a:pt x="1983168" y="1125461"/>
                  </a:lnTo>
                  <a:lnTo>
                    <a:pt x="1922208" y="1125461"/>
                  </a:lnTo>
                  <a:lnTo>
                    <a:pt x="1919770" y="1126693"/>
                  </a:lnTo>
                  <a:lnTo>
                    <a:pt x="1918550" y="1129080"/>
                  </a:lnTo>
                  <a:lnTo>
                    <a:pt x="1919770" y="1131531"/>
                  </a:lnTo>
                  <a:lnTo>
                    <a:pt x="1922208" y="1132751"/>
                  </a:lnTo>
                  <a:lnTo>
                    <a:pt x="1983168" y="1132751"/>
                  </a:lnTo>
                  <a:lnTo>
                    <a:pt x="1985619" y="1131531"/>
                  </a:lnTo>
                  <a:lnTo>
                    <a:pt x="1986838" y="1129080"/>
                  </a:lnTo>
                  <a:close/>
                </a:path>
                <a:path w="3858895" h="3171190">
                  <a:moveTo>
                    <a:pt x="2167229" y="1168057"/>
                  </a:moveTo>
                  <a:lnTo>
                    <a:pt x="2166569" y="1168057"/>
                  </a:lnTo>
                  <a:lnTo>
                    <a:pt x="2166569" y="1165517"/>
                  </a:lnTo>
                  <a:lnTo>
                    <a:pt x="2164461" y="1165517"/>
                  </a:lnTo>
                  <a:lnTo>
                    <a:pt x="2164461" y="1164234"/>
                  </a:lnTo>
                  <a:lnTo>
                    <a:pt x="2162670" y="1164234"/>
                  </a:lnTo>
                  <a:lnTo>
                    <a:pt x="2162670" y="1165517"/>
                  </a:lnTo>
                  <a:lnTo>
                    <a:pt x="2160562" y="1165517"/>
                  </a:lnTo>
                  <a:lnTo>
                    <a:pt x="2160562" y="1168057"/>
                  </a:lnTo>
                  <a:lnTo>
                    <a:pt x="2159901" y="1168057"/>
                  </a:lnTo>
                  <a:lnTo>
                    <a:pt x="2159901" y="1361249"/>
                  </a:lnTo>
                  <a:lnTo>
                    <a:pt x="2160232" y="1361249"/>
                  </a:lnTo>
                  <a:lnTo>
                    <a:pt x="2160232" y="1363789"/>
                  </a:lnTo>
                  <a:lnTo>
                    <a:pt x="2161336" y="1363789"/>
                  </a:lnTo>
                  <a:lnTo>
                    <a:pt x="2161336" y="1365059"/>
                  </a:lnTo>
                  <a:lnTo>
                    <a:pt x="2165794" y="1365059"/>
                  </a:lnTo>
                  <a:lnTo>
                    <a:pt x="2165794" y="1363789"/>
                  </a:lnTo>
                  <a:lnTo>
                    <a:pt x="2166899" y="1363789"/>
                  </a:lnTo>
                  <a:lnTo>
                    <a:pt x="2166899" y="1361249"/>
                  </a:lnTo>
                  <a:lnTo>
                    <a:pt x="2167229" y="1361249"/>
                  </a:lnTo>
                  <a:lnTo>
                    <a:pt x="2167229" y="1168057"/>
                  </a:lnTo>
                  <a:close/>
                </a:path>
                <a:path w="3858895" h="3171190">
                  <a:moveTo>
                    <a:pt x="2309838" y="1168057"/>
                  </a:moveTo>
                  <a:lnTo>
                    <a:pt x="2309190" y="1168057"/>
                  </a:lnTo>
                  <a:lnTo>
                    <a:pt x="2309190" y="1165517"/>
                  </a:lnTo>
                  <a:lnTo>
                    <a:pt x="2307082" y="1165517"/>
                  </a:lnTo>
                  <a:lnTo>
                    <a:pt x="2307082" y="1164234"/>
                  </a:lnTo>
                  <a:lnTo>
                    <a:pt x="2305278" y="1164234"/>
                  </a:lnTo>
                  <a:lnTo>
                    <a:pt x="2305278" y="1165517"/>
                  </a:lnTo>
                  <a:lnTo>
                    <a:pt x="2303170" y="1165517"/>
                  </a:lnTo>
                  <a:lnTo>
                    <a:pt x="2303170" y="1168057"/>
                  </a:lnTo>
                  <a:lnTo>
                    <a:pt x="2302522" y="1168057"/>
                  </a:lnTo>
                  <a:lnTo>
                    <a:pt x="2302522" y="1448943"/>
                  </a:lnTo>
                  <a:lnTo>
                    <a:pt x="2303107" y="1448943"/>
                  </a:lnTo>
                  <a:lnTo>
                    <a:pt x="2303107" y="1450213"/>
                  </a:lnTo>
                  <a:lnTo>
                    <a:pt x="2303767" y="1450213"/>
                  </a:lnTo>
                  <a:lnTo>
                    <a:pt x="2303767" y="1451483"/>
                  </a:lnTo>
                  <a:lnTo>
                    <a:pt x="2308593" y="1451483"/>
                  </a:lnTo>
                  <a:lnTo>
                    <a:pt x="2308593" y="1450213"/>
                  </a:lnTo>
                  <a:lnTo>
                    <a:pt x="2309253" y="1450213"/>
                  </a:lnTo>
                  <a:lnTo>
                    <a:pt x="2309253" y="1448943"/>
                  </a:lnTo>
                  <a:lnTo>
                    <a:pt x="2309838" y="1448943"/>
                  </a:lnTo>
                  <a:lnTo>
                    <a:pt x="2309838" y="1168057"/>
                  </a:lnTo>
                  <a:close/>
                </a:path>
                <a:path w="3858895" h="3171190">
                  <a:moveTo>
                    <a:pt x="2309838" y="3822"/>
                  </a:moveTo>
                  <a:lnTo>
                    <a:pt x="2309012" y="3822"/>
                  </a:lnTo>
                  <a:lnTo>
                    <a:pt x="2309012" y="1282"/>
                  </a:lnTo>
                  <a:lnTo>
                    <a:pt x="2306383" y="1282"/>
                  </a:lnTo>
                  <a:lnTo>
                    <a:pt x="2306383" y="0"/>
                  </a:lnTo>
                  <a:lnTo>
                    <a:pt x="2305989" y="0"/>
                  </a:lnTo>
                  <a:lnTo>
                    <a:pt x="2305989" y="1282"/>
                  </a:lnTo>
                  <a:lnTo>
                    <a:pt x="2303348" y="1282"/>
                  </a:lnTo>
                  <a:lnTo>
                    <a:pt x="2303348" y="3822"/>
                  </a:lnTo>
                  <a:lnTo>
                    <a:pt x="2302522" y="3822"/>
                  </a:lnTo>
                  <a:lnTo>
                    <a:pt x="2302522" y="658380"/>
                  </a:lnTo>
                  <a:lnTo>
                    <a:pt x="2303005" y="658380"/>
                  </a:lnTo>
                  <a:lnTo>
                    <a:pt x="2303005" y="660920"/>
                  </a:lnTo>
                  <a:lnTo>
                    <a:pt x="2304631" y="660920"/>
                  </a:lnTo>
                  <a:lnTo>
                    <a:pt x="2304631" y="662190"/>
                  </a:lnTo>
                  <a:lnTo>
                    <a:pt x="2307729" y="662190"/>
                  </a:lnTo>
                  <a:lnTo>
                    <a:pt x="2307729" y="660920"/>
                  </a:lnTo>
                  <a:lnTo>
                    <a:pt x="2309355" y="660920"/>
                  </a:lnTo>
                  <a:lnTo>
                    <a:pt x="2309355" y="658380"/>
                  </a:lnTo>
                  <a:lnTo>
                    <a:pt x="2309838" y="658380"/>
                  </a:lnTo>
                  <a:lnTo>
                    <a:pt x="2309838" y="3822"/>
                  </a:lnTo>
                  <a:close/>
                </a:path>
                <a:path w="3858895" h="3171190">
                  <a:moveTo>
                    <a:pt x="2452459" y="5092"/>
                  </a:moveTo>
                  <a:lnTo>
                    <a:pt x="2451709" y="5092"/>
                  </a:lnTo>
                  <a:lnTo>
                    <a:pt x="2451709" y="1282"/>
                  </a:lnTo>
                  <a:lnTo>
                    <a:pt x="2445131" y="1282"/>
                  </a:lnTo>
                  <a:lnTo>
                    <a:pt x="2445131" y="5092"/>
                  </a:lnTo>
                  <a:lnTo>
                    <a:pt x="2445131" y="663460"/>
                  </a:lnTo>
                  <a:lnTo>
                    <a:pt x="2445131" y="666013"/>
                  </a:lnTo>
                  <a:lnTo>
                    <a:pt x="2447061" y="666013"/>
                  </a:lnTo>
                  <a:lnTo>
                    <a:pt x="2447061" y="667283"/>
                  </a:lnTo>
                  <a:lnTo>
                    <a:pt x="2449957" y="667283"/>
                  </a:lnTo>
                  <a:lnTo>
                    <a:pt x="2449957" y="666013"/>
                  </a:lnTo>
                  <a:lnTo>
                    <a:pt x="2451874" y="666013"/>
                  </a:lnTo>
                  <a:lnTo>
                    <a:pt x="2451874" y="663460"/>
                  </a:lnTo>
                  <a:lnTo>
                    <a:pt x="2452459" y="663460"/>
                  </a:lnTo>
                  <a:lnTo>
                    <a:pt x="2452459" y="5092"/>
                  </a:lnTo>
                  <a:close/>
                </a:path>
                <a:path w="3858895" h="3171190">
                  <a:moveTo>
                    <a:pt x="2840685" y="986294"/>
                  </a:moveTo>
                  <a:lnTo>
                    <a:pt x="2840520" y="986294"/>
                  </a:lnTo>
                  <a:lnTo>
                    <a:pt x="2840520" y="983754"/>
                  </a:lnTo>
                  <a:lnTo>
                    <a:pt x="2838094" y="983754"/>
                  </a:lnTo>
                  <a:lnTo>
                    <a:pt x="2838094" y="982484"/>
                  </a:lnTo>
                  <a:lnTo>
                    <a:pt x="2486075" y="982484"/>
                  </a:lnTo>
                  <a:lnTo>
                    <a:pt x="2486075" y="983754"/>
                  </a:lnTo>
                  <a:lnTo>
                    <a:pt x="2483650" y="983754"/>
                  </a:lnTo>
                  <a:lnTo>
                    <a:pt x="2483650" y="986294"/>
                  </a:lnTo>
                  <a:lnTo>
                    <a:pt x="2483485" y="986294"/>
                  </a:lnTo>
                  <a:lnTo>
                    <a:pt x="2483485" y="990117"/>
                  </a:lnTo>
                  <a:lnTo>
                    <a:pt x="2840685" y="990117"/>
                  </a:lnTo>
                  <a:lnTo>
                    <a:pt x="2840685" y="986294"/>
                  </a:lnTo>
                  <a:close/>
                </a:path>
                <a:path w="3858895" h="3171190">
                  <a:moveTo>
                    <a:pt x="3440468" y="700328"/>
                  </a:moveTo>
                  <a:lnTo>
                    <a:pt x="3438868" y="700328"/>
                  </a:lnTo>
                  <a:lnTo>
                    <a:pt x="3438868" y="699058"/>
                  </a:lnTo>
                  <a:lnTo>
                    <a:pt x="2484996" y="699058"/>
                  </a:lnTo>
                  <a:lnTo>
                    <a:pt x="2484996" y="700328"/>
                  </a:lnTo>
                  <a:lnTo>
                    <a:pt x="2483396" y="700328"/>
                  </a:lnTo>
                  <a:lnTo>
                    <a:pt x="2483396" y="702868"/>
                  </a:lnTo>
                  <a:lnTo>
                    <a:pt x="2483713" y="702868"/>
                  </a:lnTo>
                  <a:lnTo>
                    <a:pt x="2483713" y="705408"/>
                  </a:lnTo>
                  <a:lnTo>
                    <a:pt x="2486291" y="705408"/>
                  </a:lnTo>
                  <a:lnTo>
                    <a:pt x="2486291" y="706678"/>
                  </a:lnTo>
                  <a:lnTo>
                    <a:pt x="3437572" y="706678"/>
                  </a:lnTo>
                  <a:lnTo>
                    <a:pt x="3437572" y="705408"/>
                  </a:lnTo>
                  <a:lnTo>
                    <a:pt x="3440150" y="705408"/>
                  </a:lnTo>
                  <a:lnTo>
                    <a:pt x="3440150" y="702868"/>
                  </a:lnTo>
                  <a:lnTo>
                    <a:pt x="3440468" y="702868"/>
                  </a:lnTo>
                  <a:lnTo>
                    <a:pt x="3440468" y="700328"/>
                  </a:lnTo>
                  <a:close/>
                </a:path>
                <a:path w="3858895" h="3171190">
                  <a:moveTo>
                    <a:pt x="3858437" y="842683"/>
                  </a:moveTo>
                  <a:lnTo>
                    <a:pt x="3856469" y="842683"/>
                  </a:lnTo>
                  <a:lnTo>
                    <a:pt x="3856469" y="841400"/>
                  </a:lnTo>
                  <a:lnTo>
                    <a:pt x="2485491" y="841400"/>
                  </a:lnTo>
                  <a:lnTo>
                    <a:pt x="2485491" y="842683"/>
                  </a:lnTo>
                  <a:lnTo>
                    <a:pt x="2483510" y="842683"/>
                  </a:lnTo>
                  <a:lnTo>
                    <a:pt x="2483510" y="845223"/>
                  </a:lnTo>
                  <a:lnTo>
                    <a:pt x="2483599" y="847763"/>
                  </a:lnTo>
                  <a:lnTo>
                    <a:pt x="2485809" y="847763"/>
                  </a:lnTo>
                  <a:lnTo>
                    <a:pt x="2485809" y="849033"/>
                  </a:lnTo>
                  <a:lnTo>
                    <a:pt x="3856139" y="849033"/>
                  </a:lnTo>
                  <a:lnTo>
                    <a:pt x="3856139" y="847763"/>
                  </a:lnTo>
                  <a:lnTo>
                    <a:pt x="3858349" y="847763"/>
                  </a:lnTo>
                  <a:lnTo>
                    <a:pt x="3858349" y="845223"/>
                  </a:lnTo>
                  <a:lnTo>
                    <a:pt x="3858437" y="842683"/>
                  </a:lnTo>
                  <a:close/>
                </a:path>
              </a:pathLst>
            </a:custGeom>
            <a:solidFill>
              <a:srgbClr val="929599"/>
            </a:solidFill>
          </p:spPr>
          <p:txBody>
            <a:bodyPr wrap="square" lIns="0" tIns="0" rIns="0" bIns="0" rtlCol="0"/>
            <a:lstStyle/>
            <a:p>
              <a:endParaRPr/>
            </a:p>
          </p:txBody>
        </p:sp>
        <p:pic>
          <p:nvPicPr>
            <p:cNvPr id="114" name="object 114"/>
            <p:cNvPicPr/>
            <p:nvPr/>
          </p:nvPicPr>
          <p:blipFill>
            <a:blip r:embed="rId84" cstate="print"/>
            <a:stretch>
              <a:fillRect/>
            </a:stretch>
          </p:blipFill>
          <p:spPr>
            <a:xfrm>
              <a:off x="2836736" y="985099"/>
              <a:ext cx="130462" cy="131596"/>
            </a:xfrm>
            <a:prstGeom prst="rect">
              <a:avLst/>
            </a:prstGeom>
          </p:spPr>
        </p:pic>
        <p:pic>
          <p:nvPicPr>
            <p:cNvPr id="115" name="object 115"/>
            <p:cNvPicPr/>
            <p:nvPr/>
          </p:nvPicPr>
          <p:blipFill>
            <a:blip r:embed="rId85" cstate="print"/>
            <a:stretch>
              <a:fillRect/>
            </a:stretch>
          </p:blipFill>
          <p:spPr>
            <a:xfrm>
              <a:off x="5866944" y="4118429"/>
              <a:ext cx="84095" cy="85302"/>
            </a:xfrm>
            <a:prstGeom prst="rect">
              <a:avLst/>
            </a:prstGeom>
          </p:spPr>
        </p:pic>
        <p:pic>
          <p:nvPicPr>
            <p:cNvPr id="116" name="object 116"/>
            <p:cNvPicPr/>
            <p:nvPr/>
          </p:nvPicPr>
          <p:blipFill>
            <a:blip r:embed="rId86" cstate="print"/>
            <a:stretch>
              <a:fillRect/>
            </a:stretch>
          </p:blipFill>
          <p:spPr>
            <a:xfrm>
              <a:off x="6374005" y="3977056"/>
              <a:ext cx="84095" cy="84129"/>
            </a:xfrm>
            <a:prstGeom prst="rect">
              <a:avLst/>
            </a:prstGeom>
          </p:spPr>
        </p:pic>
        <p:pic>
          <p:nvPicPr>
            <p:cNvPr id="117" name="object 117"/>
            <p:cNvPicPr/>
            <p:nvPr/>
          </p:nvPicPr>
          <p:blipFill>
            <a:blip r:embed="rId87" cstate="print"/>
            <a:stretch>
              <a:fillRect/>
            </a:stretch>
          </p:blipFill>
          <p:spPr>
            <a:xfrm>
              <a:off x="5344022" y="4261025"/>
              <a:ext cx="85364" cy="84080"/>
            </a:xfrm>
            <a:prstGeom prst="rect">
              <a:avLst/>
            </a:prstGeom>
          </p:spPr>
        </p:pic>
        <p:pic>
          <p:nvPicPr>
            <p:cNvPr id="118" name="object 118"/>
            <p:cNvPicPr/>
            <p:nvPr/>
          </p:nvPicPr>
          <p:blipFill>
            <a:blip r:embed="rId88" cstate="print"/>
            <a:stretch>
              <a:fillRect/>
            </a:stretch>
          </p:blipFill>
          <p:spPr>
            <a:xfrm>
              <a:off x="0" y="0"/>
              <a:ext cx="12191999" cy="6857997"/>
            </a:xfrm>
            <a:prstGeom prst="rect">
              <a:avLst/>
            </a:prstGeom>
          </p:spPr>
        </p:pic>
        <p:sp>
          <p:nvSpPr>
            <p:cNvPr id="119" name="object 119"/>
            <p:cNvSpPr/>
            <p:nvPr/>
          </p:nvSpPr>
          <p:spPr>
            <a:xfrm>
              <a:off x="9278111" y="3956304"/>
              <a:ext cx="1076325" cy="1077595"/>
            </a:xfrm>
            <a:custGeom>
              <a:avLst/>
              <a:gdLst/>
              <a:ahLst/>
              <a:cxnLst/>
              <a:rect l="l" t="t" r="r" b="b"/>
              <a:pathLst>
                <a:path w="1076325" h="1077595">
                  <a:moveTo>
                    <a:pt x="538480" y="0"/>
                  </a:moveTo>
                  <a:lnTo>
                    <a:pt x="483489" y="2159"/>
                  </a:lnTo>
                  <a:lnTo>
                    <a:pt x="429514" y="10541"/>
                  </a:lnTo>
                  <a:lnTo>
                    <a:pt x="378714" y="24384"/>
                  </a:lnTo>
                  <a:lnTo>
                    <a:pt x="329057" y="42418"/>
                  </a:lnTo>
                  <a:lnTo>
                    <a:pt x="304673" y="53975"/>
                  </a:lnTo>
                  <a:lnTo>
                    <a:pt x="281432" y="64643"/>
                  </a:lnTo>
                  <a:lnTo>
                    <a:pt x="259207" y="78359"/>
                  </a:lnTo>
                  <a:lnTo>
                    <a:pt x="236982" y="91059"/>
                  </a:lnTo>
                  <a:lnTo>
                    <a:pt x="216916" y="107061"/>
                  </a:lnTo>
                  <a:lnTo>
                    <a:pt x="176657" y="139827"/>
                  </a:lnTo>
                  <a:lnTo>
                    <a:pt x="139700" y="176911"/>
                  </a:lnTo>
                  <a:lnTo>
                    <a:pt x="106807" y="216154"/>
                  </a:lnTo>
                  <a:lnTo>
                    <a:pt x="78232" y="259588"/>
                  </a:lnTo>
                  <a:lnTo>
                    <a:pt x="52959" y="305181"/>
                  </a:lnTo>
                  <a:lnTo>
                    <a:pt x="32766" y="353822"/>
                  </a:lnTo>
                  <a:lnTo>
                    <a:pt x="16891" y="403606"/>
                  </a:lnTo>
                  <a:lnTo>
                    <a:pt x="6350" y="456565"/>
                  </a:lnTo>
                  <a:lnTo>
                    <a:pt x="1016" y="511683"/>
                  </a:lnTo>
                  <a:lnTo>
                    <a:pt x="0" y="539242"/>
                  </a:lnTo>
                  <a:lnTo>
                    <a:pt x="1016" y="566801"/>
                  </a:lnTo>
                  <a:lnTo>
                    <a:pt x="6350" y="620903"/>
                  </a:lnTo>
                  <a:lnTo>
                    <a:pt x="16891" y="673862"/>
                  </a:lnTo>
                  <a:lnTo>
                    <a:pt x="32766" y="724662"/>
                  </a:lnTo>
                  <a:lnTo>
                    <a:pt x="52959" y="772287"/>
                  </a:lnTo>
                  <a:lnTo>
                    <a:pt x="78232" y="819023"/>
                  </a:lnTo>
                  <a:lnTo>
                    <a:pt x="106807" y="861314"/>
                  </a:lnTo>
                  <a:lnTo>
                    <a:pt x="139700" y="901573"/>
                  </a:lnTo>
                  <a:lnTo>
                    <a:pt x="176657" y="938657"/>
                  </a:lnTo>
                  <a:lnTo>
                    <a:pt x="216916" y="971550"/>
                  </a:lnTo>
                  <a:lnTo>
                    <a:pt x="259207" y="1000125"/>
                  </a:lnTo>
                  <a:lnTo>
                    <a:pt x="304673" y="1025525"/>
                  </a:lnTo>
                  <a:lnTo>
                    <a:pt x="353314" y="1045718"/>
                  </a:lnTo>
                  <a:lnTo>
                    <a:pt x="378714" y="1053084"/>
                  </a:lnTo>
                  <a:lnTo>
                    <a:pt x="403098" y="1060577"/>
                  </a:lnTo>
                  <a:lnTo>
                    <a:pt x="429514" y="1066927"/>
                  </a:lnTo>
                  <a:lnTo>
                    <a:pt x="457073" y="1072134"/>
                  </a:lnTo>
                  <a:lnTo>
                    <a:pt x="483489" y="1075309"/>
                  </a:lnTo>
                  <a:lnTo>
                    <a:pt x="509905" y="1077468"/>
                  </a:lnTo>
                  <a:lnTo>
                    <a:pt x="566039" y="1077468"/>
                  </a:lnTo>
                  <a:lnTo>
                    <a:pt x="620014" y="1072134"/>
                  </a:lnTo>
                  <a:lnTo>
                    <a:pt x="672846" y="1060577"/>
                  </a:lnTo>
                  <a:lnTo>
                    <a:pt x="723646" y="1045718"/>
                  </a:lnTo>
                  <a:lnTo>
                    <a:pt x="771271" y="1025525"/>
                  </a:lnTo>
                  <a:lnTo>
                    <a:pt x="817753" y="1000125"/>
                  </a:lnTo>
                  <a:lnTo>
                    <a:pt x="860171" y="971550"/>
                  </a:lnTo>
                  <a:lnTo>
                    <a:pt x="880237" y="954532"/>
                  </a:lnTo>
                  <a:lnTo>
                    <a:pt x="900303" y="938657"/>
                  </a:lnTo>
                  <a:lnTo>
                    <a:pt x="954278" y="882523"/>
                  </a:lnTo>
                  <a:lnTo>
                    <a:pt x="983869" y="841248"/>
                  </a:lnTo>
                  <a:lnTo>
                    <a:pt x="1011428" y="795655"/>
                  </a:lnTo>
                  <a:lnTo>
                    <a:pt x="1022985" y="772287"/>
                  </a:lnTo>
                  <a:lnTo>
                    <a:pt x="1034669" y="749046"/>
                  </a:lnTo>
                  <a:lnTo>
                    <a:pt x="1052703" y="699262"/>
                  </a:lnTo>
                  <a:lnTo>
                    <a:pt x="1065403" y="648335"/>
                  </a:lnTo>
                  <a:lnTo>
                    <a:pt x="1072769" y="594360"/>
                  </a:lnTo>
                  <a:lnTo>
                    <a:pt x="1075944" y="566801"/>
                  </a:lnTo>
                  <a:lnTo>
                    <a:pt x="1075944" y="511683"/>
                  </a:lnTo>
                  <a:lnTo>
                    <a:pt x="1069594" y="456565"/>
                  </a:lnTo>
                  <a:lnTo>
                    <a:pt x="1060069" y="403606"/>
                  </a:lnTo>
                  <a:lnTo>
                    <a:pt x="1044194" y="353822"/>
                  </a:lnTo>
                  <a:lnTo>
                    <a:pt x="1022985" y="305181"/>
                  </a:lnTo>
                  <a:lnTo>
                    <a:pt x="998728" y="259588"/>
                  </a:lnTo>
                  <a:lnTo>
                    <a:pt x="983869" y="238379"/>
                  </a:lnTo>
                  <a:lnTo>
                    <a:pt x="970153" y="216154"/>
                  </a:lnTo>
                  <a:lnTo>
                    <a:pt x="918337" y="157861"/>
                  </a:lnTo>
                  <a:lnTo>
                    <a:pt x="880237" y="122936"/>
                  </a:lnTo>
                  <a:lnTo>
                    <a:pt x="838962" y="91059"/>
                  </a:lnTo>
                  <a:lnTo>
                    <a:pt x="794512" y="64643"/>
                  </a:lnTo>
                  <a:lnTo>
                    <a:pt x="771271" y="53975"/>
                  </a:lnTo>
                  <a:lnTo>
                    <a:pt x="748030" y="42418"/>
                  </a:lnTo>
                  <a:lnTo>
                    <a:pt x="698246" y="24384"/>
                  </a:lnTo>
                  <a:lnTo>
                    <a:pt x="646430" y="10541"/>
                  </a:lnTo>
                  <a:lnTo>
                    <a:pt x="593471" y="2159"/>
                  </a:lnTo>
                  <a:lnTo>
                    <a:pt x="538480" y="0"/>
                  </a:lnTo>
                  <a:close/>
                </a:path>
              </a:pathLst>
            </a:custGeom>
            <a:solidFill>
              <a:srgbClr val="48CFAD"/>
            </a:solidFill>
          </p:spPr>
          <p:txBody>
            <a:bodyPr wrap="square" lIns="0" tIns="0" rIns="0" bIns="0" rtlCol="0"/>
            <a:lstStyle/>
            <a:p>
              <a:endParaRPr/>
            </a:p>
          </p:txBody>
        </p:sp>
        <p:sp>
          <p:nvSpPr>
            <p:cNvPr id="120" name="object 120"/>
            <p:cNvSpPr/>
            <p:nvPr/>
          </p:nvSpPr>
          <p:spPr>
            <a:xfrm>
              <a:off x="9433559" y="4219955"/>
              <a:ext cx="767080" cy="481965"/>
            </a:xfrm>
            <a:custGeom>
              <a:avLst/>
              <a:gdLst/>
              <a:ahLst/>
              <a:cxnLst/>
              <a:rect l="l" t="t" r="r" b="b"/>
              <a:pathLst>
                <a:path w="767079" h="481964">
                  <a:moveTo>
                    <a:pt x="201675" y="331978"/>
                  </a:moveTo>
                  <a:lnTo>
                    <a:pt x="15875" y="331978"/>
                  </a:lnTo>
                  <a:lnTo>
                    <a:pt x="9525" y="333121"/>
                  </a:lnTo>
                  <a:lnTo>
                    <a:pt x="4191" y="337312"/>
                  </a:lnTo>
                  <a:lnTo>
                    <a:pt x="1016" y="342646"/>
                  </a:lnTo>
                  <a:lnTo>
                    <a:pt x="0" y="347980"/>
                  </a:lnTo>
                  <a:lnTo>
                    <a:pt x="0" y="465709"/>
                  </a:lnTo>
                  <a:lnTo>
                    <a:pt x="1016" y="472059"/>
                  </a:lnTo>
                  <a:lnTo>
                    <a:pt x="4191" y="476250"/>
                  </a:lnTo>
                  <a:lnTo>
                    <a:pt x="9525" y="480568"/>
                  </a:lnTo>
                  <a:lnTo>
                    <a:pt x="15875" y="481584"/>
                  </a:lnTo>
                  <a:lnTo>
                    <a:pt x="201675" y="481584"/>
                  </a:lnTo>
                  <a:lnTo>
                    <a:pt x="208025" y="480568"/>
                  </a:lnTo>
                  <a:lnTo>
                    <a:pt x="213233" y="476250"/>
                  </a:lnTo>
                  <a:lnTo>
                    <a:pt x="216408" y="472059"/>
                  </a:lnTo>
                  <a:lnTo>
                    <a:pt x="217185" y="467741"/>
                  </a:lnTo>
                  <a:lnTo>
                    <a:pt x="15875" y="467741"/>
                  </a:lnTo>
                  <a:lnTo>
                    <a:pt x="13716" y="466725"/>
                  </a:lnTo>
                  <a:lnTo>
                    <a:pt x="13716" y="346837"/>
                  </a:lnTo>
                  <a:lnTo>
                    <a:pt x="15875" y="345821"/>
                  </a:lnTo>
                  <a:lnTo>
                    <a:pt x="217088" y="345821"/>
                  </a:lnTo>
                  <a:lnTo>
                    <a:pt x="216408" y="342646"/>
                  </a:lnTo>
                  <a:lnTo>
                    <a:pt x="213233" y="337312"/>
                  </a:lnTo>
                  <a:lnTo>
                    <a:pt x="208025" y="333121"/>
                  </a:lnTo>
                  <a:lnTo>
                    <a:pt x="201675" y="331978"/>
                  </a:lnTo>
                  <a:close/>
                </a:path>
                <a:path w="767079" h="481964">
                  <a:moveTo>
                    <a:pt x="477266" y="331978"/>
                  </a:moveTo>
                  <a:lnTo>
                    <a:pt x="289306" y="331978"/>
                  </a:lnTo>
                  <a:lnTo>
                    <a:pt x="282956" y="333121"/>
                  </a:lnTo>
                  <a:lnTo>
                    <a:pt x="278765" y="337312"/>
                  </a:lnTo>
                  <a:lnTo>
                    <a:pt x="274574" y="342646"/>
                  </a:lnTo>
                  <a:lnTo>
                    <a:pt x="273431" y="347980"/>
                  </a:lnTo>
                  <a:lnTo>
                    <a:pt x="273431" y="465709"/>
                  </a:lnTo>
                  <a:lnTo>
                    <a:pt x="274574" y="472059"/>
                  </a:lnTo>
                  <a:lnTo>
                    <a:pt x="278765" y="476250"/>
                  </a:lnTo>
                  <a:lnTo>
                    <a:pt x="282956" y="480568"/>
                  </a:lnTo>
                  <a:lnTo>
                    <a:pt x="289306" y="481584"/>
                  </a:lnTo>
                  <a:lnTo>
                    <a:pt x="477266" y="481584"/>
                  </a:lnTo>
                  <a:lnTo>
                    <a:pt x="482600" y="480568"/>
                  </a:lnTo>
                  <a:lnTo>
                    <a:pt x="487807" y="476250"/>
                  </a:lnTo>
                  <a:lnTo>
                    <a:pt x="490982" y="472059"/>
                  </a:lnTo>
                  <a:lnTo>
                    <a:pt x="491672" y="467741"/>
                  </a:lnTo>
                  <a:lnTo>
                    <a:pt x="289306" y="467741"/>
                  </a:lnTo>
                  <a:lnTo>
                    <a:pt x="288290" y="466725"/>
                  </a:lnTo>
                  <a:lnTo>
                    <a:pt x="287147" y="465709"/>
                  </a:lnTo>
                  <a:lnTo>
                    <a:pt x="287147" y="347980"/>
                  </a:lnTo>
                  <a:lnTo>
                    <a:pt x="289306" y="345821"/>
                  </a:lnTo>
                  <a:lnTo>
                    <a:pt x="491586" y="345821"/>
                  </a:lnTo>
                  <a:lnTo>
                    <a:pt x="490982" y="342646"/>
                  </a:lnTo>
                  <a:lnTo>
                    <a:pt x="487807" y="337312"/>
                  </a:lnTo>
                  <a:lnTo>
                    <a:pt x="482600" y="333121"/>
                  </a:lnTo>
                  <a:lnTo>
                    <a:pt x="477266" y="331978"/>
                  </a:lnTo>
                  <a:close/>
                </a:path>
                <a:path w="767079" h="481964">
                  <a:moveTo>
                    <a:pt x="750697" y="331978"/>
                  </a:moveTo>
                  <a:lnTo>
                    <a:pt x="563880" y="331978"/>
                  </a:lnTo>
                  <a:lnTo>
                    <a:pt x="558546" y="333121"/>
                  </a:lnTo>
                  <a:lnTo>
                    <a:pt x="552196" y="337312"/>
                  </a:lnTo>
                  <a:lnTo>
                    <a:pt x="550164" y="342646"/>
                  </a:lnTo>
                  <a:lnTo>
                    <a:pt x="548005" y="347980"/>
                  </a:lnTo>
                  <a:lnTo>
                    <a:pt x="548005" y="465709"/>
                  </a:lnTo>
                  <a:lnTo>
                    <a:pt x="550164" y="472059"/>
                  </a:lnTo>
                  <a:lnTo>
                    <a:pt x="552196" y="476250"/>
                  </a:lnTo>
                  <a:lnTo>
                    <a:pt x="558546" y="480568"/>
                  </a:lnTo>
                  <a:lnTo>
                    <a:pt x="563880" y="481584"/>
                  </a:lnTo>
                  <a:lnTo>
                    <a:pt x="750697" y="481584"/>
                  </a:lnTo>
                  <a:lnTo>
                    <a:pt x="756031" y="480568"/>
                  </a:lnTo>
                  <a:lnTo>
                    <a:pt x="761238" y="476250"/>
                  </a:lnTo>
                  <a:lnTo>
                    <a:pt x="764413" y="472059"/>
                  </a:lnTo>
                  <a:lnTo>
                    <a:pt x="765881" y="467741"/>
                  </a:lnTo>
                  <a:lnTo>
                    <a:pt x="563880" y="467741"/>
                  </a:lnTo>
                  <a:lnTo>
                    <a:pt x="561721" y="466725"/>
                  </a:lnTo>
                  <a:lnTo>
                    <a:pt x="561721" y="346837"/>
                  </a:lnTo>
                  <a:lnTo>
                    <a:pt x="563880" y="345821"/>
                  </a:lnTo>
                  <a:lnTo>
                    <a:pt x="765698" y="345821"/>
                  </a:lnTo>
                  <a:lnTo>
                    <a:pt x="764413" y="342646"/>
                  </a:lnTo>
                  <a:lnTo>
                    <a:pt x="761238" y="337312"/>
                  </a:lnTo>
                  <a:lnTo>
                    <a:pt x="756031" y="333121"/>
                  </a:lnTo>
                  <a:lnTo>
                    <a:pt x="750697" y="331978"/>
                  </a:lnTo>
                  <a:close/>
                </a:path>
                <a:path w="767079" h="481964">
                  <a:moveTo>
                    <a:pt x="217088" y="345821"/>
                  </a:moveTo>
                  <a:lnTo>
                    <a:pt x="201675" y="345821"/>
                  </a:lnTo>
                  <a:lnTo>
                    <a:pt x="202692" y="346837"/>
                  </a:lnTo>
                  <a:lnTo>
                    <a:pt x="204850" y="347980"/>
                  </a:lnTo>
                  <a:lnTo>
                    <a:pt x="204850" y="465709"/>
                  </a:lnTo>
                  <a:lnTo>
                    <a:pt x="202692" y="466725"/>
                  </a:lnTo>
                  <a:lnTo>
                    <a:pt x="201675" y="467741"/>
                  </a:lnTo>
                  <a:lnTo>
                    <a:pt x="217185" y="467741"/>
                  </a:lnTo>
                  <a:lnTo>
                    <a:pt x="217550" y="465709"/>
                  </a:lnTo>
                  <a:lnTo>
                    <a:pt x="217550" y="347980"/>
                  </a:lnTo>
                  <a:lnTo>
                    <a:pt x="217088" y="345821"/>
                  </a:lnTo>
                  <a:close/>
                </a:path>
                <a:path w="767079" h="481964">
                  <a:moveTo>
                    <a:pt x="491586" y="345821"/>
                  </a:moveTo>
                  <a:lnTo>
                    <a:pt x="477266" y="345821"/>
                  </a:lnTo>
                  <a:lnTo>
                    <a:pt x="478282" y="346837"/>
                  </a:lnTo>
                  <a:lnTo>
                    <a:pt x="478282" y="466725"/>
                  </a:lnTo>
                  <a:lnTo>
                    <a:pt x="477266" y="467741"/>
                  </a:lnTo>
                  <a:lnTo>
                    <a:pt x="491672" y="467741"/>
                  </a:lnTo>
                  <a:lnTo>
                    <a:pt x="491998" y="465709"/>
                  </a:lnTo>
                  <a:lnTo>
                    <a:pt x="491998" y="347980"/>
                  </a:lnTo>
                  <a:lnTo>
                    <a:pt x="491586" y="345821"/>
                  </a:lnTo>
                  <a:close/>
                </a:path>
                <a:path w="767079" h="481964">
                  <a:moveTo>
                    <a:pt x="765698" y="345821"/>
                  </a:moveTo>
                  <a:lnTo>
                    <a:pt x="750697" y="345821"/>
                  </a:lnTo>
                  <a:lnTo>
                    <a:pt x="751840" y="346837"/>
                  </a:lnTo>
                  <a:lnTo>
                    <a:pt x="752856" y="347980"/>
                  </a:lnTo>
                  <a:lnTo>
                    <a:pt x="752856" y="465709"/>
                  </a:lnTo>
                  <a:lnTo>
                    <a:pt x="751840" y="466725"/>
                  </a:lnTo>
                  <a:lnTo>
                    <a:pt x="750697" y="467741"/>
                  </a:lnTo>
                  <a:lnTo>
                    <a:pt x="765881" y="467741"/>
                  </a:lnTo>
                  <a:lnTo>
                    <a:pt x="766572" y="465709"/>
                  </a:lnTo>
                  <a:lnTo>
                    <a:pt x="766572" y="347980"/>
                  </a:lnTo>
                  <a:lnTo>
                    <a:pt x="765698" y="345821"/>
                  </a:lnTo>
                  <a:close/>
                </a:path>
                <a:path w="767079" h="481964">
                  <a:moveTo>
                    <a:pt x="664210" y="236601"/>
                  </a:moveTo>
                  <a:lnTo>
                    <a:pt x="102362" y="236601"/>
                  </a:lnTo>
                  <a:lnTo>
                    <a:pt x="102362" y="331978"/>
                  </a:lnTo>
                  <a:lnTo>
                    <a:pt x="115062" y="331978"/>
                  </a:lnTo>
                  <a:lnTo>
                    <a:pt x="115062" y="250317"/>
                  </a:lnTo>
                  <a:lnTo>
                    <a:pt x="664210" y="250317"/>
                  </a:lnTo>
                  <a:lnTo>
                    <a:pt x="664210" y="236601"/>
                  </a:lnTo>
                  <a:close/>
                </a:path>
                <a:path w="767079" h="481964">
                  <a:moveTo>
                    <a:pt x="390651" y="250317"/>
                  </a:moveTo>
                  <a:lnTo>
                    <a:pt x="375920" y="250317"/>
                  </a:lnTo>
                  <a:lnTo>
                    <a:pt x="375920" y="331978"/>
                  </a:lnTo>
                  <a:lnTo>
                    <a:pt x="390651" y="331978"/>
                  </a:lnTo>
                  <a:lnTo>
                    <a:pt x="390651" y="250317"/>
                  </a:lnTo>
                  <a:close/>
                </a:path>
                <a:path w="767079" h="481964">
                  <a:moveTo>
                    <a:pt x="664210" y="250317"/>
                  </a:moveTo>
                  <a:lnTo>
                    <a:pt x="650367" y="250317"/>
                  </a:lnTo>
                  <a:lnTo>
                    <a:pt x="650367" y="331978"/>
                  </a:lnTo>
                  <a:lnTo>
                    <a:pt x="664210" y="331978"/>
                  </a:lnTo>
                  <a:lnTo>
                    <a:pt x="664210" y="250317"/>
                  </a:lnTo>
                  <a:close/>
                </a:path>
                <a:path w="767079" h="481964">
                  <a:moveTo>
                    <a:pt x="390651" y="149606"/>
                  </a:moveTo>
                  <a:lnTo>
                    <a:pt x="375920" y="149606"/>
                  </a:lnTo>
                  <a:lnTo>
                    <a:pt x="375920" y="236601"/>
                  </a:lnTo>
                  <a:lnTo>
                    <a:pt x="390651" y="236601"/>
                  </a:lnTo>
                  <a:lnTo>
                    <a:pt x="390651" y="149606"/>
                  </a:lnTo>
                  <a:close/>
                </a:path>
                <a:path w="767079" h="481964">
                  <a:moveTo>
                    <a:pt x="477266" y="0"/>
                  </a:moveTo>
                  <a:lnTo>
                    <a:pt x="289306" y="0"/>
                  </a:lnTo>
                  <a:lnTo>
                    <a:pt x="282956" y="2159"/>
                  </a:lnTo>
                  <a:lnTo>
                    <a:pt x="278765" y="5334"/>
                  </a:lnTo>
                  <a:lnTo>
                    <a:pt x="274574" y="9525"/>
                  </a:lnTo>
                  <a:lnTo>
                    <a:pt x="273431" y="17018"/>
                  </a:lnTo>
                  <a:lnTo>
                    <a:pt x="273431" y="133604"/>
                  </a:lnTo>
                  <a:lnTo>
                    <a:pt x="274574" y="138938"/>
                  </a:lnTo>
                  <a:lnTo>
                    <a:pt x="278765" y="145288"/>
                  </a:lnTo>
                  <a:lnTo>
                    <a:pt x="282956" y="147447"/>
                  </a:lnTo>
                  <a:lnTo>
                    <a:pt x="289306" y="149606"/>
                  </a:lnTo>
                  <a:lnTo>
                    <a:pt x="477266" y="149606"/>
                  </a:lnTo>
                  <a:lnTo>
                    <a:pt x="487807" y="145288"/>
                  </a:lnTo>
                  <a:lnTo>
                    <a:pt x="490982" y="138938"/>
                  </a:lnTo>
                  <a:lnTo>
                    <a:pt x="491586" y="135763"/>
                  </a:lnTo>
                  <a:lnTo>
                    <a:pt x="288290" y="135763"/>
                  </a:lnTo>
                  <a:lnTo>
                    <a:pt x="287147" y="133604"/>
                  </a:lnTo>
                  <a:lnTo>
                    <a:pt x="287147" y="17018"/>
                  </a:lnTo>
                  <a:lnTo>
                    <a:pt x="288290" y="14859"/>
                  </a:lnTo>
                  <a:lnTo>
                    <a:pt x="491705" y="14859"/>
                  </a:lnTo>
                  <a:lnTo>
                    <a:pt x="490982" y="9525"/>
                  </a:lnTo>
                  <a:lnTo>
                    <a:pt x="487807" y="5334"/>
                  </a:lnTo>
                  <a:lnTo>
                    <a:pt x="482600" y="2159"/>
                  </a:lnTo>
                  <a:lnTo>
                    <a:pt x="477266" y="0"/>
                  </a:lnTo>
                  <a:close/>
                </a:path>
                <a:path w="767079" h="481964">
                  <a:moveTo>
                    <a:pt x="491705" y="14859"/>
                  </a:moveTo>
                  <a:lnTo>
                    <a:pt x="478282" y="14859"/>
                  </a:lnTo>
                  <a:lnTo>
                    <a:pt x="478282" y="135763"/>
                  </a:lnTo>
                  <a:lnTo>
                    <a:pt x="491586" y="135763"/>
                  </a:lnTo>
                  <a:lnTo>
                    <a:pt x="491998" y="133604"/>
                  </a:lnTo>
                  <a:lnTo>
                    <a:pt x="491998" y="17018"/>
                  </a:lnTo>
                  <a:lnTo>
                    <a:pt x="491705" y="14859"/>
                  </a:lnTo>
                  <a:close/>
                </a:path>
              </a:pathLst>
            </a:custGeom>
            <a:solidFill>
              <a:srgbClr val="FFFFFF"/>
            </a:solidFill>
          </p:spPr>
          <p:txBody>
            <a:bodyPr wrap="square" lIns="0" tIns="0" rIns="0" bIns="0" rtlCol="0"/>
            <a:lstStyle/>
            <a:p>
              <a:endParaRPr/>
            </a:p>
          </p:txBody>
        </p:sp>
        <p:pic>
          <p:nvPicPr>
            <p:cNvPr id="121" name="object 121"/>
            <p:cNvPicPr/>
            <p:nvPr/>
          </p:nvPicPr>
          <p:blipFill>
            <a:blip r:embed="rId89" cstate="print"/>
            <a:stretch>
              <a:fillRect/>
            </a:stretch>
          </p:blipFill>
          <p:spPr>
            <a:xfrm>
              <a:off x="7956804" y="3956304"/>
              <a:ext cx="1077468" cy="1077468"/>
            </a:xfrm>
            <a:prstGeom prst="rect">
              <a:avLst/>
            </a:prstGeom>
          </p:spPr>
        </p:pic>
        <p:sp>
          <p:nvSpPr>
            <p:cNvPr id="122" name="object 122"/>
            <p:cNvSpPr/>
            <p:nvPr/>
          </p:nvSpPr>
          <p:spPr>
            <a:xfrm>
              <a:off x="6638544" y="3956304"/>
              <a:ext cx="1077595" cy="1077595"/>
            </a:xfrm>
            <a:custGeom>
              <a:avLst/>
              <a:gdLst/>
              <a:ahLst/>
              <a:cxnLst/>
              <a:rect l="l" t="t" r="r" b="b"/>
              <a:pathLst>
                <a:path w="1077595" h="1077595">
                  <a:moveTo>
                    <a:pt x="538733" y="0"/>
                  </a:moveTo>
                  <a:lnTo>
                    <a:pt x="484758" y="3175"/>
                  </a:lnTo>
                  <a:lnTo>
                    <a:pt x="430783" y="10541"/>
                  </a:lnTo>
                  <a:lnTo>
                    <a:pt x="379983" y="24384"/>
                  </a:lnTo>
                  <a:lnTo>
                    <a:pt x="329183" y="42291"/>
                  </a:lnTo>
                  <a:lnTo>
                    <a:pt x="283717" y="65659"/>
                  </a:lnTo>
                  <a:lnTo>
                    <a:pt x="260350" y="77216"/>
                  </a:lnTo>
                  <a:lnTo>
                    <a:pt x="216915" y="106934"/>
                  </a:lnTo>
                  <a:lnTo>
                    <a:pt x="176783" y="139700"/>
                  </a:lnTo>
                  <a:lnTo>
                    <a:pt x="158750" y="158750"/>
                  </a:lnTo>
                  <a:lnTo>
                    <a:pt x="140715" y="176784"/>
                  </a:lnTo>
                  <a:lnTo>
                    <a:pt x="107950" y="216916"/>
                  </a:lnTo>
                  <a:lnTo>
                    <a:pt x="78358" y="259334"/>
                  </a:lnTo>
                  <a:lnTo>
                    <a:pt x="53975" y="305943"/>
                  </a:lnTo>
                  <a:lnTo>
                    <a:pt x="33908" y="353568"/>
                  </a:lnTo>
                  <a:lnTo>
                    <a:pt x="11683" y="429768"/>
                  </a:lnTo>
                  <a:lnTo>
                    <a:pt x="4190" y="483743"/>
                  </a:lnTo>
                  <a:lnTo>
                    <a:pt x="2158" y="511175"/>
                  </a:lnTo>
                  <a:lnTo>
                    <a:pt x="0" y="538734"/>
                  </a:lnTo>
                  <a:lnTo>
                    <a:pt x="4190" y="593725"/>
                  </a:lnTo>
                  <a:lnTo>
                    <a:pt x="11683" y="647700"/>
                  </a:lnTo>
                  <a:lnTo>
                    <a:pt x="24383" y="698500"/>
                  </a:lnTo>
                  <a:lnTo>
                    <a:pt x="43433" y="748284"/>
                  </a:lnTo>
                  <a:lnTo>
                    <a:pt x="66675" y="794893"/>
                  </a:lnTo>
                  <a:lnTo>
                    <a:pt x="78358" y="818134"/>
                  </a:lnTo>
                  <a:lnTo>
                    <a:pt x="107950" y="860552"/>
                  </a:lnTo>
                  <a:lnTo>
                    <a:pt x="140715" y="900684"/>
                  </a:lnTo>
                  <a:lnTo>
                    <a:pt x="176783" y="937768"/>
                  </a:lnTo>
                  <a:lnTo>
                    <a:pt x="216915" y="970534"/>
                  </a:lnTo>
                  <a:lnTo>
                    <a:pt x="260350" y="1000252"/>
                  </a:lnTo>
                  <a:lnTo>
                    <a:pt x="283717" y="1011809"/>
                  </a:lnTo>
                  <a:lnTo>
                    <a:pt x="306958" y="1024509"/>
                  </a:lnTo>
                  <a:lnTo>
                    <a:pt x="353567" y="1044702"/>
                  </a:lnTo>
                  <a:lnTo>
                    <a:pt x="405383" y="1060577"/>
                  </a:lnTo>
                  <a:lnTo>
                    <a:pt x="457200" y="1070102"/>
                  </a:lnTo>
                  <a:lnTo>
                    <a:pt x="484758" y="1074293"/>
                  </a:lnTo>
                  <a:lnTo>
                    <a:pt x="511175" y="1076452"/>
                  </a:lnTo>
                  <a:lnTo>
                    <a:pt x="538733" y="1077468"/>
                  </a:lnTo>
                  <a:lnTo>
                    <a:pt x="567308" y="1076452"/>
                  </a:lnTo>
                  <a:lnTo>
                    <a:pt x="593725" y="1074293"/>
                  </a:lnTo>
                  <a:lnTo>
                    <a:pt x="621283" y="1070102"/>
                  </a:lnTo>
                  <a:lnTo>
                    <a:pt x="647700" y="1066927"/>
                  </a:lnTo>
                  <a:lnTo>
                    <a:pt x="698500" y="1053084"/>
                  </a:lnTo>
                  <a:lnTo>
                    <a:pt x="749300" y="1035177"/>
                  </a:lnTo>
                  <a:lnTo>
                    <a:pt x="795908" y="1011809"/>
                  </a:lnTo>
                  <a:lnTo>
                    <a:pt x="818133" y="1000252"/>
                  </a:lnTo>
                  <a:lnTo>
                    <a:pt x="860551" y="970534"/>
                  </a:lnTo>
                  <a:lnTo>
                    <a:pt x="900683" y="937768"/>
                  </a:lnTo>
                  <a:lnTo>
                    <a:pt x="937767" y="900684"/>
                  </a:lnTo>
                  <a:lnTo>
                    <a:pt x="970533" y="860552"/>
                  </a:lnTo>
                  <a:lnTo>
                    <a:pt x="1000251" y="818134"/>
                  </a:lnTo>
                  <a:lnTo>
                    <a:pt x="1011808" y="794893"/>
                  </a:lnTo>
                  <a:lnTo>
                    <a:pt x="1024508" y="771525"/>
                  </a:lnTo>
                  <a:lnTo>
                    <a:pt x="1044701" y="723900"/>
                  </a:lnTo>
                  <a:lnTo>
                    <a:pt x="1060577" y="673100"/>
                  </a:lnTo>
                  <a:lnTo>
                    <a:pt x="1072133" y="620268"/>
                  </a:lnTo>
                  <a:lnTo>
                    <a:pt x="1076452" y="567309"/>
                  </a:lnTo>
                  <a:lnTo>
                    <a:pt x="1077467" y="538734"/>
                  </a:lnTo>
                  <a:lnTo>
                    <a:pt x="1076452" y="511175"/>
                  </a:lnTo>
                  <a:lnTo>
                    <a:pt x="1072133" y="457200"/>
                  </a:lnTo>
                  <a:lnTo>
                    <a:pt x="1060577" y="404368"/>
                  </a:lnTo>
                  <a:lnTo>
                    <a:pt x="1044701" y="353568"/>
                  </a:lnTo>
                  <a:lnTo>
                    <a:pt x="1024508" y="305943"/>
                  </a:lnTo>
                  <a:lnTo>
                    <a:pt x="1000251" y="259334"/>
                  </a:lnTo>
                  <a:lnTo>
                    <a:pt x="970533" y="216916"/>
                  </a:lnTo>
                  <a:lnTo>
                    <a:pt x="937767" y="176784"/>
                  </a:lnTo>
                  <a:lnTo>
                    <a:pt x="900683" y="139700"/>
                  </a:lnTo>
                  <a:lnTo>
                    <a:pt x="860551" y="106934"/>
                  </a:lnTo>
                  <a:lnTo>
                    <a:pt x="818133" y="77216"/>
                  </a:lnTo>
                  <a:lnTo>
                    <a:pt x="795908" y="65659"/>
                  </a:lnTo>
                  <a:lnTo>
                    <a:pt x="773683" y="52959"/>
                  </a:lnTo>
                  <a:lnTo>
                    <a:pt x="725042" y="32766"/>
                  </a:lnTo>
                  <a:lnTo>
                    <a:pt x="673100" y="16891"/>
                  </a:lnTo>
                  <a:lnTo>
                    <a:pt x="621283" y="6350"/>
                  </a:lnTo>
                  <a:lnTo>
                    <a:pt x="567308" y="1016"/>
                  </a:lnTo>
                  <a:lnTo>
                    <a:pt x="538733" y="0"/>
                  </a:lnTo>
                  <a:close/>
                </a:path>
              </a:pathLst>
            </a:custGeom>
            <a:solidFill>
              <a:srgbClr val="48CFAD"/>
            </a:solidFill>
          </p:spPr>
          <p:txBody>
            <a:bodyPr wrap="square" lIns="0" tIns="0" rIns="0" bIns="0" rtlCol="0"/>
            <a:lstStyle/>
            <a:p>
              <a:endParaRPr/>
            </a:p>
          </p:txBody>
        </p:sp>
        <p:sp>
          <p:nvSpPr>
            <p:cNvPr id="123" name="object 123"/>
            <p:cNvSpPr/>
            <p:nvPr/>
          </p:nvSpPr>
          <p:spPr>
            <a:xfrm>
              <a:off x="6961632" y="4130040"/>
              <a:ext cx="434340" cy="571500"/>
            </a:xfrm>
            <a:custGeom>
              <a:avLst/>
              <a:gdLst/>
              <a:ahLst/>
              <a:cxnLst/>
              <a:rect l="l" t="t" r="r" b="b"/>
              <a:pathLst>
                <a:path w="434340" h="571500">
                  <a:moveTo>
                    <a:pt x="216662" y="0"/>
                  </a:moveTo>
                  <a:lnTo>
                    <a:pt x="173100" y="4191"/>
                  </a:lnTo>
                  <a:lnTo>
                    <a:pt x="131699" y="17018"/>
                  </a:lnTo>
                  <a:lnTo>
                    <a:pt x="95631" y="36068"/>
                  </a:lnTo>
                  <a:lnTo>
                    <a:pt x="63753" y="62611"/>
                  </a:lnTo>
                  <a:lnTo>
                    <a:pt x="36068" y="94361"/>
                  </a:lnTo>
                  <a:lnTo>
                    <a:pt x="17018" y="132587"/>
                  </a:lnTo>
                  <a:lnTo>
                    <a:pt x="3175" y="172847"/>
                  </a:lnTo>
                  <a:lnTo>
                    <a:pt x="0" y="217297"/>
                  </a:lnTo>
                  <a:lnTo>
                    <a:pt x="1016" y="240665"/>
                  </a:lnTo>
                  <a:lnTo>
                    <a:pt x="4191" y="262890"/>
                  </a:lnTo>
                  <a:lnTo>
                    <a:pt x="10668" y="286258"/>
                  </a:lnTo>
                  <a:lnTo>
                    <a:pt x="19176" y="308483"/>
                  </a:lnTo>
                  <a:lnTo>
                    <a:pt x="22351" y="310642"/>
                  </a:lnTo>
                  <a:lnTo>
                    <a:pt x="30734" y="327660"/>
                  </a:lnTo>
                  <a:lnTo>
                    <a:pt x="41401" y="343535"/>
                  </a:lnTo>
                  <a:lnTo>
                    <a:pt x="62611" y="377444"/>
                  </a:lnTo>
                  <a:lnTo>
                    <a:pt x="84963" y="412496"/>
                  </a:lnTo>
                  <a:lnTo>
                    <a:pt x="106172" y="446405"/>
                  </a:lnTo>
                  <a:lnTo>
                    <a:pt x="124206" y="496189"/>
                  </a:lnTo>
                  <a:lnTo>
                    <a:pt x="125349" y="511048"/>
                  </a:lnTo>
                  <a:lnTo>
                    <a:pt x="125349" y="554482"/>
                  </a:lnTo>
                  <a:lnTo>
                    <a:pt x="127381" y="561975"/>
                  </a:lnTo>
                  <a:lnTo>
                    <a:pt x="131699" y="566166"/>
                  </a:lnTo>
                  <a:lnTo>
                    <a:pt x="137033" y="570484"/>
                  </a:lnTo>
                  <a:lnTo>
                    <a:pt x="144399" y="571500"/>
                  </a:lnTo>
                  <a:lnTo>
                    <a:pt x="289941" y="571500"/>
                  </a:lnTo>
                  <a:lnTo>
                    <a:pt x="297307" y="570484"/>
                  </a:lnTo>
                  <a:lnTo>
                    <a:pt x="305816" y="561975"/>
                  </a:lnTo>
                  <a:lnTo>
                    <a:pt x="306300" y="558800"/>
                  </a:lnTo>
                  <a:lnTo>
                    <a:pt x="141224" y="558800"/>
                  </a:lnTo>
                  <a:lnTo>
                    <a:pt x="140208" y="557657"/>
                  </a:lnTo>
                  <a:lnTo>
                    <a:pt x="139065" y="556641"/>
                  </a:lnTo>
                  <a:lnTo>
                    <a:pt x="138049" y="554482"/>
                  </a:lnTo>
                  <a:lnTo>
                    <a:pt x="138049" y="511048"/>
                  </a:lnTo>
                  <a:lnTo>
                    <a:pt x="137033" y="495173"/>
                  </a:lnTo>
                  <a:lnTo>
                    <a:pt x="132715" y="478155"/>
                  </a:lnTo>
                  <a:lnTo>
                    <a:pt x="127381" y="461264"/>
                  </a:lnTo>
                  <a:lnTo>
                    <a:pt x="117856" y="444246"/>
                  </a:lnTo>
                  <a:lnTo>
                    <a:pt x="108331" y="426212"/>
                  </a:lnTo>
                  <a:lnTo>
                    <a:pt x="97663" y="407162"/>
                  </a:lnTo>
                  <a:lnTo>
                    <a:pt x="73278" y="370078"/>
                  </a:lnTo>
                  <a:lnTo>
                    <a:pt x="50926" y="338201"/>
                  </a:lnTo>
                  <a:lnTo>
                    <a:pt x="50926" y="337185"/>
                  </a:lnTo>
                  <a:lnTo>
                    <a:pt x="41401" y="322326"/>
                  </a:lnTo>
                  <a:lnTo>
                    <a:pt x="31876" y="306451"/>
                  </a:lnTo>
                  <a:lnTo>
                    <a:pt x="31876" y="305308"/>
                  </a:lnTo>
                  <a:lnTo>
                    <a:pt x="30734" y="302133"/>
                  </a:lnTo>
                  <a:lnTo>
                    <a:pt x="23368" y="282067"/>
                  </a:lnTo>
                  <a:lnTo>
                    <a:pt x="17018" y="260858"/>
                  </a:lnTo>
                  <a:lnTo>
                    <a:pt x="12700" y="238506"/>
                  </a:lnTo>
                  <a:lnTo>
                    <a:pt x="11684" y="217297"/>
                  </a:lnTo>
                  <a:lnTo>
                    <a:pt x="11684" y="196215"/>
                  </a:lnTo>
                  <a:lnTo>
                    <a:pt x="20193" y="155829"/>
                  </a:lnTo>
                  <a:lnTo>
                    <a:pt x="36068" y="118745"/>
                  </a:lnTo>
                  <a:lnTo>
                    <a:pt x="58420" y="85852"/>
                  </a:lnTo>
                  <a:lnTo>
                    <a:pt x="87122" y="58293"/>
                  </a:lnTo>
                  <a:lnTo>
                    <a:pt x="137033" y="27559"/>
                  </a:lnTo>
                  <a:lnTo>
                    <a:pt x="176275" y="14859"/>
                  </a:lnTo>
                  <a:lnTo>
                    <a:pt x="216662" y="11684"/>
                  </a:lnTo>
                  <a:lnTo>
                    <a:pt x="286920" y="11684"/>
                  </a:lnTo>
                  <a:lnTo>
                    <a:pt x="281432" y="9525"/>
                  </a:lnTo>
                  <a:lnTo>
                    <a:pt x="260223" y="4191"/>
                  </a:lnTo>
                  <a:lnTo>
                    <a:pt x="237871" y="1016"/>
                  </a:lnTo>
                  <a:lnTo>
                    <a:pt x="216662" y="0"/>
                  </a:lnTo>
                  <a:close/>
                </a:path>
                <a:path w="434340" h="571500">
                  <a:moveTo>
                    <a:pt x="286920" y="11684"/>
                  </a:moveTo>
                  <a:lnTo>
                    <a:pt x="216662" y="11684"/>
                  </a:lnTo>
                  <a:lnTo>
                    <a:pt x="236854" y="12700"/>
                  </a:lnTo>
                  <a:lnTo>
                    <a:pt x="258064" y="14859"/>
                  </a:lnTo>
                  <a:lnTo>
                    <a:pt x="297307" y="27559"/>
                  </a:lnTo>
                  <a:lnTo>
                    <a:pt x="331343" y="46609"/>
                  </a:lnTo>
                  <a:lnTo>
                    <a:pt x="362076" y="70993"/>
                  </a:lnTo>
                  <a:lnTo>
                    <a:pt x="386588" y="101727"/>
                  </a:lnTo>
                  <a:lnTo>
                    <a:pt x="405638" y="136779"/>
                  </a:lnTo>
                  <a:lnTo>
                    <a:pt x="418465" y="175006"/>
                  </a:lnTo>
                  <a:lnTo>
                    <a:pt x="421640" y="217297"/>
                  </a:lnTo>
                  <a:lnTo>
                    <a:pt x="420497" y="238506"/>
                  </a:lnTo>
                  <a:lnTo>
                    <a:pt x="416306" y="260858"/>
                  </a:lnTo>
                  <a:lnTo>
                    <a:pt x="410972" y="282067"/>
                  </a:lnTo>
                  <a:lnTo>
                    <a:pt x="402463" y="303276"/>
                  </a:lnTo>
                  <a:lnTo>
                    <a:pt x="401447" y="305308"/>
                  </a:lnTo>
                  <a:lnTo>
                    <a:pt x="401447" y="306451"/>
                  </a:lnTo>
                  <a:lnTo>
                    <a:pt x="391922" y="322326"/>
                  </a:lnTo>
                  <a:lnTo>
                    <a:pt x="382270" y="337185"/>
                  </a:lnTo>
                  <a:lnTo>
                    <a:pt x="381253" y="338201"/>
                  </a:lnTo>
                  <a:lnTo>
                    <a:pt x="361061" y="371094"/>
                  </a:lnTo>
                  <a:lnTo>
                    <a:pt x="335534" y="407162"/>
                  </a:lnTo>
                  <a:lnTo>
                    <a:pt x="315341" y="444246"/>
                  </a:lnTo>
                  <a:lnTo>
                    <a:pt x="297307" y="495173"/>
                  </a:lnTo>
                  <a:lnTo>
                    <a:pt x="294132" y="511048"/>
                  </a:lnTo>
                  <a:lnTo>
                    <a:pt x="294132" y="556641"/>
                  </a:lnTo>
                  <a:lnTo>
                    <a:pt x="293116" y="557657"/>
                  </a:lnTo>
                  <a:lnTo>
                    <a:pt x="292100" y="558800"/>
                  </a:lnTo>
                  <a:lnTo>
                    <a:pt x="306300" y="558800"/>
                  </a:lnTo>
                  <a:lnTo>
                    <a:pt x="306959" y="554482"/>
                  </a:lnTo>
                  <a:lnTo>
                    <a:pt x="306959" y="511048"/>
                  </a:lnTo>
                  <a:lnTo>
                    <a:pt x="308991" y="496189"/>
                  </a:lnTo>
                  <a:lnTo>
                    <a:pt x="313309" y="480314"/>
                  </a:lnTo>
                  <a:lnTo>
                    <a:pt x="318643" y="463296"/>
                  </a:lnTo>
                  <a:lnTo>
                    <a:pt x="327025" y="446405"/>
                  </a:lnTo>
                  <a:lnTo>
                    <a:pt x="337693" y="429387"/>
                  </a:lnTo>
                  <a:lnTo>
                    <a:pt x="347218" y="412496"/>
                  </a:lnTo>
                  <a:lnTo>
                    <a:pt x="370586" y="377444"/>
                  </a:lnTo>
                  <a:lnTo>
                    <a:pt x="391922" y="343535"/>
                  </a:lnTo>
                  <a:lnTo>
                    <a:pt x="402463" y="327660"/>
                  </a:lnTo>
                  <a:lnTo>
                    <a:pt x="422656" y="286258"/>
                  </a:lnTo>
                  <a:lnTo>
                    <a:pt x="432181" y="240665"/>
                  </a:lnTo>
                  <a:lnTo>
                    <a:pt x="434340" y="217297"/>
                  </a:lnTo>
                  <a:lnTo>
                    <a:pt x="432181" y="195072"/>
                  </a:lnTo>
                  <a:lnTo>
                    <a:pt x="423672" y="152654"/>
                  </a:lnTo>
                  <a:lnTo>
                    <a:pt x="406781" y="113411"/>
                  </a:lnTo>
                  <a:lnTo>
                    <a:pt x="383413" y="78486"/>
                  </a:lnTo>
                  <a:lnTo>
                    <a:pt x="370586" y="62611"/>
                  </a:lnTo>
                  <a:lnTo>
                    <a:pt x="354711" y="49784"/>
                  </a:lnTo>
                  <a:lnTo>
                    <a:pt x="338709" y="36068"/>
                  </a:lnTo>
                  <a:lnTo>
                    <a:pt x="320675" y="26543"/>
                  </a:lnTo>
                  <a:lnTo>
                    <a:pt x="300482" y="17018"/>
                  </a:lnTo>
                  <a:lnTo>
                    <a:pt x="286920" y="11684"/>
                  </a:lnTo>
                  <a:close/>
                </a:path>
              </a:pathLst>
            </a:custGeom>
            <a:solidFill>
              <a:srgbClr val="FFFFFF"/>
            </a:solidFill>
          </p:spPr>
          <p:txBody>
            <a:bodyPr wrap="square" lIns="0" tIns="0" rIns="0" bIns="0" rtlCol="0"/>
            <a:lstStyle/>
            <a:p>
              <a:endParaRPr/>
            </a:p>
          </p:txBody>
        </p:sp>
        <p:pic>
          <p:nvPicPr>
            <p:cNvPr id="124" name="object 124"/>
            <p:cNvPicPr/>
            <p:nvPr/>
          </p:nvPicPr>
          <p:blipFill>
            <a:blip r:embed="rId90" cstate="print"/>
            <a:stretch>
              <a:fillRect/>
            </a:stretch>
          </p:blipFill>
          <p:spPr>
            <a:xfrm>
              <a:off x="7088123" y="4722875"/>
              <a:ext cx="179831" cy="138684"/>
            </a:xfrm>
            <a:prstGeom prst="rect">
              <a:avLst/>
            </a:prstGeom>
          </p:spPr>
        </p:pic>
        <p:pic>
          <p:nvPicPr>
            <p:cNvPr id="125" name="object 125"/>
            <p:cNvPicPr/>
            <p:nvPr/>
          </p:nvPicPr>
          <p:blipFill>
            <a:blip r:embed="rId91" cstate="print"/>
            <a:stretch>
              <a:fillRect/>
            </a:stretch>
          </p:blipFill>
          <p:spPr>
            <a:xfrm>
              <a:off x="7014971" y="4190999"/>
              <a:ext cx="132587" cy="178307"/>
            </a:xfrm>
            <a:prstGeom prst="rect">
              <a:avLst/>
            </a:prstGeom>
          </p:spPr>
        </p:pic>
      </p:grpSp>
      <p:sp>
        <p:nvSpPr>
          <p:cNvPr id="126" name="object 126"/>
          <p:cNvSpPr txBox="1">
            <a:spLocks noGrp="1"/>
          </p:cNvSpPr>
          <p:nvPr>
            <p:ph type="title"/>
          </p:nvPr>
        </p:nvSpPr>
        <p:spPr>
          <a:xfrm>
            <a:off x="6559676" y="2098675"/>
            <a:ext cx="4900603" cy="1525396"/>
          </a:xfrm>
          <a:prstGeom prst="rect">
            <a:avLst/>
          </a:prstGeom>
        </p:spPr>
        <p:txBody>
          <a:bodyPr vert="horz" wrap="square" lIns="0" tIns="101600" rIns="0" bIns="0" rtlCol="0">
            <a:spAutoFit/>
          </a:bodyPr>
          <a:lstStyle/>
          <a:p>
            <a:pPr marL="12700" marR="5080">
              <a:lnSpc>
                <a:spcPts val="5620"/>
              </a:lnSpc>
              <a:spcBef>
                <a:spcPts val="800"/>
              </a:spcBef>
            </a:pPr>
            <a:r>
              <a:rPr dirty="0"/>
              <a:t>Data</a:t>
            </a:r>
            <a:r>
              <a:rPr spc="-229" dirty="0"/>
              <a:t> </a:t>
            </a:r>
            <a:r>
              <a:rPr spc="-10" dirty="0"/>
              <a:t>Exploration </a:t>
            </a:r>
            <a:r>
              <a:rPr dirty="0"/>
              <a:t>&amp;</a:t>
            </a:r>
            <a:r>
              <a:rPr spc="-40" dirty="0"/>
              <a:t> </a:t>
            </a:r>
            <a:r>
              <a:rPr spc="-10" dirty="0"/>
              <a:t>Wrangling</a:t>
            </a:r>
          </a:p>
        </p:txBody>
      </p:sp>
      <p:sp>
        <p:nvSpPr>
          <p:cNvPr id="127" name="object 127"/>
          <p:cNvSpPr/>
          <p:nvPr/>
        </p:nvSpPr>
        <p:spPr>
          <a:xfrm>
            <a:off x="10160507" y="6461759"/>
            <a:ext cx="1979930" cy="355600"/>
          </a:xfrm>
          <a:custGeom>
            <a:avLst/>
            <a:gdLst/>
            <a:ahLst/>
            <a:cxnLst/>
            <a:rect l="l" t="t" r="r" b="b"/>
            <a:pathLst>
              <a:path w="1979929" h="355600">
                <a:moveTo>
                  <a:pt x="1979676" y="0"/>
                </a:moveTo>
                <a:lnTo>
                  <a:pt x="0" y="0"/>
                </a:lnTo>
                <a:lnTo>
                  <a:pt x="0" y="355091"/>
                </a:lnTo>
                <a:lnTo>
                  <a:pt x="1979676" y="355091"/>
                </a:lnTo>
                <a:lnTo>
                  <a:pt x="1979676" y="0"/>
                </a:lnTo>
                <a:close/>
              </a:path>
            </a:pathLst>
          </a:custGeom>
          <a:solidFill>
            <a:srgbClr val="FFFFFF"/>
          </a:solidFill>
        </p:spPr>
        <p:txBody>
          <a:bodyPr wrap="square" lIns="0" tIns="0" rIns="0" bIns="0" rtlCol="0"/>
          <a:lstStyle/>
          <a:p>
            <a:endParaRPr/>
          </a:p>
        </p:txBody>
      </p:sp>
      <p:sp>
        <p:nvSpPr>
          <p:cNvPr id="128" name="object 128"/>
          <p:cNvSpPr txBox="1"/>
          <p:nvPr/>
        </p:nvSpPr>
        <p:spPr>
          <a:xfrm>
            <a:off x="10160507" y="6461759"/>
            <a:ext cx="1979930" cy="355600"/>
          </a:xfrm>
          <a:prstGeom prst="rect">
            <a:avLst/>
          </a:prstGeom>
          <a:ln w="12700">
            <a:solidFill>
              <a:srgbClr val="FFFFFF"/>
            </a:solidFill>
          </a:ln>
        </p:spPr>
        <p:txBody>
          <a:bodyPr vert="horz" wrap="square" lIns="0" tIns="26670" rIns="0" bIns="0" rtlCol="0">
            <a:spAutoFit/>
          </a:bodyPr>
          <a:lstStyle/>
          <a:p>
            <a:pPr marL="203200">
              <a:lnSpc>
                <a:spcPct val="100000"/>
              </a:lnSpc>
              <a:spcBef>
                <a:spcPts val="210"/>
              </a:spcBef>
            </a:pPr>
            <a:r>
              <a:rPr sz="1800" dirty="0">
                <a:latin typeface="Calibri"/>
                <a:cs typeface="Calibri"/>
              </a:rPr>
              <a:t>ANKIT</a:t>
            </a:r>
            <a:r>
              <a:rPr sz="1800" spc="-15" dirty="0">
                <a:latin typeface="Calibri"/>
                <a:cs typeface="Calibri"/>
              </a:rPr>
              <a:t> </a:t>
            </a:r>
            <a:r>
              <a:rPr sz="1800" spc="-10" dirty="0">
                <a:latin typeface="Calibri"/>
                <a:cs typeface="Calibri"/>
              </a:rPr>
              <a:t>MIRAJKAR</a:t>
            </a:r>
            <a:endParaRPr sz="18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2627" y="836675"/>
            <a:ext cx="11351260" cy="646430"/>
          </a:xfrm>
          <a:custGeom>
            <a:avLst/>
            <a:gdLst/>
            <a:ahLst/>
            <a:cxnLst/>
            <a:rect l="l" t="t" r="r" b="b"/>
            <a:pathLst>
              <a:path w="11351260" h="646430">
                <a:moveTo>
                  <a:pt x="0" y="107696"/>
                </a:moveTo>
                <a:lnTo>
                  <a:pt x="8463" y="65793"/>
                </a:lnTo>
                <a:lnTo>
                  <a:pt x="31545" y="31559"/>
                </a:lnTo>
                <a:lnTo>
                  <a:pt x="65777" y="8469"/>
                </a:lnTo>
                <a:lnTo>
                  <a:pt x="107695" y="0"/>
                </a:lnTo>
                <a:lnTo>
                  <a:pt x="11243056" y="0"/>
                </a:lnTo>
                <a:lnTo>
                  <a:pt x="11284958" y="8469"/>
                </a:lnTo>
                <a:lnTo>
                  <a:pt x="11319192" y="31559"/>
                </a:lnTo>
                <a:lnTo>
                  <a:pt x="11342282" y="65793"/>
                </a:lnTo>
                <a:lnTo>
                  <a:pt x="11350752" y="107696"/>
                </a:lnTo>
                <a:lnTo>
                  <a:pt x="11350752" y="538479"/>
                </a:lnTo>
                <a:lnTo>
                  <a:pt x="11342282" y="580382"/>
                </a:lnTo>
                <a:lnTo>
                  <a:pt x="11319192" y="614616"/>
                </a:lnTo>
                <a:lnTo>
                  <a:pt x="11284958" y="637706"/>
                </a:lnTo>
                <a:lnTo>
                  <a:pt x="11243056" y="646176"/>
                </a:lnTo>
                <a:lnTo>
                  <a:pt x="107695" y="646176"/>
                </a:lnTo>
                <a:lnTo>
                  <a:pt x="65777" y="637706"/>
                </a:lnTo>
                <a:lnTo>
                  <a:pt x="31545" y="614616"/>
                </a:lnTo>
                <a:lnTo>
                  <a:pt x="8463" y="580382"/>
                </a:lnTo>
                <a:lnTo>
                  <a:pt x="0" y="538479"/>
                </a:lnTo>
                <a:lnTo>
                  <a:pt x="0" y="107696"/>
                </a:lnTo>
                <a:close/>
              </a:path>
            </a:pathLst>
          </a:custGeom>
          <a:ln w="12700">
            <a:solidFill>
              <a:srgbClr val="2E528F"/>
            </a:solidFill>
            <a:prstDash val="lgDash"/>
          </a:ln>
        </p:spPr>
        <p:txBody>
          <a:bodyPr wrap="square" lIns="0" tIns="0" rIns="0" bIns="0" rtlCol="0"/>
          <a:lstStyle/>
          <a:p>
            <a:endParaRPr/>
          </a:p>
        </p:txBody>
      </p:sp>
      <p:sp>
        <p:nvSpPr>
          <p:cNvPr id="3" name="object 3"/>
          <p:cNvSpPr/>
          <p:nvPr/>
        </p:nvSpPr>
        <p:spPr>
          <a:xfrm>
            <a:off x="560831" y="3980688"/>
            <a:ext cx="11095990" cy="0"/>
          </a:xfrm>
          <a:custGeom>
            <a:avLst/>
            <a:gdLst/>
            <a:ahLst/>
            <a:cxnLst/>
            <a:rect l="l" t="t" r="r" b="b"/>
            <a:pathLst>
              <a:path w="11095990">
                <a:moveTo>
                  <a:pt x="0" y="0"/>
                </a:moveTo>
                <a:lnTo>
                  <a:pt x="11095609" y="0"/>
                </a:lnTo>
              </a:path>
            </a:pathLst>
          </a:custGeom>
          <a:ln w="6350">
            <a:solidFill>
              <a:srgbClr val="4471C4"/>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20268" y="4159008"/>
            <a:ext cx="1279397" cy="511289"/>
          </a:xfrm>
          <a:prstGeom prst="rect">
            <a:avLst/>
          </a:prstGeom>
        </p:spPr>
      </p:pic>
      <p:sp>
        <p:nvSpPr>
          <p:cNvPr id="5" name="object 5"/>
          <p:cNvSpPr txBox="1"/>
          <p:nvPr/>
        </p:nvSpPr>
        <p:spPr>
          <a:xfrm>
            <a:off x="639267" y="387477"/>
            <a:ext cx="11002010" cy="5758180"/>
          </a:xfrm>
          <a:prstGeom prst="rect">
            <a:avLst/>
          </a:prstGeom>
        </p:spPr>
        <p:txBody>
          <a:bodyPr vert="horz" wrap="square" lIns="0" tIns="12700" rIns="0" bIns="0" rtlCol="0">
            <a:spAutoFit/>
          </a:bodyPr>
          <a:lstStyle/>
          <a:p>
            <a:pPr marL="210185">
              <a:lnSpc>
                <a:spcPct val="100000"/>
              </a:lnSpc>
              <a:spcBef>
                <a:spcPts val="100"/>
              </a:spcBef>
            </a:pPr>
            <a:r>
              <a:rPr sz="1800" b="1" dirty="0">
                <a:solidFill>
                  <a:srgbClr val="27509B"/>
                </a:solidFill>
                <a:latin typeface="Calibri"/>
                <a:cs typeface="Calibri"/>
              </a:rPr>
              <a:t>DATA</a:t>
            </a:r>
            <a:r>
              <a:rPr sz="1800" b="1" spc="-25" dirty="0">
                <a:solidFill>
                  <a:srgbClr val="27509B"/>
                </a:solidFill>
                <a:latin typeface="Calibri"/>
                <a:cs typeface="Calibri"/>
              </a:rPr>
              <a:t> </a:t>
            </a:r>
            <a:r>
              <a:rPr sz="1800" b="1" spc="-10" dirty="0">
                <a:solidFill>
                  <a:srgbClr val="27509B"/>
                </a:solidFill>
                <a:latin typeface="Calibri"/>
                <a:cs typeface="Calibri"/>
              </a:rPr>
              <a:t>EXPLORATION</a:t>
            </a:r>
            <a:endParaRPr sz="1800">
              <a:latin typeface="Calibri"/>
              <a:cs typeface="Calibri"/>
            </a:endParaRPr>
          </a:p>
          <a:p>
            <a:pPr marL="124460" marR="524510">
              <a:lnSpc>
                <a:spcPct val="100000"/>
              </a:lnSpc>
              <a:spcBef>
                <a:spcPts val="1515"/>
              </a:spcBef>
            </a:pPr>
            <a:r>
              <a:rPr sz="1800" b="1" dirty="0">
                <a:solidFill>
                  <a:srgbClr val="292929"/>
                </a:solidFill>
                <a:latin typeface="Calibri"/>
                <a:cs typeface="Calibri"/>
              </a:rPr>
              <a:t>Exploratory</a:t>
            </a:r>
            <a:r>
              <a:rPr sz="1800" b="1" spc="-60" dirty="0">
                <a:solidFill>
                  <a:srgbClr val="292929"/>
                </a:solidFill>
                <a:latin typeface="Calibri"/>
                <a:cs typeface="Calibri"/>
              </a:rPr>
              <a:t> </a:t>
            </a:r>
            <a:r>
              <a:rPr sz="1800" b="1" dirty="0">
                <a:solidFill>
                  <a:srgbClr val="292929"/>
                </a:solidFill>
                <a:latin typeface="Calibri"/>
                <a:cs typeface="Calibri"/>
              </a:rPr>
              <a:t>Data</a:t>
            </a:r>
            <a:r>
              <a:rPr sz="1800" b="1" spc="-80" dirty="0">
                <a:solidFill>
                  <a:srgbClr val="292929"/>
                </a:solidFill>
                <a:latin typeface="Calibri"/>
                <a:cs typeface="Calibri"/>
              </a:rPr>
              <a:t> </a:t>
            </a:r>
            <a:r>
              <a:rPr sz="1800" b="1" dirty="0">
                <a:solidFill>
                  <a:srgbClr val="292929"/>
                </a:solidFill>
                <a:latin typeface="Calibri"/>
                <a:cs typeface="Calibri"/>
              </a:rPr>
              <a:t>Analysis</a:t>
            </a:r>
            <a:r>
              <a:rPr sz="1800" b="1" spc="-50" dirty="0">
                <a:solidFill>
                  <a:srgbClr val="292929"/>
                </a:solidFill>
                <a:latin typeface="Calibri"/>
                <a:cs typeface="Calibri"/>
              </a:rPr>
              <a:t> </a:t>
            </a:r>
            <a:r>
              <a:rPr sz="1800" b="1" dirty="0">
                <a:solidFill>
                  <a:srgbClr val="292929"/>
                </a:solidFill>
                <a:latin typeface="Calibri"/>
                <a:cs typeface="Calibri"/>
              </a:rPr>
              <a:t>(EDA)</a:t>
            </a:r>
            <a:r>
              <a:rPr sz="1800" dirty="0">
                <a:solidFill>
                  <a:srgbClr val="292929"/>
                </a:solidFill>
                <a:latin typeface="Calibri"/>
                <a:cs typeface="Calibri"/>
              </a:rPr>
              <a:t>,</a:t>
            </a:r>
            <a:r>
              <a:rPr sz="1800" spc="-70" dirty="0">
                <a:solidFill>
                  <a:srgbClr val="292929"/>
                </a:solidFill>
                <a:latin typeface="Calibri"/>
                <a:cs typeface="Calibri"/>
              </a:rPr>
              <a:t> </a:t>
            </a:r>
            <a:r>
              <a:rPr sz="1800" dirty="0">
                <a:solidFill>
                  <a:srgbClr val="292929"/>
                </a:solidFill>
                <a:latin typeface="Calibri"/>
                <a:cs typeface="Calibri"/>
              </a:rPr>
              <a:t>also</a:t>
            </a:r>
            <a:r>
              <a:rPr sz="1800" spc="-50" dirty="0">
                <a:solidFill>
                  <a:srgbClr val="292929"/>
                </a:solidFill>
                <a:latin typeface="Calibri"/>
                <a:cs typeface="Calibri"/>
              </a:rPr>
              <a:t> </a:t>
            </a:r>
            <a:r>
              <a:rPr sz="1800" dirty="0">
                <a:solidFill>
                  <a:srgbClr val="292929"/>
                </a:solidFill>
                <a:latin typeface="Calibri"/>
                <a:cs typeface="Calibri"/>
              </a:rPr>
              <a:t>known</a:t>
            </a:r>
            <a:r>
              <a:rPr sz="1800" spc="-25"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Data</a:t>
            </a:r>
            <a:r>
              <a:rPr sz="1800" spc="-35" dirty="0">
                <a:solidFill>
                  <a:srgbClr val="292929"/>
                </a:solidFill>
                <a:latin typeface="Calibri"/>
                <a:cs typeface="Calibri"/>
              </a:rPr>
              <a:t> </a:t>
            </a:r>
            <a:r>
              <a:rPr sz="1800" spc="-10" dirty="0">
                <a:solidFill>
                  <a:srgbClr val="292929"/>
                </a:solidFill>
                <a:latin typeface="Calibri"/>
                <a:cs typeface="Calibri"/>
              </a:rPr>
              <a:t>Exploration,</a:t>
            </a:r>
            <a:r>
              <a:rPr sz="1800" spc="-40" dirty="0">
                <a:solidFill>
                  <a:srgbClr val="292929"/>
                </a:solidFill>
                <a:latin typeface="Calibri"/>
                <a:cs typeface="Calibri"/>
              </a:rPr>
              <a:t> </a:t>
            </a:r>
            <a:r>
              <a:rPr sz="1800" dirty="0">
                <a:solidFill>
                  <a:srgbClr val="292929"/>
                </a:solidFill>
                <a:latin typeface="Calibri"/>
                <a:cs typeface="Calibri"/>
              </a:rPr>
              <a:t>is</a:t>
            </a:r>
            <a:r>
              <a:rPr sz="1800" spc="-45" dirty="0">
                <a:solidFill>
                  <a:srgbClr val="292929"/>
                </a:solidFill>
                <a:latin typeface="Calibri"/>
                <a:cs typeface="Calibri"/>
              </a:rPr>
              <a:t> </a:t>
            </a:r>
            <a:r>
              <a:rPr sz="1800" dirty="0">
                <a:solidFill>
                  <a:srgbClr val="292929"/>
                </a:solidFill>
                <a:latin typeface="Calibri"/>
                <a:cs typeface="Calibri"/>
              </a:rPr>
              <a:t>a</a:t>
            </a:r>
            <a:r>
              <a:rPr sz="1800" spc="-30" dirty="0">
                <a:solidFill>
                  <a:srgbClr val="292929"/>
                </a:solidFill>
                <a:latin typeface="Calibri"/>
                <a:cs typeface="Calibri"/>
              </a:rPr>
              <a:t> </a:t>
            </a:r>
            <a:r>
              <a:rPr sz="1800" dirty="0">
                <a:solidFill>
                  <a:srgbClr val="292929"/>
                </a:solidFill>
                <a:latin typeface="Calibri"/>
                <a:cs typeface="Calibri"/>
              </a:rPr>
              <a:t>step</a:t>
            </a:r>
            <a:r>
              <a:rPr sz="1800" spc="-45" dirty="0">
                <a:solidFill>
                  <a:srgbClr val="292929"/>
                </a:solidFill>
                <a:latin typeface="Calibri"/>
                <a:cs typeface="Calibri"/>
              </a:rPr>
              <a:t> </a:t>
            </a:r>
            <a:r>
              <a:rPr sz="1800" dirty="0">
                <a:solidFill>
                  <a:srgbClr val="292929"/>
                </a:solidFill>
                <a:latin typeface="Calibri"/>
                <a:cs typeface="Calibri"/>
              </a:rPr>
              <a:t>in</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Data</a:t>
            </a:r>
            <a:r>
              <a:rPr sz="1800" spc="-45" dirty="0">
                <a:solidFill>
                  <a:srgbClr val="292929"/>
                </a:solidFill>
                <a:latin typeface="Calibri"/>
                <a:cs typeface="Calibri"/>
              </a:rPr>
              <a:t> </a:t>
            </a:r>
            <a:r>
              <a:rPr sz="1800" dirty="0">
                <a:solidFill>
                  <a:srgbClr val="292929"/>
                </a:solidFill>
                <a:latin typeface="Calibri"/>
                <a:cs typeface="Calibri"/>
              </a:rPr>
              <a:t>Analysis</a:t>
            </a:r>
            <a:r>
              <a:rPr sz="1800" spc="-55" dirty="0">
                <a:solidFill>
                  <a:srgbClr val="292929"/>
                </a:solidFill>
                <a:latin typeface="Calibri"/>
                <a:cs typeface="Calibri"/>
              </a:rPr>
              <a:t> </a:t>
            </a:r>
            <a:r>
              <a:rPr sz="1800" dirty="0">
                <a:solidFill>
                  <a:srgbClr val="292929"/>
                </a:solidFill>
                <a:latin typeface="Calibri"/>
                <a:cs typeface="Calibri"/>
              </a:rPr>
              <a:t>Process,</a:t>
            </a:r>
            <a:r>
              <a:rPr sz="1800" spc="-45" dirty="0">
                <a:solidFill>
                  <a:srgbClr val="292929"/>
                </a:solidFill>
                <a:latin typeface="Calibri"/>
                <a:cs typeface="Calibri"/>
              </a:rPr>
              <a:t> </a:t>
            </a:r>
            <a:r>
              <a:rPr sz="1800" dirty="0">
                <a:solidFill>
                  <a:srgbClr val="292929"/>
                </a:solidFill>
                <a:latin typeface="Calibri"/>
                <a:cs typeface="Calibri"/>
              </a:rPr>
              <a:t>where</a:t>
            </a:r>
            <a:r>
              <a:rPr sz="1800" spc="-30" dirty="0">
                <a:solidFill>
                  <a:srgbClr val="292929"/>
                </a:solidFill>
                <a:latin typeface="Calibri"/>
                <a:cs typeface="Calibri"/>
              </a:rPr>
              <a:t> </a:t>
            </a:r>
            <a:r>
              <a:rPr sz="1800" spc="-50" dirty="0">
                <a:solidFill>
                  <a:srgbClr val="292929"/>
                </a:solidFill>
                <a:latin typeface="Calibri"/>
                <a:cs typeface="Calibri"/>
              </a:rPr>
              <a:t>a </a:t>
            </a:r>
            <a:r>
              <a:rPr sz="1800" dirty="0">
                <a:solidFill>
                  <a:srgbClr val="292929"/>
                </a:solidFill>
                <a:latin typeface="Calibri"/>
                <a:cs typeface="Calibri"/>
              </a:rPr>
              <a:t>number</a:t>
            </a:r>
            <a:r>
              <a:rPr sz="1800" spc="-35"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dirty="0">
                <a:solidFill>
                  <a:srgbClr val="292929"/>
                </a:solidFill>
                <a:latin typeface="Calibri"/>
                <a:cs typeface="Calibri"/>
              </a:rPr>
              <a:t>techniques</a:t>
            </a:r>
            <a:r>
              <a:rPr sz="1800" spc="-15" dirty="0">
                <a:solidFill>
                  <a:srgbClr val="292929"/>
                </a:solidFill>
                <a:latin typeface="Calibri"/>
                <a:cs typeface="Calibri"/>
              </a:rPr>
              <a:t> </a:t>
            </a:r>
            <a:r>
              <a:rPr sz="1800" dirty="0">
                <a:solidFill>
                  <a:srgbClr val="292929"/>
                </a:solidFill>
                <a:latin typeface="Calibri"/>
                <a:cs typeface="Calibri"/>
              </a:rPr>
              <a:t>are</a:t>
            </a:r>
            <a:r>
              <a:rPr sz="1800" spc="-35" dirty="0">
                <a:solidFill>
                  <a:srgbClr val="292929"/>
                </a:solidFill>
                <a:latin typeface="Calibri"/>
                <a:cs typeface="Calibri"/>
              </a:rPr>
              <a:t> </a:t>
            </a:r>
            <a:r>
              <a:rPr sz="1800" dirty="0">
                <a:solidFill>
                  <a:srgbClr val="292929"/>
                </a:solidFill>
                <a:latin typeface="Calibri"/>
                <a:cs typeface="Calibri"/>
              </a:rPr>
              <a:t>used</a:t>
            </a:r>
            <a:r>
              <a:rPr sz="1800" spc="-40" dirty="0">
                <a:solidFill>
                  <a:srgbClr val="292929"/>
                </a:solidFill>
                <a:latin typeface="Calibri"/>
                <a:cs typeface="Calibri"/>
              </a:rPr>
              <a:t> </a:t>
            </a:r>
            <a:r>
              <a:rPr sz="1800" dirty="0">
                <a:solidFill>
                  <a:srgbClr val="292929"/>
                </a:solidFill>
                <a:latin typeface="Calibri"/>
                <a:cs typeface="Calibri"/>
              </a:rPr>
              <a:t>to</a:t>
            </a:r>
            <a:r>
              <a:rPr sz="1800" spc="-30" dirty="0">
                <a:solidFill>
                  <a:srgbClr val="292929"/>
                </a:solidFill>
                <a:latin typeface="Calibri"/>
                <a:cs typeface="Calibri"/>
              </a:rPr>
              <a:t> </a:t>
            </a:r>
            <a:r>
              <a:rPr sz="1800" b="1" dirty="0">
                <a:solidFill>
                  <a:srgbClr val="292929"/>
                </a:solidFill>
                <a:latin typeface="Calibri"/>
                <a:cs typeface="Calibri"/>
              </a:rPr>
              <a:t>better</a:t>
            </a:r>
            <a:r>
              <a:rPr sz="1800" b="1" spc="-55" dirty="0">
                <a:solidFill>
                  <a:srgbClr val="292929"/>
                </a:solidFill>
                <a:latin typeface="Calibri"/>
                <a:cs typeface="Calibri"/>
              </a:rPr>
              <a:t> </a:t>
            </a:r>
            <a:r>
              <a:rPr sz="1800" b="1" spc="-10" dirty="0">
                <a:solidFill>
                  <a:srgbClr val="292929"/>
                </a:solidFill>
                <a:latin typeface="Calibri"/>
                <a:cs typeface="Calibri"/>
              </a:rPr>
              <a:t>understand</a:t>
            </a:r>
            <a:r>
              <a:rPr sz="1800" b="1" spc="-45" dirty="0">
                <a:solidFill>
                  <a:srgbClr val="292929"/>
                </a:solidFill>
                <a:latin typeface="Calibri"/>
                <a:cs typeface="Calibri"/>
              </a:rPr>
              <a:t> </a:t>
            </a:r>
            <a:r>
              <a:rPr sz="1800" b="1" dirty="0">
                <a:solidFill>
                  <a:srgbClr val="292929"/>
                </a:solidFill>
                <a:latin typeface="Calibri"/>
                <a:cs typeface="Calibri"/>
              </a:rPr>
              <a:t>the</a:t>
            </a:r>
            <a:r>
              <a:rPr sz="1800" b="1" spc="-75" dirty="0">
                <a:solidFill>
                  <a:srgbClr val="292929"/>
                </a:solidFill>
                <a:latin typeface="Calibri"/>
                <a:cs typeface="Calibri"/>
              </a:rPr>
              <a:t> </a:t>
            </a:r>
            <a:r>
              <a:rPr sz="1800" b="1" dirty="0">
                <a:solidFill>
                  <a:srgbClr val="292929"/>
                </a:solidFill>
                <a:latin typeface="Calibri"/>
                <a:cs typeface="Calibri"/>
              </a:rPr>
              <a:t>dataset</a:t>
            </a:r>
            <a:r>
              <a:rPr sz="1800" b="1" spc="-65" dirty="0">
                <a:solidFill>
                  <a:srgbClr val="292929"/>
                </a:solidFill>
                <a:latin typeface="Calibri"/>
                <a:cs typeface="Calibri"/>
              </a:rPr>
              <a:t> </a:t>
            </a:r>
            <a:r>
              <a:rPr sz="1800" dirty="0">
                <a:solidFill>
                  <a:srgbClr val="292929"/>
                </a:solidFill>
                <a:latin typeface="Calibri"/>
                <a:cs typeface="Calibri"/>
              </a:rPr>
              <a:t>being</a:t>
            </a:r>
            <a:r>
              <a:rPr sz="1800" spc="-20" dirty="0">
                <a:solidFill>
                  <a:srgbClr val="292929"/>
                </a:solidFill>
                <a:latin typeface="Calibri"/>
                <a:cs typeface="Calibri"/>
              </a:rPr>
              <a:t> </a:t>
            </a:r>
            <a:r>
              <a:rPr sz="1800" spc="-10" dirty="0">
                <a:solidFill>
                  <a:srgbClr val="292929"/>
                </a:solidFill>
                <a:latin typeface="Calibri"/>
                <a:cs typeface="Calibri"/>
              </a:rPr>
              <a:t>used.</a:t>
            </a:r>
            <a:endParaRPr sz="1800">
              <a:latin typeface="Calibri"/>
              <a:cs typeface="Calibri"/>
            </a:endParaRPr>
          </a:p>
          <a:p>
            <a:pPr>
              <a:lnSpc>
                <a:spcPct val="100000"/>
              </a:lnSpc>
              <a:spcBef>
                <a:spcPts val="770"/>
              </a:spcBef>
            </a:pPr>
            <a:endParaRPr sz="1800">
              <a:latin typeface="Calibri"/>
              <a:cs typeface="Calibri"/>
            </a:endParaRPr>
          </a:p>
          <a:p>
            <a:pPr marL="12700">
              <a:lnSpc>
                <a:spcPct val="100000"/>
              </a:lnSpc>
            </a:pPr>
            <a:r>
              <a:rPr sz="1800" spc="-10" dirty="0">
                <a:solidFill>
                  <a:srgbClr val="292929"/>
                </a:solidFill>
                <a:latin typeface="Calibri"/>
                <a:cs typeface="Calibri"/>
              </a:rPr>
              <a:t>‘Understanding</a:t>
            </a:r>
            <a:r>
              <a:rPr sz="1800" spc="-2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dataset’</a:t>
            </a:r>
            <a:r>
              <a:rPr sz="1800" spc="-40" dirty="0">
                <a:solidFill>
                  <a:srgbClr val="292929"/>
                </a:solidFill>
                <a:latin typeface="Calibri"/>
                <a:cs typeface="Calibri"/>
              </a:rPr>
              <a:t> </a:t>
            </a:r>
            <a:r>
              <a:rPr sz="1800" dirty="0">
                <a:solidFill>
                  <a:srgbClr val="292929"/>
                </a:solidFill>
                <a:latin typeface="Calibri"/>
                <a:cs typeface="Calibri"/>
              </a:rPr>
              <a:t>can</a:t>
            </a:r>
            <a:r>
              <a:rPr sz="1800" spc="-15" dirty="0">
                <a:solidFill>
                  <a:srgbClr val="292929"/>
                </a:solidFill>
                <a:latin typeface="Calibri"/>
                <a:cs typeface="Calibri"/>
              </a:rPr>
              <a:t> </a:t>
            </a:r>
            <a:r>
              <a:rPr sz="1800" dirty="0">
                <a:solidFill>
                  <a:srgbClr val="292929"/>
                </a:solidFill>
                <a:latin typeface="Calibri"/>
                <a:cs typeface="Calibri"/>
              </a:rPr>
              <a:t>refer</a:t>
            </a:r>
            <a:r>
              <a:rPr sz="1800" spc="-35" dirty="0">
                <a:solidFill>
                  <a:srgbClr val="292929"/>
                </a:solidFill>
                <a:latin typeface="Calibri"/>
                <a:cs typeface="Calibri"/>
              </a:rPr>
              <a:t> </a:t>
            </a:r>
            <a:r>
              <a:rPr sz="1800" dirty="0">
                <a:solidFill>
                  <a:srgbClr val="292929"/>
                </a:solidFill>
                <a:latin typeface="Calibri"/>
                <a:cs typeface="Calibri"/>
              </a:rPr>
              <a:t>to</a:t>
            </a:r>
            <a:r>
              <a:rPr sz="1800" spc="-25" dirty="0">
                <a:solidFill>
                  <a:srgbClr val="292929"/>
                </a:solidFill>
                <a:latin typeface="Calibri"/>
                <a:cs typeface="Calibri"/>
              </a:rPr>
              <a:t> </a:t>
            </a:r>
            <a:r>
              <a:rPr sz="1800" dirty="0">
                <a:solidFill>
                  <a:srgbClr val="292929"/>
                </a:solidFill>
                <a:latin typeface="Calibri"/>
                <a:cs typeface="Calibri"/>
              </a:rPr>
              <a:t>a</a:t>
            </a:r>
            <a:r>
              <a:rPr sz="1800" spc="-35" dirty="0">
                <a:solidFill>
                  <a:srgbClr val="292929"/>
                </a:solidFill>
                <a:latin typeface="Calibri"/>
                <a:cs typeface="Calibri"/>
              </a:rPr>
              <a:t> </a:t>
            </a:r>
            <a:r>
              <a:rPr sz="1800" dirty="0">
                <a:solidFill>
                  <a:srgbClr val="292929"/>
                </a:solidFill>
                <a:latin typeface="Calibri"/>
                <a:cs typeface="Calibri"/>
              </a:rPr>
              <a:t>number</a:t>
            </a:r>
            <a:r>
              <a:rPr sz="1800" spc="-25" dirty="0">
                <a:solidFill>
                  <a:srgbClr val="292929"/>
                </a:solidFill>
                <a:latin typeface="Calibri"/>
                <a:cs typeface="Calibri"/>
              </a:rPr>
              <a:t> </a:t>
            </a:r>
            <a:r>
              <a:rPr sz="1800" dirty="0">
                <a:solidFill>
                  <a:srgbClr val="292929"/>
                </a:solidFill>
                <a:latin typeface="Calibri"/>
                <a:cs typeface="Calibri"/>
              </a:rPr>
              <a:t>of</a:t>
            </a:r>
            <a:r>
              <a:rPr sz="1800" spc="-35" dirty="0">
                <a:solidFill>
                  <a:srgbClr val="292929"/>
                </a:solidFill>
                <a:latin typeface="Calibri"/>
                <a:cs typeface="Calibri"/>
              </a:rPr>
              <a:t> </a:t>
            </a:r>
            <a:r>
              <a:rPr sz="1800" dirty="0">
                <a:solidFill>
                  <a:srgbClr val="292929"/>
                </a:solidFill>
                <a:latin typeface="Calibri"/>
                <a:cs typeface="Calibri"/>
              </a:rPr>
              <a:t>things</a:t>
            </a:r>
            <a:r>
              <a:rPr sz="1800" spc="-30" dirty="0">
                <a:solidFill>
                  <a:srgbClr val="292929"/>
                </a:solidFill>
                <a:latin typeface="Calibri"/>
                <a:cs typeface="Calibri"/>
              </a:rPr>
              <a:t> </a:t>
            </a:r>
            <a:r>
              <a:rPr sz="1800" dirty="0">
                <a:solidFill>
                  <a:srgbClr val="292929"/>
                </a:solidFill>
                <a:latin typeface="Calibri"/>
                <a:cs typeface="Calibri"/>
              </a:rPr>
              <a:t>including</a:t>
            </a:r>
            <a:r>
              <a:rPr sz="1800" spc="5" dirty="0">
                <a:solidFill>
                  <a:srgbClr val="292929"/>
                </a:solidFill>
                <a:latin typeface="Calibri"/>
                <a:cs typeface="Calibri"/>
              </a:rPr>
              <a:t> </a:t>
            </a:r>
            <a:r>
              <a:rPr sz="1800" dirty="0">
                <a:solidFill>
                  <a:srgbClr val="292929"/>
                </a:solidFill>
                <a:latin typeface="Calibri"/>
                <a:cs typeface="Calibri"/>
              </a:rPr>
              <a:t>but</a:t>
            </a:r>
            <a:r>
              <a:rPr sz="1800" spc="-40" dirty="0">
                <a:solidFill>
                  <a:srgbClr val="292929"/>
                </a:solidFill>
                <a:latin typeface="Calibri"/>
                <a:cs typeface="Calibri"/>
              </a:rPr>
              <a:t> </a:t>
            </a:r>
            <a:r>
              <a:rPr sz="1800" dirty="0">
                <a:solidFill>
                  <a:srgbClr val="292929"/>
                </a:solidFill>
                <a:latin typeface="Calibri"/>
                <a:cs typeface="Calibri"/>
              </a:rPr>
              <a:t>not</a:t>
            </a:r>
            <a:r>
              <a:rPr sz="1800" spc="-25" dirty="0">
                <a:solidFill>
                  <a:srgbClr val="292929"/>
                </a:solidFill>
                <a:latin typeface="Calibri"/>
                <a:cs typeface="Calibri"/>
              </a:rPr>
              <a:t> </a:t>
            </a:r>
            <a:r>
              <a:rPr sz="1800" dirty="0">
                <a:solidFill>
                  <a:srgbClr val="292929"/>
                </a:solidFill>
                <a:latin typeface="Calibri"/>
                <a:cs typeface="Calibri"/>
              </a:rPr>
              <a:t>limited</a:t>
            </a:r>
            <a:r>
              <a:rPr sz="1800" spc="-10" dirty="0">
                <a:solidFill>
                  <a:srgbClr val="292929"/>
                </a:solidFill>
                <a:latin typeface="Calibri"/>
                <a:cs typeface="Calibri"/>
              </a:rPr>
              <a:t> </a:t>
            </a:r>
            <a:r>
              <a:rPr sz="1800" spc="-25" dirty="0">
                <a:solidFill>
                  <a:srgbClr val="292929"/>
                </a:solidFill>
                <a:latin typeface="Calibri"/>
                <a:cs typeface="Calibri"/>
              </a:rPr>
              <a:t>to…</a:t>
            </a:r>
            <a:endParaRPr sz="1800">
              <a:latin typeface="Calibri"/>
              <a:cs typeface="Calibri"/>
            </a:endParaRPr>
          </a:p>
          <a:p>
            <a:pPr marL="298450" indent="-285750">
              <a:lnSpc>
                <a:spcPct val="100000"/>
              </a:lnSpc>
              <a:spcBef>
                <a:spcPts val="760"/>
              </a:spcBef>
              <a:buFont typeface="Wingdings"/>
              <a:buChar char=""/>
              <a:tabLst>
                <a:tab pos="298450" algn="l"/>
              </a:tabLst>
            </a:pPr>
            <a:r>
              <a:rPr sz="1800" dirty="0">
                <a:solidFill>
                  <a:srgbClr val="292929"/>
                </a:solidFill>
                <a:latin typeface="Calibri"/>
                <a:cs typeface="Calibri"/>
              </a:rPr>
              <a:t>Extracting</a:t>
            </a:r>
            <a:r>
              <a:rPr sz="1800" spc="-45" dirty="0">
                <a:solidFill>
                  <a:srgbClr val="292929"/>
                </a:solidFill>
                <a:latin typeface="Calibri"/>
                <a:cs typeface="Calibri"/>
              </a:rPr>
              <a:t> </a:t>
            </a:r>
            <a:r>
              <a:rPr sz="1800" dirty="0">
                <a:solidFill>
                  <a:srgbClr val="292929"/>
                </a:solidFill>
                <a:latin typeface="Calibri"/>
                <a:cs typeface="Calibri"/>
              </a:rPr>
              <a:t>important</a:t>
            </a:r>
            <a:r>
              <a:rPr sz="1800" spc="-45" dirty="0">
                <a:solidFill>
                  <a:srgbClr val="292929"/>
                </a:solidFill>
                <a:latin typeface="Calibri"/>
                <a:cs typeface="Calibri"/>
              </a:rPr>
              <a:t> </a:t>
            </a:r>
            <a:r>
              <a:rPr sz="1800" dirty="0">
                <a:solidFill>
                  <a:srgbClr val="292929"/>
                </a:solidFill>
                <a:latin typeface="Calibri"/>
                <a:cs typeface="Calibri"/>
              </a:rPr>
              <a:t>variables</a:t>
            </a:r>
            <a:r>
              <a:rPr sz="1800" spc="-50" dirty="0">
                <a:solidFill>
                  <a:srgbClr val="292929"/>
                </a:solidFill>
                <a:latin typeface="Calibri"/>
                <a:cs typeface="Calibri"/>
              </a:rPr>
              <a:t> </a:t>
            </a:r>
            <a:r>
              <a:rPr sz="1800" dirty="0">
                <a:solidFill>
                  <a:srgbClr val="292929"/>
                </a:solidFill>
                <a:latin typeface="Calibri"/>
                <a:cs typeface="Calibri"/>
              </a:rPr>
              <a:t>and</a:t>
            </a:r>
            <a:r>
              <a:rPr sz="1800" spc="-45" dirty="0">
                <a:solidFill>
                  <a:srgbClr val="292929"/>
                </a:solidFill>
                <a:latin typeface="Calibri"/>
                <a:cs typeface="Calibri"/>
              </a:rPr>
              <a:t> </a:t>
            </a:r>
            <a:r>
              <a:rPr sz="1800" dirty="0">
                <a:solidFill>
                  <a:srgbClr val="292929"/>
                </a:solidFill>
                <a:latin typeface="Calibri"/>
                <a:cs typeface="Calibri"/>
              </a:rPr>
              <a:t>leaving</a:t>
            </a:r>
            <a:r>
              <a:rPr sz="1800" spc="-45" dirty="0">
                <a:solidFill>
                  <a:srgbClr val="292929"/>
                </a:solidFill>
                <a:latin typeface="Calibri"/>
                <a:cs typeface="Calibri"/>
              </a:rPr>
              <a:t> </a:t>
            </a:r>
            <a:r>
              <a:rPr sz="1800" dirty="0">
                <a:solidFill>
                  <a:srgbClr val="292929"/>
                </a:solidFill>
                <a:latin typeface="Calibri"/>
                <a:cs typeface="Calibri"/>
              </a:rPr>
              <a:t>behind</a:t>
            </a:r>
            <a:r>
              <a:rPr sz="1800" spc="-35" dirty="0">
                <a:solidFill>
                  <a:srgbClr val="292929"/>
                </a:solidFill>
                <a:latin typeface="Calibri"/>
                <a:cs typeface="Calibri"/>
              </a:rPr>
              <a:t> </a:t>
            </a:r>
            <a:r>
              <a:rPr sz="1800" dirty="0">
                <a:solidFill>
                  <a:srgbClr val="292929"/>
                </a:solidFill>
                <a:latin typeface="Calibri"/>
                <a:cs typeface="Calibri"/>
              </a:rPr>
              <a:t>useless</a:t>
            </a:r>
            <a:r>
              <a:rPr sz="1800" spc="-6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8450" indent="-285750">
              <a:lnSpc>
                <a:spcPct val="100000"/>
              </a:lnSpc>
              <a:spcBef>
                <a:spcPts val="1080"/>
              </a:spcBef>
              <a:buFont typeface="Wingdings"/>
              <a:buChar char=""/>
              <a:tabLst>
                <a:tab pos="298450" algn="l"/>
              </a:tabLst>
            </a:pPr>
            <a:r>
              <a:rPr sz="1800" dirty="0">
                <a:solidFill>
                  <a:srgbClr val="292929"/>
                </a:solidFill>
                <a:latin typeface="Calibri"/>
                <a:cs typeface="Calibri"/>
              </a:rPr>
              <a:t>Identifying</a:t>
            </a:r>
            <a:r>
              <a:rPr sz="1800" spc="-45" dirty="0">
                <a:solidFill>
                  <a:srgbClr val="292929"/>
                </a:solidFill>
                <a:latin typeface="Calibri"/>
                <a:cs typeface="Calibri"/>
              </a:rPr>
              <a:t> </a:t>
            </a:r>
            <a:r>
              <a:rPr sz="1800" dirty="0">
                <a:solidFill>
                  <a:srgbClr val="292929"/>
                </a:solidFill>
                <a:latin typeface="Calibri"/>
                <a:cs typeface="Calibri"/>
              </a:rPr>
              <a:t>outliers,</a:t>
            </a:r>
            <a:r>
              <a:rPr sz="1800" spc="-25" dirty="0">
                <a:solidFill>
                  <a:srgbClr val="292929"/>
                </a:solidFill>
                <a:latin typeface="Calibri"/>
                <a:cs typeface="Calibri"/>
              </a:rPr>
              <a:t> </a:t>
            </a:r>
            <a:r>
              <a:rPr sz="1800" dirty="0">
                <a:solidFill>
                  <a:srgbClr val="292929"/>
                </a:solidFill>
                <a:latin typeface="Calibri"/>
                <a:cs typeface="Calibri"/>
              </a:rPr>
              <a:t>missing</a:t>
            </a:r>
            <a:r>
              <a:rPr sz="1800" spc="-50" dirty="0">
                <a:solidFill>
                  <a:srgbClr val="292929"/>
                </a:solidFill>
                <a:latin typeface="Calibri"/>
                <a:cs typeface="Calibri"/>
              </a:rPr>
              <a:t> </a:t>
            </a:r>
            <a:r>
              <a:rPr sz="1800" dirty="0">
                <a:solidFill>
                  <a:srgbClr val="292929"/>
                </a:solidFill>
                <a:latin typeface="Calibri"/>
                <a:cs typeface="Calibri"/>
              </a:rPr>
              <a:t>values,</a:t>
            </a:r>
            <a:r>
              <a:rPr sz="1800" spc="-35" dirty="0">
                <a:solidFill>
                  <a:srgbClr val="292929"/>
                </a:solidFill>
                <a:latin typeface="Calibri"/>
                <a:cs typeface="Calibri"/>
              </a:rPr>
              <a:t> </a:t>
            </a:r>
            <a:r>
              <a:rPr sz="1800" dirty="0">
                <a:solidFill>
                  <a:srgbClr val="292929"/>
                </a:solidFill>
                <a:latin typeface="Calibri"/>
                <a:cs typeface="Calibri"/>
              </a:rPr>
              <a:t>or</a:t>
            </a:r>
            <a:r>
              <a:rPr sz="1800" spc="-45" dirty="0">
                <a:solidFill>
                  <a:srgbClr val="292929"/>
                </a:solidFill>
                <a:latin typeface="Calibri"/>
                <a:cs typeface="Calibri"/>
              </a:rPr>
              <a:t> </a:t>
            </a:r>
            <a:r>
              <a:rPr sz="1800" dirty="0">
                <a:solidFill>
                  <a:srgbClr val="292929"/>
                </a:solidFill>
                <a:latin typeface="Calibri"/>
                <a:cs typeface="Calibri"/>
              </a:rPr>
              <a:t>human</a:t>
            </a:r>
            <a:r>
              <a:rPr sz="1800" spc="-30" dirty="0">
                <a:solidFill>
                  <a:srgbClr val="292929"/>
                </a:solidFill>
                <a:latin typeface="Calibri"/>
                <a:cs typeface="Calibri"/>
              </a:rPr>
              <a:t> </a:t>
            </a:r>
            <a:r>
              <a:rPr sz="1800" spc="-10" dirty="0">
                <a:solidFill>
                  <a:srgbClr val="292929"/>
                </a:solidFill>
                <a:latin typeface="Calibri"/>
                <a:cs typeface="Calibri"/>
              </a:rPr>
              <a:t>error</a:t>
            </a:r>
            <a:endParaRPr sz="1800">
              <a:latin typeface="Calibri"/>
              <a:cs typeface="Calibri"/>
            </a:endParaRPr>
          </a:p>
          <a:p>
            <a:pPr marL="299085" indent="-286385">
              <a:lnSpc>
                <a:spcPct val="100000"/>
              </a:lnSpc>
              <a:spcBef>
                <a:spcPts val="1080"/>
              </a:spcBef>
              <a:buFont typeface="Wingdings"/>
              <a:buChar char=""/>
              <a:tabLst>
                <a:tab pos="299085" algn="l"/>
              </a:tabLst>
            </a:pPr>
            <a:r>
              <a:rPr sz="1800" dirty="0">
                <a:solidFill>
                  <a:srgbClr val="292929"/>
                </a:solidFill>
                <a:latin typeface="Calibri"/>
                <a:cs typeface="Calibri"/>
              </a:rPr>
              <a:t>Understanding</a:t>
            </a:r>
            <a:r>
              <a:rPr sz="1800" spc="-3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relationship(s),</a:t>
            </a:r>
            <a:r>
              <a:rPr sz="1800" spc="-15" dirty="0">
                <a:solidFill>
                  <a:srgbClr val="292929"/>
                </a:solidFill>
                <a:latin typeface="Calibri"/>
                <a:cs typeface="Calibri"/>
              </a:rPr>
              <a:t> </a:t>
            </a:r>
            <a:r>
              <a:rPr sz="1800" dirty="0">
                <a:solidFill>
                  <a:srgbClr val="292929"/>
                </a:solidFill>
                <a:latin typeface="Calibri"/>
                <a:cs typeface="Calibri"/>
              </a:rPr>
              <a:t>or</a:t>
            </a:r>
            <a:r>
              <a:rPr sz="1800" spc="-40" dirty="0">
                <a:solidFill>
                  <a:srgbClr val="292929"/>
                </a:solidFill>
                <a:latin typeface="Calibri"/>
                <a:cs typeface="Calibri"/>
              </a:rPr>
              <a:t> </a:t>
            </a:r>
            <a:r>
              <a:rPr sz="1800" dirty="0">
                <a:solidFill>
                  <a:srgbClr val="292929"/>
                </a:solidFill>
                <a:latin typeface="Calibri"/>
                <a:cs typeface="Calibri"/>
              </a:rPr>
              <a:t>lack</a:t>
            </a:r>
            <a:r>
              <a:rPr sz="1800" spc="-35"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between</a:t>
            </a:r>
            <a:r>
              <a:rPr sz="1800" spc="-3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8450" indent="-285750">
              <a:lnSpc>
                <a:spcPct val="100000"/>
              </a:lnSpc>
              <a:spcBef>
                <a:spcPts val="1080"/>
              </a:spcBef>
              <a:buFont typeface="Wingdings"/>
              <a:buChar char=""/>
              <a:tabLst>
                <a:tab pos="298450" algn="l"/>
              </a:tabLst>
            </a:pPr>
            <a:r>
              <a:rPr sz="1800" dirty="0">
                <a:solidFill>
                  <a:srgbClr val="292929"/>
                </a:solidFill>
                <a:latin typeface="Calibri"/>
                <a:cs typeface="Calibri"/>
              </a:rPr>
              <a:t>Ultimately,</a:t>
            </a:r>
            <a:r>
              <a:rPr sz="1800" spc="-30" dirty="0">
                <a:solidFill>
                  <a:srgbClr val="292929"/>
                </a:solidFill>
                <a:latin typeface="Calibri"/>
                <a:cs typeface="Calibri"/>
              </a:rPr>
              <a:t> </a:t>
            </a:r>
            <a:r>
              <a:rPr sz="1800" dirty="0">
                <a:solidFill>
                  <a:srgbClr val="292929"/>
                </a:solidFill>
                <a:latin typeface="Calibri"/>
                <a:cs typeface="Calibri"/>
              </a:rPr>
              <a:t>maximizing</a:t>
            </a:r>
            <a:r>
              <a:rPr sz="1800" spc="-15" dirty="0">
                <a:solidFill>
                  <a:srgbClr val="292929"/>
                </a:solidFill>
                <a:latin typeface="Calibri"/>
                <a:cs typeface="Calibri"/>
              </a:rPr>
              <a:t> </a:t>
            </a:r>
            <a:r>
              <a:rPr sz="1800" dirty="0">
                <a:solidFill>
                  <a:srgbClr val="292929"/>
                </a:solidFill>
                <a:latin typeface="Calibri"/>
                <a:cs typeface="Calibri"/>
              </a:rPr>
              <a:t>your</a:t>
            </a:r>
            <a:r>
              <a:rPr sz="1800" spc="-20" dirty="0">
                <a:solidFill>
                  <a:srgbClr val="292929"/>
                </a:solidFill>
                <a:latin typeface="Calibri"/>
                <a:cs typeface="Calibri"/>
              </a:rPr>
              <a:t> </a:t>
            </a:r>
            <a:r>
              <a:rPr sz="1800" dirty="0">
                <a:solidFill>
                  <a:srgbClr val="292929"/>
                </a:solidFill>
                <a:latin typeface="Calibri"/>
                <a:cs typeface="Calibri"/>
              </a:rPr>
              <a:t>insights</a:t>
            </a:r>
            <a:r>
              <a:rPr sz="1800" spc="-35" dirty="0">
                <a:solidFill>
                  <a:srgbClr val="292929"/>
                </a:solidFill>
                <a:latin typeface="Calibri"/>
                <a:cs typeface="Calibri"/>
              </a:rPr>
              <a:t> </a:t>
            </a:r>
            <a:r>
              <a:rPr sz="1800" dirty="0">
                <a:solidFill>
                  <a:srgbClr val="292929"/>
                </a:solidFill>
                <a:latin typeface="Calibri"/>
                <a:cs typeface="Calibri"/>
              </a:rPr>
              <a:t>of</a:t>
            </a:r>
            <a:r>
              <a:rPr sz="1800" spc="-25" dirty="0">
                <a:solidFill>
                  <a:srgbClr val="292929"/>
                </a:solidFill>
                <a:latin typeface="Calibri"/>
                <a:cs typeface="Calibri"/>
              </a:rPr>
              <a:t> </a:t>
            </a:r>
            <a:r>
              <a:rPr sz="1800" dirty="0">
                <a:solidFill>
                  <a:srgbClr val="292929"/>
                </a:solidFill>
                <a:latin typeface="Calibri"/>
                <a:cs typeface="Calibri"/>
              </a:rPr>
              <a:t>a</a:t>
            </a:r>
            <a:r>
              <a:rPr sz="1800" spc="-35" dirty="0">
                <a:solidFill>
                  <a:srgbClr val="292929"/>
                </a:solidFill>
                <a:latin typeface="Calibri"/>
                <a:cs typeface="Calibri"/>
              </a:rPr>
              <a:t> </a:t>
            </a:r>
            <a:r>
              <a:rPr sz="1800" dirty="0">
                <a:solidFill>
                  <a:srgbClr val="292929"/>
                </a:solidFill>
                <a:latin typeface="Calibri"/>
                <a:cs typeface="Calibri"/>
              </a:rPr>
              <a:t>dataset</a:t>
            </a:r>
            <a:r>
              <a:rPr sz="1800" spc="-35" dirty="0">
                <a:solidFill>
                  <a:srgbClr val="292929"/>
                </a:solidFill>
                <a:latin typeface="Calibri"/>
                <a:cs typeface="Calibri"/>
              </a:rPr>
              <a:t> </a:t>
            </a:r>
            <a:r>
              <a:rPr sz="1800" dirty="0">
                <a:solidFill>
                  <a:srgbClr val="292929"/>
                </a:solidFill>
                <a:latin typeface="Calibri"/>
                <a:cs typeface="Calibri"/>
              </a:rPr>
              <a:t>and</a:t>
            </a:r>
            <a:r>
              <a:rPr sz="1800" spc="-25" dirty="0">
                <a:solidFill>
                  <a:srgbClr val="292929"/>
                </a:solidFill>
                <a:latin typeface="Calibri"/>
                <a:cs typeface="Calibri"/>
              </a:rPr>
              <a:t> </a:t>
            </a:r>
            <a:r>
              <a:rPr sz="1800" dirty="0">
                <a:solidFill>
                  <a:srgbClr val="292929"/>
                </a:solidFill>
                <a:latin typeface="Calibri"/>
                <a:cs typeface="Calibri"/>
              </a:rPr>
              <a:t>minimizing</a:t>
            </a:r>
            <a:r>
              <a:rPr sz="1800" spc="-5" dirty="0">
                <a:solidFill>
                  <a:srgbClr val="292929"/>
                </a:solidFill>
                <a:latin typeface="Calibri"/>
                <a:cs typeface="Calibri"/>
              </a:rPr>
              <a:t> </a:t>
            </a:r>
            <a:r>
              <a:rPr sz="1800" dirty="0">
                <a:solidFill>
                  <a:srgbClr val="292929"/>
                </a:solidFill>
                <a:latin typeface="Calibri"/>
                <a:cs typeface="Calibri"/>
              </a:rPr>
              <a:t>potential</a:t>
            </a:r>
            <a:r>
              <a:rPr sz="1800" spc="-10" dirty="0">
                <a:solidFill>
                  <a:srgbClr val="292929"/>
                </a:solidFill>
                <a:latin typeface="Calibri"/>
                <a:cs typeface="Calibri"/>
              </a:rPr>
              <a:t> </a:t>
            </a:r>
            <a:r>
              <a:rPr sz="1800" dirty="0">
                <a:solidFill>
                  <a:srgbClr val="292929"/>
                </a:solidFill>
                <a:latin typeface="Calibri"/>
                <a:cs typeface="Calibri"/>
              </a:rPr>
              <a:t>error</a:t>
            </a:r>
            <a:r>
              <a:rPr sz="1800" spc="-25" dirty="0">
                <a:solidFill>
                  <a:srgbClr val="292929"/>
                </a:solidFill>
                <a:latin typeface="Calibri"/>
                <a:cs typeface="Calibri"/>
              </a:rPr>
              <a:t> </a:t>
            </a:r>
            <a:r>
              <a:rPr sz="1800" dirty="0">
                <a:solidFill>
                  <a:srgbClr val="292929"/>
                </a:solidFill>
                <a:latin typeface="Calibri"/>
                <a:cs typeface="Calibri"/>
              </a:rPr>
              <a:t>that</a:t>
            </a:r>
            <a:r>
              <a:rPr sz="1800" spc="-35" dirty="0">
                <a:solidFill>
                  <a:srgbClr val="292929"/>
                </a:solidFill>
                <a:latin typeface="Calibri"/>
                <a:cs typeface="Calibri"/>
              </a:rPr>
              <a:t> </a:t>
            </a:r>
            <a:r>
              <a:rPr sz="1800" dirty="0">
                <a:solidFill>
                  <a:srgbClr val="292929"/>
                </a:solidFill>
                <a:latin typeface="Calibri"/>
                <a:cs typeface="Calibri"/>
              </a:rPr>
              <a:t>may</a:t>
            </a:r>
            <a:r>
              <a:rPr sz="1800" spc="-25" dirty="0">
                <a:solidFill>
                  <a:srgbClr val="292929"/>
                </a:solidFill>
                <a:latin typeface="Calibri"/>
                <a:cs typeface="Calibri"/>
              </a:rPr>
              <a:t> </a:t>
            </a:r>
            <a:r>
              <a:rPr sz="1800" dirty="0">
                <a:solidFill>
                  <a:srgbClr val="292929"/>
                </a:solidFill>
                <a:latin typeface="Calibri"/>
                <a:cs typeface="Calibri"/>
              </a:rPr>
              <a:t>occur</a:t>
            </a:r>
            <a:r>
              <a:rPr sz="1800" spc="-10" dirty="0">
                <a:solidFill>
                  <a:srgbClr val="292929"/>
                </a:solidFill>
                <a:latin typeface="Calibri"/>
                <a:cs typeface="Calibri"/>
              </a:rPr>
              <a:t> </a:t>
            </a:r>
            <a:r>
              <a:rPr sz="1800" dirty="0">
                <a:solidFill>
                  <a:srgbClr val="292929"/>
                </a:solidFill>
                <a:latin typeface="Calibri"/>
                <a:cs typeface="Calibri"/>
              </a:rPr>
              <a:t>later</a:t>
            </a:r>
            <a:r>
              <a:rPr sz="1800" spc="-30" dirty="0">
                <a:solidFill>
                  <a:srgbClr val="292929"/>
                </a:solidFill>
                <a:latin typeface="Calibri"/>
                <a:cs typeface="Calibri"/>
              </a:rPr>
              <a:t> </a:t>
            </a:r>
            <a:r>
              <a:rPr sz="1800" dirty="0">
                <a:solidFill>
                  <a:srgbClr val="292929"/>
                </a:solidFill>
                <a:latin typeface="Calibri"/>
                <a:cs typeface="Calibri"/>
              </a:rPr>
              <a:t>in</a:t>
            </a:r>
            <a:r>
              <a:rPr sz="1800" spc="-20" dirty="0">
                <a:solidFill>
                  <a:srgbClr val="292929"/>
                </a:solidFill>
                <a:latin typeface="Calibri"/>
                <a:cs typeface="Calibri"/>
              </a:rPr>
              <a:t> </a:t>
            </a:r>
            <a:r>
              <a:rPr sz="1800" dirty="0">
                <a:solidFill>
                  <a:srgbClr val="292929"/>
                </a:solidFill>
                <a:latin typeface="Calibri"/>
                <a:cs typeface="Calibri"/>
              </a:rPr>
              <a:t>the</a:t>
            </a:r>
            <a:r>
              <a:rPr sz="1800" spc="5" dirty="0">
                <a:solidFill>
                  <a:srgbClr val="292929"/>
                </a:solidFill>
                <a:latin typeface="Calibri"/>
                <a:cs typeface="Calibri"/>
              </a:rPr>
              <a:t> </a:t>
            </a:r>
            <a:r>
              <a:rPr sz="1800" spc="-10" dirty="0">
                <a:solidFill>
                  <a:srgbClr val="292929"/>
                </a:solidFill>
                <a:latin typeface="Calibri"/>
                <a:cs typeface="Calibri"/>
              </a:rPr>
              <a:t>process</a:t>
            </a:r>
            <a:endParaRPr sz="1800">
              <a:latin typeface="Calibri"/>
              <a:cs typeface="Calibri"/>
            </a:endParaRPr>
          </a:p>
          <a:p>
            <a:pPr>
              <a:lnSpc>
                <a:spcPct val="100000"/>
              </a:lnSpc>
              <a:spcBef>
                <a:spcPts val="2120"/>
              </a:spcBef>
            </a:pPr>
            <a:endParaRPr sz="1800">
              <a:latin typeface="Calibri"/>
              <a:cs typeface="Calibri"/>
            </a:endParaRPr>
          </a:p>
          <a:p>
            <a:pPr marL="124460">
              <a:lnSpc>
                <a:spcPct val="100000"/>
              </a:lnSpc>
              <a:spcBef>
                <a:spcPts val="5"/>
              </a:spcBef>
            </a:pPr>
            <a:r>
              <a:rPr sz="1800" b="1" dirty="0">
                <a:latin typeface="Calibri"/>
                <a:cs typeface="Calibri"/>
              </a:rPr>
              <a:t>Why</a:t>
            </a:r>
            <a:r>
              <a:rPr sz="1800" b="1" spc="-60" dirty="0">
                <a:latin typeface="Calibri"/>
                <a:cs typeface="Calibri"/>
              </a:rPr>
              <a:t> </a:t>
            </a:r>
            <a:r>
              <a:rPr sz="1800" b="1" spc="-20" dirty="0">
                <a:latin typeface="Calibri"/>
                <a:cs typeface="Calibri"/>
              </a:rPr>
              <a:t>EDA?</a:t>
            </a:r>
            <a:endParaRPr sz="1800">
              <a:latin typeface="Calibri"/>
              <a:cs typeface="Calibri"/>
            </a:endParaRPr>
          </a:p>
          <a:p>
            <a:pPr marL="299085" indent="-286385">
              <a:lnSpc>
                <a:spcPct val="100000"/>
              </a:lnSpc>
              <a:spcBef>
                <a:spcPts val="1010"/>
              </a:spcBef>
              <a:buFont typeface="Wingdings"/>
              <a:buChar char=""/>
              <a:tabLst>
                <a:tab pos="299085" algn="l"/>
              </a:tabLst>
            </a:pPr>
            <a:r>
              <a:rPr sz="1800" dirty="0">
                <a:solidFill>
                  <a:srgbClr val="292929"/>
                </a:solidFill>
                <a:latin typeface="Calibri"/>
                <a:cs typeface="Calibri"/>
              </a:rPr>
              <a:t>Helps</a:t>
            </a:r>
            <a:r>
              <a:rPr sz="1800" spc="-55" dirty="0">
                <a:solidFill>
                  <a:srgbClr val="292929"/>
                </a:solidFill>
                <a:latin typeface="Calibri"/>
                <a:cs typeface="Calibri"/>
              </a:rPr>
              <a:t> </a:t>
            </a:r>
            <a:r>
              <a:rPr sz="1800" dirty="0">
                <a:solidFill>
                  <a:srgbClr val="292929"/>
                </a:solidFill>
                <a:latin typeface="Calibri"/>
                <a:cs typeface="Calibri"/>
              </a:rPr>
              <a:t>you</a:t>
            </a:r>
            <a:r>
              <a:rPr sz="1800" spc="-55" dirty="0">
                <a:solidFill>
                  <a:srgbClr val="292929"/>
                </a:solidFill>
                <a:latin typeface="Calibri"/>
                <a:cs typeface="Calibri"/>
              </a:rPr>
              <a:t> </a:t>
            </a:r>
            <a:r>
              <a:rPr sz="1800" dirty="0">
                <a:solidFill>
                  <a:srgbClr val="292929"/>
                </a:solidFill>
                <a:latin typeface="Calibri"/>
                <a:cs typeface="Calibri"/>
              </a:rPr>
              <a:t>prepare</a:t>
            </a:r>
            <a:r>
              <a:rPr sz="1800" spc="-55" dirty="0">
                <a:solidFill>
                  <a:srgbClr val="292929"/>
                </a:solidFill>
                <a:latin typeface="Calibri"/>
                <a:cs typeface="Calibri"/>
              </a:rPr>
              <a:t> </a:t>
            </a:r>
            <a:r>
              <a:rPr sz="1800" dirty="0">
                <a:solidFill>
                  <a:srgbClr val="292929"/>
                </a:solidFill>
                <a:latin typeface="Calibri"/>
                <a:cs typeface="Calibri"/>
              </a:rPr>
              <a:t>your</a:t>
            </a:r>
            <a:r>
              <a:rPr sz="1800" spc="-60" dirty="0">
                <a:solidFill>
                  <a:srgbClr val="292929"/>
                </a:solidFill>
                <a:latin typeface="Calibri"/>
                <a:cs typeface="Calibri"/>
              </a:rPr>
              <a:t> </a:t>
            </a:r>
            <a:r>
              <a:rPr sz="1800" dirty="0">
                <a:solidFill>
                  <a:srgbClr val="292929"/>
                </a:solidFill>
                <a:latin typeface="Calibri"/>
                <a:cs typeface="Calibri"/>
              </a:rPr>
              <a:t>dataset</a:t>
            </a:r>
            <a:r>
              <a:rPr sz="1800" spc="-75" dirty="0">
                <a:solidFill>
                  <a:srgbClr val="292929"/>
                </a:solidFill>
                <a:latin typeface="Calibri"/>
                <a:cs typeface="Calibri"/>
              </a:rPr>
              <a:t> </a:t>
            </a:r>
            <a:r>
              <a:rPr sz="1800" dirty="0">
                <a:solidFill>
                  <a:srgbClr val="292929"/>
                </a:solidFill>
                <a:latin typeface="Calibri"/>
                <a:cs typeface="Calibri"/>
              </a:rPr>
              <a:t>for</a:t>
            </a:r>
            <a:r>
              <a:rPr sz="1800" spc="-65" dirty="0">
                <a:solidFill>
                  <a:srgbClr val="292929"/>
                </a:solidFill>
                <a:latin typeface="Calibri"/>
                <a:cs typeface="Calibri"/>
              </a:rPr>
              <a:t> </a:t>
            </a:r>
            <a:r>
              <a:rPr sz="1800" spc="-10" dirty="0">
                <a:solidFill>
                  <a:srgbClr val="292929"/>
                </a:solidFill>
                <a:latin typeface="Calibri"/>
                <a:cs typeface="Calibri"/>
              </a:rPr>
              <a:t>analysis.</a:t>
            </a:r>
            <a:endParaRPr sz="1800">
              <a:latin typeface="Calibri"/>
              <a:cs typeface="Calibri"/>
            </a:endParaRPr>
          </a:p>
          <a:p>
            <a:pPr marL="299085" indent="-286385">
              <a:lnSpc>
                <a:spcPct val="100000"/>
              </a:lnSpc>
              <a:spcBef>
                <a:spcPts val="1080"/>
              </a:spcBef>
              <a:buFont typeface="Wingdings"/>
              <a:buChar char=""/>
              <a:tabLst>
                <a:tab pos="299085" algn="l"/>
              </a:tabLst>
            </a:pPr>
            <a:r>
              <a:rPr sz="1800" dirty="0">
                <a:solidFill>
                  <a:srgbClr val="292929"/>
                </a:solidFill>
                <a:latin typeface="Calibri"/>
                <a:cs typeface="Calibri"/>
              </a:rPr>
              <a:t>Allows</a:t>
            </a:r>
            <a:r>
              <a:rPr sz="1800" spc="-50"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dirty="0">
                <a:solidFill>
                  <a:srgbClr val="292929"/>
                </a:solidFill>
                <a:latin typeface="Calibri"/>
                <a:cs typeface="Calibri"/>
              </a:rPr>
              <a:t>machine</a:t>
            </a:r>
            <a:r>
              <a:rPr sz="1800" spc="-40" dirty="0">
                <a:solidFill>
                  <a:srgbClr val="292929"/>
                </a:solidFill>
                <a:latin typeface="Calibri"/>
                <a:cs typeface="Calibri"/>
              </a:rPr>
              <a:t> </a:t>
            </a:r>
            <a:r>
              <a:rPr sz="1800" dirty="0">
                <a:solidFill>
                  <a:srgbClr val="292929"/>
                </a:solidFill>
                <a:latin typeface="Calibri"/>
                <a:cs typeface="Calibri"/>
              </a:rPr>
              <a:t>learning</a:t>
            </a:r>
            <a:r>
              <a:rPr sz="1800" spc="-35" dirty="0">
                <a:solidFill>
                  <a:srgbClr val="292929"/>
                </a:solidFill>
                <a:latin typeface="Calibri"/>
                <a:cs typeface="Calibri"/>
              </a:rPr>
              <a:t> </a:t>
            </a:r>
            <a:r>
              <a:rPr sz="1800" dirty="0">
                <a:solidFill>
                  <a:srgbClr val="292929"/>
                </a:solidFill>
                <a:latin typeface="Calibri"/>
                <a:cs typeface="Calibri"/>
              </a:rPr>
              <a:t>model</a:t>
            </a:r>
            <a:r>
              <a:rPr sz="1800" spc="-45" dirty="0">
                <a:solidFill>
                  <a:srgbClr val="292929"/>
                </a:solidFill>
                <a:latin typeface="Calibri"/>
                <a:cs typeface="Calibri"/>
              </a:rPr>
              <a:t> </a:t>
            </a:r>
            <a:r>
              <a:rPr sz="1800" dirty="0">
                <a:solidFill>
                  <a:srgbClr val="292929"/>
                </a:solidFill>
                <a:latin typeface="Calibri"/>
                <a:cs typeface="Calibri"/>
              </a:rPr>
              <a:t>to</a:t>
            </a:r>
            <a:r>
              <a:rPr sz="1800" spc="-55" dirty="0">
                <a:solidFill>
                  <a:srgbClr val="292929"/>
                </a:solidFill>
                <a:latin typeface="Calibri"/>
                <a:cs typeface="Calibri"/>
              </a:rPr>
              <a:t> </a:t>
            </a:r>
            <a:r>
              <a:rPr sz="1800" dirty="0">
                <a:solidFill>
                  <a:srgbClr val="292929"/>
                </a:solidFill>
                <a:latin typeface="Calibri"/>
                <a:cs typeface="Calibri"/>
              </a:rPr>
              <a:t>predict</a:t>
            </a:r>
            <a:r>
              <a:rPr sz="1800" spc="-35" dirty="0">
                <a:solidFill>
                  <a:srgbClr val="292929"/>
                </a:solidFill>
                <a:latin typeface="Calibri"/>
                <a:cs typeface="Calibri"/>
              </a:rPr>
              <a:t> </a:t>
            </a:r>
            <a:r>
              <a:rPr sz="1800" dirty="0">
                <a:solidFill>
                  <a:srgbClr val="292929"/>
                </a:solidFill>
                <a:latin typeface="Calibri"/>
                <a:cs typeface="Calibri"/>
              </a:rPr>
              <a:t>our</a:t>
            </a:r>
            <a:r>
              <a:rPr sz="1800" spc="-45" dirty="0">
                <a:solidFill>
                  <a:srgbClr val="292929"/>
                </a:solidFill>
                <a:latin typeface="Calibri"/>
                <a:cs typeface="Calibri"/>
              </a:rPr>
              <a:t> </a:t>
            </a:r>
            <a:r>
              <a:rPr sz="1800" dirty="0">
                <a:solidFill>
                  <a:srgbClr val="292929"/>
                </a:solidFill>
                <a:latin typeface="Calibri"/>
                <a:cs typeface="Calibri"/>
              </a:rPr>
              <a:t>dataset</a:t>
            </a:r>
            <a:r>
              <a:rPr sz="1800" spc="-65" dirty="0">
                <a:solidFill>
                  <a:srgbClr val="292929"/>
                </a:solidFill>
                <a:latin typeface="Calibri"/>
                <a:cs typeface="Calibri"/>
              </a:rPr>
              <a:t> </a:t>
            </a:r>
            <a:r>
              <a:rPr sz="1800" spc="-10" dirty="0">
                <a:solidFill>
                  <a:srgbClr val="292929"/>
                </a:solidFill>
                <a:latin typeface="Calibri"/>
                <a:cs typeface="Calibri"/>
              </a:rPr>
              <a:t>better.</a:t>
            </a:r>
            <a:endParaRPr sz="1800">
              <a:latin typeface="Calibri"/>
              <a:cs typeface="Calibri"/>
            </a:endParaRPr>
          </a:p>
          <a:p>
            <a:pPr marL="299085" indent="-286385">
              <a:lnSpc>
                <a:spcPct val="100000"/>
              </a:lnSpc>
              <a:spcBef>
                <a:spcPts val="1080"/>
              </a:spcBef>
              <a:buFont typeface="Wingdings"/>
              <a:buChar char=""/>
              <a:tabLst>
                <a:tab pos="299085" algn="l"/>
              </a:tabLst>
            </a:pPr>
            <a:r>
              <a:rPr sz="1800" dirty="0">
                <a:solidFill>
                  <a:srgbClr val="292929"/>
                </a:solidFill>
                <a:latin typeface="Calibri"/>
                <a:cs typeface="Calibri"/>
              </a:rPr>
              <a:t>Gives</a:t>
            </a:r>
            <a:r>
              <a:rPr sz="1800" spc="-65" dirty="0">
                <a:solidFill>
                  <a:srgbClr val="292929"/>
                </a:solidFill>
                <a:latin typeface="Calibri"/>
                <a:cs typeface="Calibri"/>
              </a:rPr>
              <a:t> </a:t>
            </a:r>
            <a:r>
              <a:rPr sz="1800" dirty="0">
                <a:solidFill>
                  <a:srgbClr val="292929"/>
                </a:solidFill>
                <a:latin typeface="Calibri"/>
                <a:cs typeface="Calibri"/>
              </a:rPr>
              <a:t>you</a:t>
            </a:r>
            <a:r>
              <a:rPr sz="1800" spc="-50" dirty="0">
                <a:solidFill>
                  <a:srgbClr val="292929"/>
                </a:solidFill>
                <a:latin typeface="Calibri"/>
                <a:cs typeface="Calibri"/>
              </a:rPr>
              <a:t> </a:t>
            </a:r>
            <a:r>
              <a:rPr sz="1800" dirty="0">
                <a:solidFill>
                  <a:srgbClr val="292929"/>
                </a:solidFill>
                <a:latin typeface="Calibri"/>
                <a:cs typeface="Calibri"/>
              </a:rPr>
              <a:t>more</a:t>
            </a:r>
            <a:r>
              <a:rPr sz="1800" spc="-55" dirty="0">
                <a:solidFill>
                  <a:srgbClr val="292929"/>
                </a:solidFill>
                <a:latin typeface="Calibri"/>
                <a:cs typeface="Calibri"/>
              </a:rPr>
              <a:t> </a:t>
            </a:r>
            <a:r>
              <a:rPr sz="1800" spc="-10" dirty="0">
                <a:solidFill>
                  <a:srgbClr val="292929"/>
                </a:solidFill>
                <a:latin typeface="Calibri"/>
                <a:cs typeface="Calibri"/>
              </a:rPr>
              <a:t>accurate</a:t>
            </a:r>
            <a:r>
              <a:rPr sz="1800" spc="-30" dirty="0">
                <a:solidFill>
                  <a:srgbClr val="292929"/>
                </a:solidFill>
                <a:latin typeface="Calibri"/>
                <a:cs typeface="Calibri"/>
              </a:rPr>
              <a:t> </a:t>
            </a:r>
            <a:r>
              <a:rPr sz="1800" spc="-10" dirty="0">
                <a:solidFill>
                  <a:srgbClr val="292929"/>
                </a:solidFill>
                <a:latin typeface="Calibri"/>
                <a:cs typeface="Calibri"/>
              </a:rPr>
              <a:t>results.</a:t>
            </a:r>
            <a:endParaRPr sz="1800">
              <a:latin typeface="Calibri"/>
              <a:cs typeface="Calibri"/>
            </a:endParaRPr>
          </a:p>
          <a:p>
            <a:pPr marL="299085" indent="-286385">
              <a:lnSpc>
                <a:spcPct val="100000"/>
              </a:lnSpc>
              <a:spcBef>
                <a:spcPts val="1080"/>
              </a:spcBef>
              <a:buFont typeface="Wingdings"/>
              <a:buChar char=""/>
              <a:tabLst>
                <a:tab pos="299085" algn="l"/>
              </a:tabLst>
            </a:pPr>
            <a:r>
              <a:rPr sz="1800" dirty="0">
                <a:solidFill>
                  <a:srgbClr val="292929"/>
                </a:solidFill>
                <a:latin typeface="Calibri"/>
                <a:cs typeface="Calibri"/>
              </a:rPr>
              <a:t>It</a:t>
            </a:r>
            <a:r>
              <a:rPr sz="1800" spc="-45" dirty="0">
                <a:solidFill>
                  <a:srgbClr val="292929"/>
                </a:solidFill>
                <a:latin typeface="Calibri"/>
                <a:cs typeface="Calibri"/>
              </a:rPr>
              <a:t> </a:t>
            </a:r>
            <a:r>
              <a:rPr sz="1800" dirty="0">
                <a:solidFill>
                  <a:srgbClr val="292929"/>
                </a:solidFill>
                <a:latin typeface="Calibri"/>
                <a:cs typeface="Calibri"/>
              </a:rPr>
              <a:t>also</a:t>
            </a:r>
            <a:r>
              <a:rPr sz="1800" spc="-40" dirty="0">
                <a:solidFill>
                  <a:srgbClr val="292929"/>
                </a:solidFill>
                <a:latin typeface="Calibri"/>
                <a:cs typeface="Calibri"/>
              </a:rPr>
              <a:t> </a:t>
            </a:r>
            <a:r>
              <a:rPr sz="1800" dirty="0">
                <a:solidFill>
                  <a:srgbClr val="292929"/>
                </a:solidFill>
                <a:latin typeface="Calibri"/>
                <a:cs typeface="Calibri"/>
              </a:rPr>
              <a:t>helps</a:t>
            </a:r>
            <a:r>
              <a:rPr sz="1800" spc="-25" dirty="0">
                <a:solidFill>
                  <a:srgbClr val="292929"/>
                </a:solidFill>
                <a:latin typeface="Calibri"/>
                <a:cs typeface="Calibri"/>
              </a:rPr>
              <a:t> </a:t>
            </a:r>
            <a:r>
              <a:rPr sz="1800" dirty="0">
                <a:solidFill>
                  <a:srgbClr val="292929"/>
                </a:solidFill>
                <a:latin typeface="Calibri"/>
                <a:cs typeface="Calibri"/>
              </a:rPr>
              <a:t>us</a:t>
            </a:r>
            <a:r>
              <a:rPr sz="1800" spc="-35"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choose</a:t>
            </a:r>
            <a:r>
              <a:rPr sz="1800" spc="-40" dirty="0">
                <a:solidFill>
                  <a:srgbClr val="292929"/>
                </a:solidFill>
                <a:latin typeface="Calibri"/>
                <a:cs typeface="Calibri"/>
              </a:rPr>
              <a:t> </a:t>
            </a:r>
            <a:r>
              <a:rPr sz="1800" dirty="0">
                <a:solidFill>
                  <a:srgbClr val="292929"/>
                </a:solidFill>
                <a:latin typeface="Calibri"/>
                <a:cs typeface="Calibri"/>
              </a:rPr>
              <a:t>a</a:t>
            </a:r>
            <a:r>
              <a:rPr sz="1800" spc="-30" dirty="0">
                <a:solidFill>
                  <a:srgbClr val="292929"/>
                </a:solidFill>
                <a:latin typeface="Calibri"/>
                <a:cs typeface="Calibri"/>
              </a:rPr>
              <a:t> </a:t>
            </a:r>
            <a:r>
              <a:rPr sz="1800" dirty="0">
                <a:solidFill>
                  <a:srgbClr val="292929"/>
                </a:solidFill>
                <a:latin typeface="Calibri"/>
                <a:cs typeface="Calibri"/>
              </a:rPr>
              <a:t>better</a:t>
            </a:r>
            <a:r>
              <a:rPr sz="1800" spc="-25" dirty="0">
                <a:solidFill>
                  <a:srgbClr val="292929"/>
                </a:solidFill>
                <a:latin typeface="Calibri"/>
                <a:cs typeface="Calibri"/>
              </a:rPr>
              <a:t> </a:t>
            </a:r>
            <a:r>
              <a:rPr sz="1800" dirty="0">
                <a:solidFill>
                  <a:srgbClr val="292929"/>
                </a:solidFill>
                <a:latin typeface="Calibri"/>
                <a:cs typeface="Calibri"/>
              </a:rPr>
              <a:t>machine</a:t>
            </a:r>
            <a:r>
              <a:rPr sz="1800" spc="-30" dirty="0">
                <a:solidFill>
                  <a:srgbClr val="292929"/>
                </a:solidFill>
                <a:latin typeface="Calibri"/>
                <a:cs typeface="Calibri"/>
              </a:rPr>
              <a:t> </a:t>
            </a:r>
            <a:r>
              <a:rPr sz="1800" dirty="0">
                <a:solidFill>
                  <a:srgbClr val="292929"/>
                </a:solidFill>
                <a:latin typeface="Calibri"/>
                <a:cs typeface="Calibri"/>
              </a:rPr>
              <a:t>learning</a:t>
            </a:r>
            <a:r>
              <a:rPr sz="1800" spc="-30" dirty="0">
                <a:solidFill>
                  <a:srgbClr val="292929"/>
                </a:solidFill>
                <a:latin typeface="Calibri"/>
                <a:cs typeface="Calibri"/>
              </a:rPr>
              <a:t> </a:t>
            </a:r>
            <a:r>
              <a:rPr sz="1800" spc="-10" dirty="0">
                <a:solidFill>
                  <a:srgbClr val="292929"/>
                </a:solidFill>
                <a:latin typeface="Calibri"/>
                <a:cs typeface="Calibri"/>
              </a:rPr>
              <a:t>model.</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5EEE675-ECB4-4690-A29B-8C54757DA5DD}"/>
              </a:ext>
            </a:extLst>
          </p:cNvPr>
          <p:cNvGraphicFramePr/>
          <p:nvPr>
            <p:extLst>
              <p:ext uri="{D42A27DB-BD31-4B8C-83A1-F6EECF244321}">
                <p14:modId xmlns:p14="http://schemas.microsoft.com/office/powerpoint/2010/main" val="353464481"/>
              </p:ext>
            </p:extLst>
          </p:nvPr>
        </p:nvGraphicFramePr>
        <p:xfrm>
          <a:off x="457200" y="152400"/>
          <a:ext cx="114300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9063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22504" y="2977895"/>
            <a:ext cx="11329670" cy="0"/>
          </a:xfrm>
          <a:custGeom>
            <a:avLst/>
            <a:gdLst/>
            <a:ahLst/>
            <a:cxnLst/>
            <a:rect l="l" t="t" r="r" b="b"/>
            <a:pathLst>
              <a:path w="11329670">
                <a:moveTo>
                  <a:pt x="0" y="0"/>
                </a:moveTo>
                <a:lnTo>
                  <a:pt x="11329670" y="0"/>
                </a:lnTo>
              </a:path>
            </a:pathLst>
          </a:custGeom>
          <a:ln w="6350">
            <a:solidFill>
              <a:srgbClr val="4471C4"/>
            </a:solidFill>
          </a:ln>
        </p:spPr>
        <p:txBody>
          <a:bodyPr wrap="square" lIns="0" tIns="0" rIns="0" bIns="0" rtlCol="0"/>
          <a:lstStyle/>
          <a:p>
            <a:endParaRPr/>
          </a:p>
        </p:txBody>
      </p:sp>
      <p:sp>
        <p:nvSpPr>
          <p:cNvPr id="3" name="object 3"/>
          <p:cNvSpPr txBox="1"/>
          <p:nvPr/>
        </p:nvSpPr>
        <p:spPr>
          <a:xfrm>
            <a:off x="301853" y="387477"/>
            <a:ext cx="9275445" cy="6256020"/>
          </a:xfrm>
          <a:prstGeom prst="rect">
            <a:avLst/>
          </a:prstGeom>
        </p:spPr>
        <p:txBody>
          <a:bodyPr vert="horz" wrap="square" lIns="0" tIns="12700" rIns="0" bIns="0" rtlCol="0">
            <a:spAutoFit/>
          </a:bodyPr>
          <a:lstStyle/>
          <a:p>
            <a:pPr marL="547370">
              <a:lnSpc>
                <a:spcPct val="100000"/>
              </a:lnSpc>
              <a:spcBef>
                <a:spcPts val="100"/>
              </a:spcBef>
            </a:pPr>
            <a:r>
              <a:rPr sz="1800" b="1" dirty="0">
                <a:solidFill>
                  <a:srgbClr val="27509B"/>
                </a:solidFill>
                <a:latin typeface="Calibri"/>
                <a:cs typeface="Calibri"/>
              </a:rPr>
              <a:t>STEPS</a:t>
            </a:r>
            <a:r>
              <a:rPr sz="1800" b="1" spc="-35" dirty="0">
                <a:solidFill>
                  <a:srgbClr val="27509B"/>
                </a:solidFill>
                <a:latin typeface="Calibri"/>
                <a:cs typeface="Calibri"/>
              </a:rPr>
              <a:t> </a:t>
            </a:r>
            <a:r>
              <a:rPr sz="1800" b="1" spc="-20" dirty="0">
                <a:solidFill>
                  <a:srgbClr val="27509B"/>
                </a:solidFill>
                <a:latin typeface="Calibri"/>
                <a:cs typeface="Calibri"/>
              </a:rPr>
              <a:t>INVOLVED</a:t>
            </a:r>
            <a:r>
              <a:rPr sz="1800" b="1" spc="-35" dirty="0">
                <a:solidFill>
                  <a:srgbClr val="27509B"/>
                </a:solidFill>
                <a:latin typeface="Calibri"/>
                <a:cs typeface="Calibri"/>
              </a:rPr>
              <a:t> </a:t>
            </a:r>
            <a:r>
              <a:rPr sz="1800" b="1" dirty="0">
                <a:solidFill>
                  <a:srgbClr val="27509B"/>
                </a:solidFill>
                <a:latin typeface="Calibri"/>
                <a:cs typeface="Calibri"/>
              </a:rPr>
              <a:t>IN</a:t>
            </a:r>
            <a:r>
              <a:rPr sz="1800" b="1" spc="-25" dirty="0">
                <a:solidFill>
                  <a:srgbClr val="27509B"/>
                </a:solidFill>
                <a:latin typeface="Calibri"/>
                <a:cs typeface="Calibri"/>
              </a:rPr>
              <a:t> </a:t>
            </a:r>
            <a:r>
              <a:rPr sz="1800" b="1" spc="-80" dirty="0">
                <a:solidFill>
                  <a:srgbClr val="27509B"/>
                </a:solidFill>
                <a:latin typeface="Calibri"/>
                <a:cs typeface="Calibri"/>
              </a:rPr>
              <a:t>DATA</a:t>
            </a:r>
            <a:r>
              <a:rPr sz="1800" b="1" spc="-25" dirty="0">
                <a:solidFill>
                  <a:srgbClr val="27509B"/>
                </a:solidFill>
                <a:latin typeface="Calibri"/>
                <a:cs typeface="Calibri"/>
              </a:rPr>
              <a:t> </a:t>
            </a:r>
            <a:r>
              <a:rPr sz="1800" b="1" spc="-10" dirty="0">
                <a:solidFill>
                  <a:srgbClr val="27509B"/>
                </a:solidFill>
                <a:latin typeface="Calibri"/>
                <a:cs typeface="Calibri"/>
              </a:rPr>
              <a:t>EXPLORATION</a:t>
            </a:r>
            <a:endParaRPr sz="1800">
              <a:latin typeface="Calibri"/>
              <a:cs typeface="Calibri"/>
            </a:endParaRPr>
          </a:p>
          <a:p>
            <a:pPr marL="427990">
              <a:lnSpc>
                <a:spcPct val="100000"/>
              </a:lnSpc>
              <a:spcBef>
                <a:spcPts val="1800"/>
              </a:spcBef>
            </a:pPr>
            <a:r>
              <a:rPr sz="1800" b="1" dirty="0">
                <a:solidFill>
                  <a:srgbClr val="292929"/>
                </a:solidFill>
                <a:latin typeface="Calibri"/>
                <a:cs typeface="Calibri"/>
              </a:rPr>
              <a:t>Components</a:t>
            </a:r>
            <a:r>
              <a:rPr sz="1800" b="1" spc="-55" dirty="0">
                <a:solidFill>
                  <a:srgbClr val="292929"/>
                </a:solidFill>
                <a:latin typeface="Calibri"/>
                <a:cs typeface="Calibri"/>
              </a:rPr>
              <a:t> </a:t>
            </a:r>
            <a:r>
              <a:rPr sz="1800" b="1" dirty="0">
                <a:solidFill>
                  <a:srgbClr val="292929"/>
                </a:solidFill>
                <a:latin typeface="Calibri"/>
                <a:cs typeface="Calibri"/>
              </a:rPr>
              <a:t>of</a:t>
            </a:r>
            <a:r>
              <a:rPr sz="1800" b="1" spc="-25" dirty="0">
                <a:solidFill>
                  <a:srgbClr val="292929"/>
                </a:solidFill>
                <a:latin typeface="Calibri"/>
                <a:cs typeface="Calibri"/>
              </a:rPr>
              <a:t> EDA</a:t>
            </a:r>
            <a:endParaRPr sz="1800">
              <a:latin typeface="Calibri"/>
              <a:cs typeface="Calibri"/>
            </a:endParaRPr>
          </a:p>
          <a:p>
            <a:pPr marL="427990">
              <a:lnSpc>
                <a:spcPct val="100000"/>
              </a:lnSpc>
              <a:spcBef>
                <a:spcPts val="755"/>
              </a:spcBef>
            </a:pPr>
            <a:r>
              <a:rPr sz="1800" dirty="0">
                <a:solidFill>
                  <a:srgbClr val="292929"/>
                </a:solidFill>
                <a:latin typeface="Calibri"/>
                <a:cs typeface="Calibri"/>
              </a:rPr>
              <a:t>There</a:t>
            </a:r>
            <a:r>
              <a:rPr sz="1800" spc="-30" dirty="0">
                <a:solidFill>
                  <a:srgbClr val="292929"/>
                </a:solidFill>
                <a:latin typeface="Calibri"/>
                <a:cs typeface="Calibri"/>
              </a:rPr>
              <a:t> </a:t>
            </a:r>
            <a:r>
              <a:rPr sz="1800" dirty="0">
                <a:solidFill>
                  <a:srgbClr val="292929"/>
                </a:solidFill>
                <a:latin typeface="Calibri"/>
                <a:cs typeface="Calibri"/>
              </a:rPr>
              <a:t>are</a:t>
            </a:r>
            <a:r>
              <a:rPr sz="1800" spc="-40" dirty="0">
                <a:solidFill>
                  <a:srgbClr val="292929"/>
                </a:solidFill>
                <a:latin typeface="Calibri"/>
                <a:cs typeface="Calibri"/>
              </a:rPr>
              <a:t> </a:t>
            </a:r>
            <a:r>
              <a:rPr sz="1800" dirty="0">
                <a:solidFill>
                  <a:srgbClr val="292929"/>
                </a:solidFill>
                <a:latin typeface="Calibri"/>
                <a:cs typeface="Calibri"/>
              </a:rPr>
              <a:t>main</a:t>
            </a:r>
            <a:r>
              <a:rPr sz="1800" spc="-45" dirty="0">
                <a:solidFill>
                  <a:srgbClr val="292929"/>
                </a:solidFill>
                <a:latin typeface="Calibri"/>
                <a:cs typeface="Calibri"/>
              </a:rPr>
              <a:t> </a:t>
            </a:r>
            <a:r>
              <a:rPr sz="1800" dirty="0">
                <a:solidFill>
                  <a:srgbClr val="292929"/>
                </a:solidFill>
                <a:latin typeface="Calibri"/>
                <a:cs typeface="Calibri"/>
              </a:rPr>
              <a:t>components</a:t>
            </a:r>
            <a:r>
              <a:rPr sz="1800" spc="-25" dirty="0">
                <a:solidFill>
                  <a:srgbClr val="292929"/>
                </a:solidFill>
                <a:latin typeface="Calibri"/>
                <a:cs typeface="Calibri"/>
              </a:rPr>
              <a:t> </a:t>
            </a:r>
            <a:r>
              <a:rPr sz="1800" dirty="0">
                <a:solidFill>
                  <a:srgbClr val="292929"/>
                </a:solidFill>
                <a:latin typeface="Calibri"/>
                <a:cs typeface="Calibri"/>
              </a:rPr>
              <a:t>of</a:t>
            </a:r>
            <a:r>
              <a:rPr sz="1800" spc="-30" dirty="0">
                <a:solidFill>
                  <a:srgbClr val="292929"/>
                </a:solidFill>
                <a:latin typeface="Calibri"/>
                <a:cs typeface="Calibri"/>
              </a:rPr>
              <a:t> </a:t>
            </a:r>
            <a:r>
              <a:rPr sz="1800" dirty="0">
                <a:solidFill>
                  <a:srgbClr val="292929"/>
                </a:solidFill>
                <a:latin typeface="Calibri"/>
                <a:cs typeface="Calibri"/>
              </a:rPr>
              <a:t>exploring</a:t>
            </a:r>
            <a:r>
              <a:rPr sz="1800" spc="-25" dirty="0">
                <a:solidFill>
                  <a:srgbClr val="292929"/>
                </a:solidFill>
                <a:latin typeface="Calibri"/>
                <a:cs typeface="Calibri"/>
              </a:rPr>
              <a:t> </a:t>
            </a:r>
            <a:r>
              <a:rPr sz="1800" spc="-10" dirty="0">
                <a:solidFill>
                  <a:srgbClr val="292929"/>
                </a:solidFill>
                <a:latin typeface="Calibri"/>
                <a:cs typeface="Calibri"/>
              </a:rPr>
              <a:t>data:</a:t>
            </a:r>
            <a:endParaRPr sz="1800">
              <a:latin typeface="Calibri"/>
              <a:cs typeface="Calibri"/>
            </a:endParaRPr>
          </a:p>
          <a:p>
            <a:pPr marL="714375" indent="-286385">
              <a:lnSpc>
                <a:spcPct val="100000"/>
              </a:lnSpc>
              <a:spcBef>
                <a:spcPts val="1085"/>
              </a:spcBef>
              <a:buFont typeface="Wingdings"/>
              <a:buChar char=""/>
              <a:tabLst>
                <a:tab pos="714375" algn="l"/>
              </a:tabLst>
            </a:pPr>
            <a:r>
              <a:rPr sz="1800" dirty="0">
                <a:solidFill>
                  <a:srgbClr val="292929"/>
                </a:solidFill>
                <a:latin typeface="Calibri"/>
                <a:cs typeface="Calibri"/>
              </a:rPr>
              <a:t>Understanding your</a:t>
            </a:r>
            <a:r>
              <a:rPr sz="1800" spc="-3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713740" indent="-285750">
              <a:lnSpc>
                <a:spcPct val="100000"/>
              </a:lnSpc>
              <a:spcBef>
                <a:spcPts val="1080"/>
              </a:spcBef>
              <a:buFont typeface="Wingdings"/>
              <a:buChar char=""/>
              <a:tabLst>
                <a:tab pos="713740" algn="l"/>
              </a:tabLst>
            </a:pPr>
            <a:r>
              <a:rPr sz="1800" dirty="0">
                <a:solidFill>
                  <a:srgbClr val="292929"/>
                </a:solidFill>
                <a:latin typeface="Calibri"/>
                <a:cs typeface="Calibri"/>
              </a:rPr>
              <a:t>Cleaning</a:t>
            </a:r>
            <a:r>
              <a:rPr sz="1800" spc="-20" dirty="0">
                <a:solidFill>
                  <a:srgbClr val="292929"/>
                </a:solidFill>
                <a:latin typeface="Calibri"/>
                <a:cs typeface="Calibri"/>
              </a:rPr>
              <a:t> </a:t>
            </a:r>
            <a:r>
              <a:rPr sz="1800" dirty="0">
                <a:solidFill>
                  <a:srgbClr val="292929"/>
                </a:solidFill>
                <a:latin typeface="Calibri"/>
                <a:cs typeface="Calibri"/>
              </a:rPr>
              <a:t>your</a:t>
            </a:r>
            <a:r>
              <a:rPr sz="1800" spc="-25" dirty="0">
                <a:solidFill>
                  <a:srgbClr val="292929"/>
                </a:solidFill>
                <a:latin typeface="Calibri"/>
                <a:cs typeface="Calibri"/>
              </a:rPr>
              <a:t> </a:t>
            </a:r>
            <a:r>
              <a:rPr sz="1800" spc="-10" dirty="0">
                <a:solidFill>
                  <a:srgbClr val="292929"/>
                </a:solidFill>
                <a:latin typeface="Calibri"/>
                <a:cs typeface="Calibri"/>
              </a:rPr>
              <a:t>dataset</a:t>
            </a:r>
            <a:endParaRPr sz="1800">
              <a:latin typeface="Calibri"/>
              <a:cs typeface="Calibri"/>
            </a:endParaRPr>
          </a:p>
          <a:p>
            <a:pPr marL="713740" indent="-285750">
              <a:lnSpc>
                <a:spcPct val="100000"/>
              </a:lnSpc>
              <a:spcBef>
                <a:spcPts val="1080"/>
              </a:spcBef>
              <a:buFont typeface="Wingdings"/>
              <a:buChar char=""/>
              <a:tabLst>
                <a:tab pos="713740" algn="l"/>
              </a:tabLst>
            </a:pPr>
            <a:r>
              <a:rPr sz="1800" dirty="0">
                <a:solidFill>
                  <a:srgbClr val="292929"/>
                </a:solidFill>
                <a:latin typeface="Calibri"/>
                <a:cs typeface="Calibri"/>
              </a:rPr>
              <a:t>Analyzing</a:t>
            </a:r>
            <a:r>
              <a:rPr sz="1800" spc="-60" dirty="0">
                <a:solidFill>
                  <a:srgbClr val="292929"/>
                </a:solidFill>
                <a:latin typeface="Calibri"/>
                <a:cs typeface="Calibri"/>
              </a:rPr>
              <a:t> </a:t>
            </a:r>
            <a:r>
              <a:rPr sz="1800" dirty="0">
                <a:solidFill>
                  <a:srgbClr val="292929"/>
                </a:solidFill>
                <a:latin typeface="Calibri"/>
                <a:cs typeface="Calibri"/>
              </a:rPr>
              <a:t>relationships</a:t>
            </a:r>
            <a:r>
              <a:rPr sz="1800" spc="-60" dirty="0">
                <a:solidFill>
                  <a:srgbClr val="292929"/>
                </a:solidFill>
                <a:latin typeface="Calibri"/>
                <a:cs typeface="Calibri"/>
              </a:rPr>
              <a:t> </a:t>
            </a:r>
            <a:r>
              <a:rPr sz="1800" dirty="0">
                <a:solidFill>
                  <a:srgbClr val="292929"/>
                </a:solidFill>
                <a:latin typeface="Calibri"/>
                <a:cs typeface="Calibri"/>
              </a:rPr>
              <a:t>between</a:t>
            </a:r>
            <a:r>
              <a:rPr sz="1800" spc="-6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a:lnSpc>
                <a:spcPct val="100000"/>
              </a:lnSpc>
              <a:spcBef>
                <a:spcPts val="10"/>
              </a:spcBef>
            </a:pPr>
            <a:endParaRPr sz="1800">
              <a:latin typeface="Calibri"/>
              <a:cs typeface="Calibri"/>
            </a:endParaRPr>
          </a:p>
          <a:p>
            <a:pPr marL="12700">
              <a:lnSpc>
                <a:spcPct val="100000"/>
              </a:lnSpc>
            </a:pPr>
            <a:r>
              <a:rPr sz="1800" dirty="0">
                <a:latin typeface="Calibri"/>
                <a:cs typeface="Calibri"/>
              </a:rPr>
              <a:t>Some</a:t>
            </a:r>
            <a:r>
              <a:rPr sz="1800" spc="-10" dirty="0">
                <a:latin typeface="Calibri"/>
                <a:cs typeface="Calibri"/>
              </a:rPr>
              <a:t> methods:</a:t>
            </a:r>
            <a:endParaRPr sz="1800">
              <a:latin typeface="Calibri"/>
              <a:cs typeface="Calibri"/>
            </a:endParaRPr>
          </a:p>
          <a:p>
            <a:pPr marL="299085" indent="-286385">
              <a:lnSpc>
                <a:spcPct val="100000"/>
              </a:lnSpc>
              <a:spcBef>
                <a:spcPts val="5"/>
              </a:spcBef>
              <a:buFont typeface="Wingdings"/>
              <a:buChar char=""/>
              <a:tabLst>
                <a:tab pos="299085" algn="l"/>
              </a:tabLst>
            </a:pPr>
            <a:r>
              <a:rPr sz="1800" b="1" dirty="0">
                <a:solidFill>
                  <a:srgbClr val="292929"/>
                </a:solidFill>
                <a:latin typeface="Calibri"/>
                <a:cs typeface="Calibri"/>
              </a:rPr>
              <a:t>.shape</a:t>
            </a:r>
            <a:r>
              <a:rPr sz="1800" b="1" spc="-45" dirty="0">
                <a:solidFill>
                  <a:srgbClr val="292929"/>
                </a:solidFill>
                <a:latin typeface="Calibri"/>
                <a:cs typeface="Calibri"/>
              </a:rPr>
              <a:t> </a:t>
            </a:r>
            <a:r>
              <a:rPr sz="1800" dirty="0">
                <a:solidFill>
                  <a:srgbClr val="292929"/>
                </a:solidFill>
                <a:latin typeface="Calibri"/>
                <a:cs typeface="Calibri"/>
              </a:rPr>
              <a:t>returns</a:t>
            </a:r>
            <a:r>
              <a:rPr sz="1800" spc="-6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number</a:t>
            </a:r>
            <a:r>
              <a:rPr sz="1800" spc="-40" dirty="0">
                <a:solidFill>
                  <a:srgbClr val="292929"/>
                </a:solidFill>
                <a:latin typeface="Calibri"/>
                <a:cs typeface="Calibri"/>
              </a:rPr>
              <a:t> </a:t>
            </a:r>
            <a:r>
              <a:rPr sz="1800" dirty="0">
                <a:solidFill>
                  <a:srgbClr val="292929"/>
                </a:solidFill>
                <a:latin typeface="Calibri"/>
                <a:cs typeface="Calibri"/>
              </a:rPr>
              <a:t>of</a:t>
            </a:r>
            <a:r>
              <a:rPr sz="1800" spc="-35" dirty="0">
                <a:solidFill>
                  <a:srgbClr val="292929"/>
                </a:solidFill>
                <a:latin typeface="Calibri"/>
                <a:cs typeface="Calibri"/>
              </a:rPr>
              <a:t> </a:t>
            </a:r>
            <a:r>
              <a:rPr sz="1800" dirty="0">
                <a:solidFill>
                  <a:srgbClr val="292929"/>
                </a:solidFill>
                <a:latin typeface="Calibri"/>
                <a:cs typeface="Calibri"/>
              </a:rPr>
              <a:t>rows</a:t>
            </a:r>
            <a:r>
              <a:rPr sz="1800" spc="-40" dirty="0">
                <a:solidFill>
                  <a:srgbClr val="292929"/>
                </a:solidFill>
                <a:latin typeface="Calibri"/>
                <a:cs typeface="Calibri"/>
              </a:rPr>
              <a:t> </a:t>
            </a:r>
            <a:r>
              <a:rPr sz="1800" dirty="0">
                <a:solidFill>
                  <a:srgbClr val="292929"/>
                </a:solidFill>
                <a:latin typeface="Calibri"/>
                <a:cs typeface="Calibri"/>
              </a:rPr>
              <a:t>by</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number</a:t>
            </a:r>
            <a:r>
              <a:rPr sz="1800" spc="-35"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columns</a:t>
            </a:r>
            <a:r>
              <a:rPr sz="1800" spc="-30" dirty="0">
                <a:solidFill>
                  <a:srgbClr val="292929"/>
                </a:solidFill>
                <a:latin typeface="Calibri"/>
                <a:cs typeface="Calibri"/>
              </a:rPr>
              <a:t> </a:t>
            </a:r>
            <a:r>
              <a:rPr sz="1800" dirty="0">
                <a:solidFill>
                  <a:srgbClr val="292929"/>
                </a:solidFill>
                <a:latin typeface="Calibri"/>
                <a:cs typeface="Calibri"/>
              </a:rPr>
              <a:t>for</a:t>
            </a:r>
            <a:r>
              <a:rPr sz="1800" spc="-40" dirty="0">
                <a:solidFill>
                  <a:srgbClr val="292929"/>
                </a:solidFill>
                <a:latin typeface="Calibri"/>
                <a:cs typeface="Calibri"/>
              </a:rPr>
              <a:t> </a:t>
            </a:r>
            <a:r>
              <a:rPr sz="1800" dirty="0">
                <a:solidFill>
                  <a:srgbClr val="292929"/>
                </a:solidFill>
                <a:latin typeface="Calibri"/>
                <a:cs typeface="Calibri"/>
              </a:rPr>
              <a:t>my</a:t>
            </a:r>
            <a:r>
              <a:rPr sz="1800" spc="-40" dirty="0">
                <a:solidFill>
                  <a:srgbClr val="292929"/>
                </a:solidFill>
                <a:latin typeface="Calibri"/>
                <a:cs typeface="Calibri"/>
              </a:rPr>
              <a:t> </a:t>
            </a:r>
            <a:r>
              <a:rPr sz="1800" spc="-10" dirty="0">
                <a:solidFill>
                  <a:srgbClr val="292929"/>
                </a:solidFill>
                <a:latin typeface="Calibri"/>
                <a:cs typeface="Calibri"/>
              </a:rPr>
              <a:t>dataset.</a:t>
            </a:r>
            <a:endParaRPr sz="1800">
              <a:latin typeface="Calibri"/>
              <a:cs typeface="Calibri"/>
            </a:endParaRPr>
          </a:p>
          <a:p>
            <a:pPr marL="299085" indent="-286385">
              <a:lnSpc>
                <a:spcPct val="100000"/>
              </a:lnSpc>
              <a:buFont typeface="Wingdings"/>
              <a:buChar char=""/>
              <a:tabLst>
                <a:tab pos="299085" algn="l"/>
              </a:tabLst>
            </a:pPr>
            <a:r>
              <a:rPr sz="1800" b="1" dirty="0">
                <a:solidFill>
                  <a:srgbClr val="292929"/>
                </a:solidFill>
                <a:latin typeface="Calibri"/>
                <a:cs typeface="Calibri"/>
              </a:rPr>
              <a:t>.head()</a:t>
            </a:r>
            <a:r>
              <a:rPr sz="1800" b="1" spc="-70" dirty="0">
                <a:solidFill>
                  <a:srgbClr val="292929"/>
                </a:solidFill>
                <a:latin typeface="Calibri"/>
                <a:cs typeface="Calibri"/>
              </a:rPr>
              <a:t> </a:t>
            </a:r>
            <a:r>
              <a:rPr sz="1800" dirty="0">
                <a:solidFill>
                  <a:srgbClr val="292929"/>
                </a:solidFill>
                <a:latin typeface="Calibri"/>
                <a:cs typeface="Calibri"/>
              </a:rPr>
              <a:t>returns</a:t>
            </a:r>
            <a:r>
              <a:rPr sz="1800" spc="-3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first</a:t>
            </a:r>
            <a:r>
              <a:rPr sz="1800" spc="-35" dirty="0">
                <a:solidFill>
                  <a:srgbClr val="292929"/>
                </a:solidFill>
                <a:latin typeface="Calibri"/>
                <a:cs typeface="Calibri"/>
              </a:rPr>
              <a:t> </a:t>
            </a:r>
            <a:r>
              <a:rPr sz="1800" dirty="0">
                <a:solidFill>
                  <a:srgbClr val="292929"/>
                </a:solidFill>
                <a:latin typeface="Calibri"/>
                <a:cs typeface="Calibri"/>
              </a:rPr>
              <a:t>5</a:t>
            </a:r>
            <a:r>
              <a:rPr sz="1800" spc="-40" dirty="0">
                <a:solidFill>
                  <a:srgbClr val="292929"/>
                </a:solidFill>
                <a:latin typeface="Calibri"/>
                <a:cs typeface="Calibri"/>
              </a:rPr>
              <a:t> </a:t>
            </a:r>
            <a:r>
              <a:rPr sz="1800" dirty="0">
                <a:solidFill>
                  <a:srgbClr val="292929"/>
                </a:solidFill>
                <a:latin typeface="Calibri"/>
                <a:cs typeface="Calibri"/>
              </a:rPr>
              <a:t>rows</a:t>
            </a:r>
            <a:r>
              <a:rPr sz="1800" spc="-40" dirty="0">
                <a:solidFill>
                  <a:srgbClr val="292929"/>
                </a:solidFill>
                <a:latin typeface="Calibri"/>
                <a:cs typeface="Calibri"/>
              </a:rPr>
              <a:t> </a:t>
            </a:r>
            <a:r>
              <a:rPr sz="1800" dirty="0">
                <a:solidFill>
                  <a:srgbClr val="292929"/>
                </a:solidFill>
                <a:latin typeface="Calibri"/>
                <a:cs typeface="Calibri"/>
              </a:rPr>
              <a:t>of</a:t>
            </a:r>
            <a:r>
              <a:rPr sz="1800" spc="-30" dirty="0">
                <a:solidFill>
                  <a:srgbClr val="292929"/>
                </a:solidFill>
                <a:latin typeface="Calibri"/>
                <a:cs typeface="Calibri"/>
              </a:rPr>
              <a:t> </a:t>
            </a:r>
            <a:r>
              <a:rPr sz="1800" dirty="0">
                <a:solidFill>
                  <a:srgbClr val="292929"/>
                </a:solidFill>
                <a:latin typeface="Calibri"/>
                <a:cs typeface="Calibri"/>
              </a:rPr>
              <a:t>my</a:t>
            </a:r>
            <a:r>
              <a:rPr sz="1800" spc="-40" dirty="0">
                <a:solidFill>
                  <a:srgbClr val="292929"/>
                </a:solidFill>
                <a:latin typeface="Calibri"/>
                <a:cs typeface="Calibri"/>
              </a:rPr>
              <a:t> </a:t>
            </a:r>
            <a:r>
              <a:rPr sz="1800" spc="-10" dirty="0">
                <a:solidFill>
                  <a:srgbClr val="292929"/>
                </a:solidFill>
                <a:latin typeface="Calibri"/>
                <a:cs typeface="Calibri"/>
              </a:rPr>
              <a:t>dataset</a:t>
            </a:r>
            <a:endParaRPr sz="1800">
              <a:latin typeface="Calibri"/>
              <a:cs typeface="Calibri"/>
            </a:endParaRPr>
          </a:p>
          <a:p>
            <a:pPr marL="299085" indent="-286385">
              <a:lnSpc>
                <a:spcPct val="100000"/>
              </a:lnSpc>
              <a:buFont typeface="Wingdings"/>
              <a:buChar char=""/>
              <a:tabLst>
                <a:tab pos="299085" algn="l"/>
              </a:tabLst>
            </a:pPr>
            <a:r>
              <a:rPr sz="1800" b="1" dirty="0">
                <a:solidFill>
                  <a:srgbClr val="292929"/>
                </a:solidFill>
                <a:latin typeface="Calibri"/>
                <a:cs typeface="Calibri"/>
              </a:rPr>
              <a:t>.columns</a:t>
            </a:r>
            <a:r>
              <a:rPr sz="1800" b="1" spc="-70" dirty="0">
                <a:solidFill>
                  <a:srgbClr val="292929"/>
                </a:solidFill>
                <a:latin typeface="Calibri"/>
                <a:cs typeface="Calibri"/>
              </a:rPr>
              <a:t> </a:t>
            </a:r>
            <a:r>
              <a:rPr sz="1800" dirty="0">
                <a:solidFill>
                  <a:srgbClr val="292929"/>
                </a:solidFill>
                <a:latin typeface="Calibri"/>
                <a:cs typeface="Calibri"/>
              </a:rPr>
              <a:t>returns</a:t>
            </a:r>
            <a:r>
              <a:rPr sz="1800" spc="-2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name</a:t>
            </a:r>
            <a:r>
              <a:rPr sz="1800" spc="-30" dirty="0">
                <a:solidFill>
                  <a:srgbClr val="292929"/>
                </a:solidFill>
                <a:latin typeface="Calibri"/>
                <a:cs typeface="Calibri"/>
              </a:rPr>
              <a:t> </a:t>
            </a:r>
            <a:r>
              <a:rPr sz="1800" dirty="0">
                <a:solidFill>
                  <a:srgbClr val="292929"/>
                </a:solidFill>
                <a:latin typeface="Calibri"/>
                <a:cs typeface="Calibri"/>
              </a:rPr>
              <a:t>of</a:t>
            </a:r>
            <a:r>
              <a:rPr sz="1800" spc="-25" dirty="0">
                <a:solidFill>
                  <a:srgbClr val="292929"/>
                </a:solidFill>
                <a:latin typeface="Calibri"/>
                <a:cs typeface="Calibri"/>
              </a:rPr>
              <a:t> </a:t>
            </a:r>
            <a:r>
              <a:rPr sz="1800" dirty="0">
                <a:solidFill>
                  <a:srgbClr val="292929"/>
                </a:solidFill>
                <a:latin typeface="Calibri"/>
                <a:cs typeface="Calibri"/>
              </a:rPr>
              <a:t>all</a:t>
            </a:r>
            <a:r>
              <a:rPr sz="1800" spc="-30"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dirty="0">
                <a:solidFill>
                  <a:srgbClr val="292929"/>
                </a:solidFill>
                <a:latin typeface="Calibri"/>
                <a:cs typeface="Calibri"/>
              </a:rPr>
              <a:t>your</a:t>
            </a:r>
            <a:r>
              <a:rPr sz="1800" spc="-30" dirty="0">
                <a:solidFill>
                  <a:srgbClr val="292929"/>
                </a:solidFill>
                <a:latin typeface="Calibri"/>
                <a:cs typeface="Calibri"/>
              </a:rPr>
              <a:t> </a:t>
            </a:r>
            <a:r>
              <a:rPr sz="1800" dirty="0">
                <a:solidFill>
                  <a:srgbClr val="292929"/>
                </a:solidFill>
                <a:latin typeface="Calibri"/>
                <a:cs typeface="Calibri"/>
              </a:rPr>
              <a:t>columns</a:t>
            </a:r>
            <a:r>
              <a:rPr sz="1800" spc="-30" dirty="0">
                <a:solidFill>
                  <a:srgbClr val="292929"/>
                </a:solidFill>
                <a:latin typeface="Calibri"/>
                <a:cs typeface="Calibri"/>
              </a:rPr>
              <a:t> </a:t>
            </a:r>
            <a:r>
              <a:rPr sz="1800" dirty="0">
                <a:solidFill>
                  <a:srgbClr val="292929"/>
                </a:solidFill>
                <a:latin typeface="Calibri"/>
                <a:cs typeface="Calibri"/>
              </a:rPr>
              <a:t>in</a:t>
            </a:r>
            <a:r>
              <a:rPr sz="1800" spc="-2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spc="-10" dirty="0">
                <a:solidFill>
                  <a:srgbClr val="292929"/>
                </a:solidFill>
                <a:latin typeface="Calibri"/>
                <a:cs typeface="Calibri"/>
              </a:rPr>
              <a:t>dataset.</a:t>
            </a:r>
            <a:endParaRPr sz="1800">
              <a:latin typeface="Calibri"/>
              <a:cs typeface="Calibri"/>
            </a:endParaRPr>
          </a:p>
          <a:p>
            <a:pPr marL="299085" indent="-286385">
              <a:lnSpc>
                <a:spcPct val="100000"/>
              </a:lnSpc>
              <a:buFont typeface="Wingdings"/>
              <a:buChar char=""/>
              <a:tabLst>
                <a:tab pos="299085" algn="l"/>
              </a:tabLst>
            </a:pPr>
            <a:r>
              <a:rPr sz="1800" b="1" dirty="0">
                <a:solidFill>
                  <a:srgbClr val="292929"/>
                </a:solidFill>
                <a:latin typeface="Calibri"/>
                <a:cs typeface="Calibri"/>
              </a:rPr>
              <a:t>.describe()</a:t>
            </a:r>
            <a:r>
              <a:rPr sz="1800" b="1" spc="-70" dirty="0">
                <a:solidFill>
                  <a:srgbClr val="292929"/>
                </a:solidFill>
                <a:latin typeface="Calibri"/>
                <a:cs typeface="Calibri"/>
              </a:rPr>
              <a:t> </a:t>
            </a:r>
            <a:r>
              <a:rPr sz="1800" dirty="0">
                <a:solidFill>
                  <a:srgbClr val="292929"/>
                </a:solidFill>
                <a:latin typeface="Calibri"/>
                <a:cs typeface="Calibri"/>
              </a:rPr>
              <a:t>summarizes</a:t>
            </a:r>
            <a:r>
              <a:rPr sz="1800" spc="-55" dirty="0">
                <a:solidFill>
                  <a:srgbClr val="292929"/>
                </a:solidFill>
                <a:latin typeface="Calibri"/>
                <a:cs typeface="Calibri"/>
              </a:rPr>
              <a:t> </a:t>
            </a: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count,</a:t>
            </a:r>
            <a:r>
              <a:rPr sz="1800" spc="-35" dirty="0">
                <a:solidFill>
                  <a:srgbClr val="292929"/>
                </a:solidFill>
                <a:latin typeface="Calibri"/>
                <a:cs typeface="Calibri"/>
              </a:rPr>
              <a:t> </a:t>
            </a:r>
            <a:r>
              <a:rPr sz="1800" dirty="0">
                <a:solidFill>
                  <a:srgbClr val="292929"/>
                </a:solidFill>
                <a:latin typeface="Calibri"/>
                <a:cs typeface="Calibri"/>
              </a:rPr>
              <a:t>mean,</a:t>
            </a:r>
            <a:r>
              <a:rPr sz="1800" spc="-45" dirty="0">
                <a:solidFill>
                  <a:srgbClr val="292929"/>
                </a:solidFill>
                <a:latin typeface="Calibri"/>
                <a:cs typeface="Calibri"/>
              </a:rPr>
              <a:t> </a:t>
            </a:r>
            <a:r>
              <a:rPr sz="1800" spc="-10" dirty="0">
                <a:solidFill>
                  <a:srgbClr val="292929"/>
                </a:solidFill>
                <a:latin typeface="Calibri"/>
                <a:cs typeface="Calibri"/>
              </a:rPr>
              <a:t>standard</a:t>
            </a:r>
            <a:r>
              <a:rPr sz="1800" spc="-40" dirty="0">
                <a:solidFill>
                  <a:srgbClr val="292929"/>
                </a:solidFill>
                <a:latin typeface="Calibri"/>
                <a:cs typeface="Calibri"/>
              </a:rPr>
              <a:t> </a:t>
            </a:r>
            <a:r>
              <a:rPr sz="1800" dirty="0">
                <a:solidFill>
                  <a:srgbClr val="292929"/>
                </a:solidFill>
                <a:latin typeface="Calibri"/>
                <a:cs typeface="Calibri"/>
              </a:rPr>
              <a:t>deviation,</a:t>
            </a:r>
            <a:r>
              <a:rPr sz="1800" spc="-45" dirty="0">
                <a:solidFill>
                  <a:srgbClr val="292929"/>
                </a:solidFill>
                <a:latin typeface="Calibri"/>
                <a:cs typeface="Calibri"/>
              </a:rPr>
              <a:t> </a:t>
            </a:r>
            <a:r>
              <a:rPr sz="1800" dirty="0">
                <a:solidFill>
                  <a:srgbClr val="292929"/>
                </a:solidFill>
                <a:latin typeface="Calibri"/>
                <a:cs typeface="Calibri"/>
              </a:rPr>
              <a:t>min,</a:t>
            </a:r>
            <a:r>
              <a:rPr sz="1800" spc="-35" dirty="0">
                <a:solidFill>
                  <a:srgbClr val="292929"/>
                </a:solidFill>
                <a:latin typeface="Calibri"/>
                <a:cs typeface="Calibri"/>
              </a:rPr>
              <a:t> </a:t>
            </a:r>
            <a:r>
              <a:rPr sz="1800" dirty="0">
                <a:solidFill>
                  <a:srgbClr val="292929"/>
                </a:solidFill>
                <a:latin typeface="Calibri"/>
                <a:cs typeface="Calibri"/>
              </a:rPr>
              <a:t>and</a:t>
            </a:r>
            <a:r>
              <a:rPr sz="1800" spc="-50" dirty="0">
                <a:solidFill>
                  <a:srgbClr val="292929"/>
                </a:solidFill>
                <a:latin typeface="Calibri"/>
                <a:cs typeface="Calibri"/>
              </a:rPr>
              <a:t> </a:t>
            </a:r>
            <a:r>
              <a:rPr sz="1800" dirty="0">
                <a:solidFill>
                  <a:srgbClr val="292929"/>
                </a:solidFill>
                <a:latin typeface="Calibri"/>
                <a:cs typeface="Calibri"/>
              </a:rPr>
              <a:t>max</a:t>
            </a:r>
            <a:r>
              <a:rPr sz="1800" spc="-60" dirty="0">
                <a:solidFill>
                  <a:srgbClr val="292929"/>
                </a:solidFill>
                <a:latin typeface="Calibri"/>
                <a:cs typeface="Calibri"/>
              </a:rPr>
              <a:t> </a:t>
            </a:r>
            <a:r>
              <a:rPr sz="1800" dirty="0">
                <a:solidFill>
                  <a:srgbClr val="292929"/>
                </a:solidFill>
                <a:latin typeface="Calibri"/>
                <a:cs typeface="Calibri"/>
              </a:rPr>
              <a:t>for</a:t>
            </a:r>
            <a:r>
              <a:rPr sz="1800" spc="-45" dirty="0">
                <a:solidFill>
                  <a:srgbClr val="292929"/>
                </a:solidFill>
                <a:latin typeface="Calibri"/>
                <a:cs typeface="Calibri"/>
              </a:rPr>
              <a:t> </a:t>
            </a:r>
            <a:r>
              <a:rPr sz="1800" dirty="0">
                <a:solidFill>
                  <a:srgbClr val="292929"/>
                </a:solidFill>
                <a:latin typeface="Calibri"/>
                <a:cs typeface="Calibri"/>
              </a:rPr>
              <a:t>numeric</a:t>
            </a:r>
            <a:r>
              <a:rPr sz="1800" spc="-5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9085" indent="-286385">
              <a:lnSpc>
                <a:spcPct val="100000"/>
              </a:lnSpc>
              <a:buFont typeface="Wingdings"/>
              <a:buChar char=""/>
              <a:tabLst>
                <a:tab pos="299085" algn="l"/>
              </a:tabLst>
            </a:pPr>
            <a:r>
              <a:rPr sz="1800" b="1" dirty="0">
                <a:solidFill>
                  <a:srgbClr val="292929"/>
                </a:solidFill>
                <a:latin typeface="Calibri"/>
                <a:cs typeface="Calibri"/>
              </a:rPr>
              <a:t>.unique()</a:t>
            </a:r>
            <a:r>
              <a:rPr sz="1800" dirty="0">
                <a:solidFill>
                  <a:srgbClr val="292929"/>
                </a:solidFill>
                <a:latin typeface="Calibri"/>
                <a:cs typeface="Calibri"/>
              </a:rPr>
              <a:t>,</a:t>
            </a:r>
            <a:r>
              <a:rPr sz="1800" spc="-85" dirty="0">
                <a:solidFill>
                  <a:srgbClr val="292929"/>
                </a:solidFill>
                <a:latin typeface="Calibri"/>
                <a:cs typeface="Calibri"/>
              </a:rPr>
              <a:t> </a:t>
            </a:r>
            <a:r>
              <a:rPr sz="1800" dirty="0">
                <a:solidFill>
                  <a:srgbClr val="292929"/>
                </a:solidFill>
                <a:latin typeface="Calibri"/>
                <a:cs typeface="Calibri"/>
              </a:rPr>
              <a:t>gives</a:t>
            </a:r>
            <a:r>
              <a:rPr sz="1800" spc="-45" dirty="0">
                <a:solidFill>
                  <a:srgbClr val="292929"/>
                </a:solidFill>
                <a:latin typeface="Calibri"/>
                <a:cs typeface="Calibri"/>
              </a:rPr>
              <a:t> </a:t>
            </a:r>
            <a:r>
              <a:rPr sz="1800" dirty="0">
                <a:solidFill>
                  <a:srgbClr val="292929"/>
                </a:solidFill>
                <a:latin typeface="Calibri"/>
                <a:cs typeface="Calibri"/>
              </a:rPr>
              <a:t>me</a:t>
            </a:r>
            <a:r>
              <a:rPr sz="1800" spc="-40" dirty="0">
                <a:solidFill>
                  <a:srgbClr val="292929"/>
                </a:solidFill>
                <a:latin typeface="Calibri"/>
                <a:cs typeface="Calibri"/>
              </a:rPr>
              <a:t> </a:t>
            </a:r>
            <a:r>
              <a:rPr sz="1800" dirty="0">
                <a:solidFill>
                  <a:srgbClr val="292929"/>
                </a:solidFill>
                <a:latin typeface="Calibri"/>
                <a:cs typeface="Calibri"/>
              </a:rPr>
              <a:t>discrete</a:t>
            </a:r>
            <a:r>
              <a:rPr sz="1800" spc="-35"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9085" indent="-286385">
              <a:lnSpc>
                <a:spcPct val="100000"/>
              </a:lnSpc>
              <a:buFont typeface="Wingdings"/>
              <a:buChar char=""/>
              <a:tabLst>
                <a:tab pos="299085" algn="l"/>
              </a:tabLst>
            </a:pPr>
            <a:r>
              <a:rPr sz="1800" spc="-10" dirty="0">
                <a:solidFill>
                  <a:srgbClr val="292929"/>
                </a:solidFill>
                <a:latin typeface="Calibri"/>
                <a:cs typeface="Calibri"/>
              </a:rPr>
              <a:t>Removing</a:t>
            </a:r>
            <a:r>
              <a:rPr sz="1800" spc="-45" dirty="0">
                <a:solidFill>
                  <a:srgbClr val="292929"/>
                </a:solidFill>
                <a:latin typeface="Calibri"/>
                <a:cs typeface="Calibri"/>
              </a:rPr>
              <a:t> </a:t>
            </a:r>
            <a:r>
              <a:rPr sz="1800" spc="-10" dirty="0">
                <a:solidFill>
                  <a:srgbClr val="292929"/>
                </a:solidFill>
                <a:latin typeface="Calibri"/>
                <a:cs typeface="Calibri"/>
              </a:rPr>
              <a:t>Redundant</a:t>
            </a:r>
            <a:r>
              <a:rPr sz="1800" spc="-25"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9085" indent="-286385">
              <a:lnSpc>
                <a:spcPct val="100000"/>
              </a:lnSpc>
              <a:buFont typeface="Wingdings"/>
              <a:buChar char=""/>
              <a:tabLst>
                <a:tab pos="299085" algn="l"/>
              </a:tabLst>
            </a:pPr>
            <a:r>
              <a:rPr sz="1800" spc="-10" dirty="0">
                <a:solidFill>
                  <a:srgbClr val="292929"/>
                </a:solidFill>
                <a:latin typeface="Calibri"/>
                <a:cs typeface="Calibri"/>
              </a:rPr>
              <a:t>Variable</a:t>
            </a:r>
            <a:r>
              <a:rPr sz="1800" spc="-65" dirty="0">
                <a:solidFill>
                  <a:srgbClr val="292929"/>
                </a:solidFill>
                <a:latin typeface="Calibri"/>
                <a:cs typeface="Calibri"/>
              </a:rPr>
              <a:t> </a:t>
            </a:r>
            <a:r>
              <a:rPr sz="1800" spc="-10" dirty="0">
                <a:solidFill>
                  <a:srgbClr val="292929"/>
                </a:solidFill>
                <a:latin typeface="Calibri"/>
                <a:cs typeface="Calibri"/>
              </a:rPr>
              <a:t>Selection</a:t>
            </a:r>
            <a:endParaRPr sz="1800">
              <a:latin typeface="Calibri"/>
              <a:cs typeface="Calibri"/>
            </a:endParaRPr>
          </a:p>
          <a:p>
            <a:pPr marL="299085" indent="-286385">
              <a:lnSpc>
                <a:spcPct val="100000"/>
              </a:lnSpc>
              <a:buFont typeface="Wingdings"/>
              <a:buChar char=""/>
              <a:tabLst>
                <a:tab pos="299085" algn="l"/>
              </a:tabLst>
            </a:pPr>
            <a:r>
              <a:rPr sz="1800" spc="-10" dirty="0">
                <a:solidFill>
                  <a:srgbClr val="292929"/>
                </a:solidFill>
                <a:latin typeface="Calibri"/>
                <a:cs typeface="Calibri"/>
              </a:rPr>
              <a:t>Removing</a:t>
            </a:r>
            <a:r>
              <a:rPr sz="1800" spc="-35" dirty="0">
                <a:solidFill>
                  <a:srgbClr val="292929"/>
                </a:solidFill>
                <a:latin typeface="Calibri"/>
                <a:cs typeface="Calibri"/>
              </a:rPr>
              <a:t> </a:t>
            </a:r>
            <a:r>
              <a:rPr sz="1800" spc="-10" dirty="0">
                <a:solidFill>
                  <a:srgbClr val="292929"/>
                </a:solidFill>
                <a:latin typeface="Calibri"/>
                <a:cs typeface="Calibri"/>
              </a:rPr>
              <a:t>Outliers</a:t>
            </a:r>
            <a:endParaRPr sz="1800">
              <a:latin typeface="Calibri"/>
              <a:cs typeface="Calibri"/>
            </a:endParaRPr>
          </a:p>
          <a:p>
            <a:pPr marL="299085" indent="-286385">
              <a:lnSpc>
                <a:spcPct val="100000"/>
              </a:lnSpc>
              <a:buFont typeface="Wingdings"/>
              <a:buChar char=""/>
              <a:tabLst>
                <a:tab pos="299085" algn="l"/>
              </a:tabLst>
            </a:pPr>
            <a:r>
              <a:rPr sz="1800" dirty="0">
                <a:solidFill>
                  <a:srgbClr val="292929"/>
                </a:solidFill>
                <a:latin typeface="Calibri"/>
                <a:cs typeface="Calibri"/>
              </a:rPr>
              <a:t>Correlation</a:t>
            </a:r>
            <a:r>
              <a:rPr sz="1800" spc="-90" dirty="0">
                <a:solidFill>
                  <a:srgbClr val="292929"/>
                </a:solidFill>
                <a:latin typeface="Calibri"/>
                <a:cs typeface="Calibri"/>
              </a:rPr>
              <a:t> </a:t>
            </a:r>
            <a:r>
              <a:rPr sz="1800" spc="-10" dirty="0">
                <a:solidFill>
                  <a:srgbClr val="292929"/>
                </a:solidFill>
                <a:latin typeface="Calibri"/>
                <a:cs typeface="Calibri"/>
              </a:rPr>
              <a:t>Matrix</a:t>
            </a:r>
            <a:endParaRPr sz="1800">
              <a:latin typeface="Calibri"/>
              <a:cs typeface="Calibri"/>
            </a:endParaRPr>
          </a:p>
          <a:p>
            <a:pPr marL="299085" indent="-286385">
              <a:lnSpc>
                <a:spcPct val="100000"/>
              </a:lnSpc>
              <a:buFont typeface="Wingdings"/>
              <a:buChar char=""/>
              <a:tabLst>
                <a:tab pos="299085" algn="l"/>
              </a:tabLst>
            </a:pPr>
            <a:r>
              <a:rPr sz="1800" spc="-10" dirty="0">
                <a:solidFill>
                  <a:srgbClr val="292929"/>
                </a:solidFill>
                <a:latin typeface="Calibri"/>
                <a:cs typeface="Calibri"/>
              </a:rPr>
              <a:t>Scatterplot</a:t>
            </a:r>
            <a:endParaRPr sz="1800">
              <a:latin typeface="Calibri"/>
              <a:cs typeface="Calibri"/>
            </a:endParaRPr>
          </a:p>
          <a:p>
            <a:pPr marL="299085" indent="-286385">
              <a:lnSpc>
                <a:spcPct val="100000"/>
              </a:lnSpc>
              <a:buFont typeface="Wingdings"/>
              <a:buChar char=""/>
              <a:tabLst>
                <a:tab pos="299085" algn="l"/>
              </a:tabLst>
            </a:pPr>
            <a:r>
              <a:rPr sz="1800" spc="-10" dirty="0">
                <a:solidFill>
                  <a:srgbClr val="292929"/>
                </a:solidFill>
                <a:latin typeface="Calibri"/>
                <a:cs typeface="Calibri"/>
              </a:rPr>
              <a:t>Histogram</a:t>
            </a:r>
            <a:endParaRPr sz="1800">
              <a:latin typeface="Calibri"/>
              <a:cs typeface="Calibri"/>
            </a:endParaRPr>
          </a:p>
          <a:p>
            <a:pPr marL="299085" indent="-286385">
              <a:lnSpc>
                <a:spcPct val="100000"/>
              </a:lnSpc>
              <a:spcBef>
                <a:spcPts val="5"/>
              </a:spcBef>
              <a:buFont typeface="Wingdings"/>
              <a:buChar char=""/>
              <a:tabLst>
                <a:tab pos="299085" algn="l"/>
              </a:tabLst>
            </a:pPr>
            <a:r>
              <a:rPr sz="1800" spc="-10" dirty="0">
                <a:solidFill>
                  <a:srgbClr val="292929"/>
                </a:solidFill>
                <a:latin typeface="Calibri"/>
                <a:cs typeface="Calibri"/>
              </a:rPr>
              <a:t>Boxplot</a:t>
            </a:r>
            <a:endParaRPr sz="1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7AE687-1E0A-4804-A817-4B2930612DC8}"/>
              </a:ext>
            </a:extLst>
          </p:cNvPr>
          <p:cNvSpPr txBox="1"/>
          <p:nvPr/>
        </p:nvSpPr>
        <p:spPr>
          <a:xfrm>
            <a:off x="381000" y="381000"/>
            <a:ext cx="9525000" cy="369332"/>
          </a:xfrm>
          <a:prstGeom prst="rect">
            <a:avLst/>
          </a:prstGeom>
          <a:noFill/>
        </p:spPr>
        <p:txBody>
          <a:bodyPr wrap="square" rtlCol="0">
            <a:spAutoFit/>
          </a:bodyPr>
          <a:lstStyle/>
          <a:p>
            <a:r>
              <a:rPr lang="en-US" b="1" dirty="0"/>
              <a:t>Correlation</a:t>
            </a:r>
          </a:p>
        </p:txBody>
      </p:sp>
      <p:pic>
        <p:nvPicPr>
          <p:cNvPr id="1026" name="Picture 2" descr="Finding Correlation Between Multiple Variables in Python: Using Pandas and  Seaborn for Multidimensional Dataset Analysis | by Geo-AI ✓ | Python in  Plain English">
            <a:extLst>
              <a:ext uri="{FF2B5EF4-FFF2-40B4-BE49-F238E27FC236}">
                <a16:creationId xmlns:a16="http://schemas.microsoft.com/office/drawing/2014/main" id="{3E6D5A9C-654F-4D24-AF37-2980ED01A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133600"/>
            <a:ext cx="5457825" cy="462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BCAAB2-9C38-4A76-A47F-5B1D9237860D}"/>
              </a:ext>
            </a:extLst>
          </p:cNvPr>
          <p:cNvSpPr txBox="1"/>
          <p:nvPr/>
        </p:nvSpPr>
        <p:spPr>
          <a:xfrm>
            <a:off x="397266" y="1094827"/>
            <a:ext cx="10727933" cy="1200329"/>
          </a:xfrm>
          <a:prstGeom prst="rect">
            <a:avLst/>
          </a:prstGeom>
          <a:noFill/>
        </p:spPr>
        <p:txBody>
          <a:bodyPr wrap="square">
            <a:spAutoFit/>
          </a:bodyPr>
          <a:lstStyle/>
          <a:p>
            <a:pPr marL="285750" indent="-285750">
              <a:buFont typeface="Arial" panose="020B0604020202020204" pitchFamily="34" charset="0"/>
              <a:buChar char="•"/>
            </a:pPr>
            <a:r>
              <a:rPr lang="en-US" dirty="0"/>
              <a:t>“Correlation” refers to statistical measures that quantify the strength and direction of the relationship between two numeric variables</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Pearson’s correlation coefficient (r)</a:t>
            </a:r>
            <a:r>
              <a:rPr lang="en-US" dirty="0"/>
              <a:t> is the most common type—it measures </a:t>
            </a:r>
            <a:r>
              <a:rPr lang="en-US" b="1" dirty="0"/>
              <a:t>linear</a:t>
            </a:r>
            <a:r>
              <a:rPr lang="en-US" dirty="0"/>
              <a:t> relationships</a:t>
            </a:r>
          </a:p>
        </p:txBody>
      </p:sp>
      <p:pic>
        <p:nvPicPr>
          <p:cNvPr id="6" name="Picture 5">
            <a:extLst>
              <a:ext uri="{FF2B5EF4-FFF2-40B4-BE49-F238E27FC236}">
                <a16:creationId xmlns:a16="http://schemas.microsoft.com/office/drawing/2014/main" id="{FDA9BE91-3986-42BD-8734-A0A1A886DA5C}"/>
              </a:ext>
            </a:extLst>
          </p:cNvPr>
          <p:cNvPicPr>
            <a:picLocks noChangeAspect="1"/>
          </p:cNvPicPr>
          <p:nvPr/>
        </p:nvPicPr>
        <p:blipFill>
          <a:blip r:embed="rId3"/>
          <a:stretch>
            <a:fillRect/>
          </a:stretch>
        </p:blipFill>
        <p:spPr>
          <a:xfrm>
            <a:off x="1180083" y="2438400"/>
            <a:ext cx="4448175" cy="1247775"/>
          </a:xfrm>
          <a:prstGeom prst="rect">
            <a:avLst/>
          </a:prstGeom>
        </p:spPr>
      </p:pic>
      <p:sp>
        <p:nvSpPr>
          <p:cNvPr id="9" name="TextBox 8">
            <a:extLst>
              <a:ext uri="{FF2B5EF4-FFF2-40B4-BE49-F238E27FC236}">
                <a16:creationId xmlns:a16="http://schemas.microsoft.com/office/drawing/2014/main" id="{E5A58D9D-158C-41AF-ADD9-76B108F63A1D}"/>
              </a:ext>
            </a:extLst>
          </p:cNvPr>
          <p:cNvSpPr txBox="1"/>
          <p:nvPr/>
        </p:nvSpPr>
        <p:spPr>
          <a:xfrm>
            <a:off x="1066800" y="4068931"/>
            <a:ext cx="6097712" cy="646331"/>
          </a:xfrm>
          <a:prstGeom prst="rect">
            <a:avLst/>
          </a:prstGeom>
          <a:noFill/>
        </p:spPr>
        <p:txBody>
          <a:bodyPr wrap="square">
            <a:spAutoFit/>
          </a:bodyPr>
          <a:lstStyle/>
          <a:p>
            <a:r>
              <a:rPr lang="en-US" dirty="0"/>
              <a:t>It ranges from </a:t>
            </a:r>
            <a:r>
              <a:rPr lang="en-US" b="1" dirty="0"/>
              <a:t>–1</a:t>
            </a:r>
            <a:r>
              <a:rPr lang="en-US" dirty="0"/>
              <a:t> (perfect negative) to </a:t>
            </a:r>
            <a:r>
              <a:rPr lang="en-US" b="1" dirty="0"/>
              <a:t>+1</a:t>
            </a:r>
            <a:r>
              <a:rPr lang="en-US" dirty="0"/>
              <a:t> (perfect positive), with </a:t>
            </a:r>
            <a:r>
              <a:rPr lang="en-US" b="1" dirty="0"/>
              <a:t>0</a:t>
            </a:r>
            <a:r>
              <a:rPr lang="en-US" dirty="0"/>
              <a:t> indicating no linear relationship.</a:t>
            </a:r>
          </a:p>
        </p:txBody>
      </p:sp>
    </p:spTree>
    <p:extLst>
      <p:ext uri="{BB962C8B-B14F-4D97-AF65-F5344CB8AC3E}">
        <p14:creationId xmlns:p14="http://schemas.microsoft.com/office/powerpoint/2010/main" val="397613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2627" y="836675"/>
            <a:ext cx="11351260" cy="646430"/>
          </a:xfrm>
          <a:custGeom>
            <a:avLst/>
            <a:gdLst/>
            <a:ahLst/>
            <a:cxnLst/>
            <a:rect l="l" t="t" r="r" b="b"/>
            <a:pathLst>
              <a:path w="11351260" h="646430">
                <a:moveTo>
                  <a:pt x="0" y="107696"/>
                </a:moveTo>
                <a:lnTo>
                  <a:pt x="8463" y="65793"/>
                </a:lnTo>
                <a:lnTo>
                  <a:pt x="31545" y="31559"/>
                </a:lnTo>
                <a:lnTo>
                  <a:pt x="65777" y="8469"/>
                </a:lnTo>
                <a:lnTo>
                  <a:pt x="107695" y="0"/>
                </a:lnTo>
                <a:lnTo>
                  <a:pt x="11243056" y="0"/>
                </a:lnTo>
                <a:lnTo>
                  <a:pt x="11284958" y="8469"/>
                </a:lnTo>
                <a:lnTo>
                  <a:pt x="11319192" y="31559"/>
                </a:lnTo>
                <a:lnTo>
                  <a:pt x="11342282" y="65793"/>
                </a:lnTo>
                <a:lnTo>
                  <a:pt x="11350752" y="107696"/>
                </a:lnTo>
                <a:lnTo>
                  <a:pt x="11350752" y="538479"/>
                </a:lnTo>
                <a:lnTo>
                  <a:pt x="11342282" y="580382"/>
                </a:lnTo>
                <a:lnTo>
                  <a:pt x="11319192" y="614616"/>
                </a:lnTo>
                <a:lnTo>
                  <a:pt x="11284958" y="637706"/>
                </a:lnTo>
                <a:lnTo>
                  <a:pt x="11243056" y="646176"/>
                </a:lnTo>
                <a:lnTo>
                  <a:pt x="107695" y="646176"/>
                </a:lnTo>
                <a:lnTo>
                  <a:pt x="65777" y="637706"/>
                </a:lnTo>
                <a:lnTo>
                  <a:pt x="31545" y="614616"/>
                </a:lnTo>
                <a:lnTo>
                  <a:pt x="8463" y="580382"/>
                </a:lnTo>
                <a:lnTo>
                  <a:pt x="0" y="538479"/>
                </a:lnTo>
                <a:lnTo>
                  <a:pt x="0" y="107696"/>
                </a:lnTo>
                <a:close/>
              </a:path>
            </a:pathLst>
          </a:custGeom>
          <a:ln w="12700">
            <a:solidFill>
              <a:srgbClr val="2E528F"/>
            </a:solidFill>
            <a:prstDash val="lgDash"/>
          </a:ln>
        </p:spPr>
        <p:txBody>
          <a:bodyPr wrap="square" lIns="0" tIns="0" rIns="0" bIns="0" rtlCol="0"/>
          <a:lstStyle/>
          <a:p>
            <a:endParaRPr/>
          </a:p>
        </p:txBody>
      </p:sp>
      <p:sp>
        <p:nvSpPr>
          <p:cNvPr id="3" name="object 3"/>
          <p:cNvSpPr txBox="1"/>
          <p:nvPr/>
        </p:nvSpPr>
        <p:spPr>
          <a:xfrm>
            <a:off x="614883" y="387477"/>
            <a:ext cx="10939780" cy="3585845"/>
          </a:xfrm>
          <a:prstGeom prst="rect">
            <a:avLst/>
          </a:prstGeom>
        </p:spPr>
        <p:txBody>
          <a:bodyPr vert="horz" wrap="square" lIns="0" tIns="12700" rIns="0" bIns="0" rtlCol="0">
            <a:spAutoFit/>
          </a:bodyPr>
          <a:lstStyle/>
          <a:p>
            <a:pPr marL="234315">
              <a:lnSpc>
                <a:spcPct val="100000"/>
              </a:lnSpc>
              <a:spcBef>
                <a:spcPts val="100"/>
              </a:spcBef>
            </a:pPr>
            <a:r>
              <a:rPr sz="1800" b="1" spc="-85" dirty="0">
                <a:solidFill>
                  <a:srgbClr val="27509B"/>
                </a:solidFill>
                <a:latin typeface="Calibri"/>
                <a:cs typeface="Calibri"/>
              </a:rPr>
              <a:t>DATA</a:t>
            </a:r>
            <a:r>
              <a:rPr sz="1800" b="1" spc="-15" dirty="0">
                <a:solidFill>
                  <a:srgbClr val="27509B"/>
                </a:solidFill>
                <a:latin typeface="Calibri"/>
                <a:cs typeface="Calibri"/>
              </a:rPr>
              <a:t> </a:t>
            </a:r>
            <a:r>
              <a:rPr sz="1800" b="1" spc="-10" dirty="0">
                <a:solidFill>
                  <a:srgbClr val="27509B"/>
                </a:solidFill>
                <a:latin typeface="Calibri"/>
                <a:cs typeface="Calibri"/>
              </a:rPr>
              <a:t>WRANGLING</a:t>
            </a:r>
            <a:endParaRPr sz="1800">
              <a:latin typeface="Calibri"/>
              <a:cs typeface="Calibri"/>
            </a:endParaRPr>
          </a:p>
          <a:p>
            <a:pPr marL="149225" marR="5080">
              <a:lnSpc>
                <a:spcPct val="100000"/>
              </a:lnSpc>
              <a:spcBef>
                <a:spcPts val="1515"/>
              </a:spcBef>
            </a:pPr>
            <a:r>
              <a:rPr sz="1800" dirty="0">
                <a:latin typeface="Calibri"/>
                <a:cs typeface="Calibri"/>
              </a:rPr>
              <a:t>Data</a:t>
            </a:r>
            <a:r>
              <a:rPr sz="1800" spc="-45" dirty="0">
                <a:latin typeface="Calibri"/>
                <a:cs typeface="Calibri"/>
              </a:rPr>
              <a:t> </a:t>
            </a:r>
            <a:r>
              <a:rPr sz="1800" spc="-10" dirty="0">
                <a:latin typeface="Calibri"/>
                <a:cs typeface="Calibri"/>
              </a:rPr>
              <a:t>Wrangling</a:t>
            </a:r>
            <a:r>
              <a:rPr sz="1800" spc="-45" dirty="0">
                <a:latin typeface="Calibri"/>
                <a:cs typeface="Calibri"/>
              </a:rPr>
              <a:t> </a:t>
            </a:r>
            <a:r>
              <a:rPr sz="1800" dirty="0">
                <a:latin typeface="Calibri"/>
                <a:cs typeface="Calibri"/>
              </a:rPr>
              <a:t>is</a:t>
            </a:r>
            <a:r>
              <a:rPr sz="1800" spc="-50"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process</a:t>
            </a:r>
            <a:r>
              <a:rPr sz="1800" spc="-55" dirty="0">
                <a:latin typeface="Calibri"/>
                <a:cs typeface="Calibri"/>
              </a:rPr>
              <a:t> </a:t>
            </a:r>
            <a:r>
              <a:rPr sz="1800" dirty="0">
                <a:latin typeface="Calibri"/>
                <a:cs typeface="Calibri"/>
              </a:rPr>
              <a:t>of</a:t>
            </a:r>
            <a:r>
              <a:rPr sz="1800" spc="-55" dirty="0">
                <a:latin typeface="Calibri"/>
                <a:cs typeface="Calibri"/>
              </a:rPr>
              <a:t> </a:t>
            </a:r>
            <a:r>
              <a:rPr sz="1800" dirty="0">
                <a:latin typeface="Calibri"/>
                <a:cs typeface="Calibri"/>
              </a:rPr>
              <a:t>collecting</a:t>
            </a:r>
            <a:r>
              <a:rPr sz="1800" spc="-20"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modifying</a:t>
            </a:r>
            <a:r>
              <a:rPr sz="1800" spc="-40"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raw</a:t>
            </a:r>
            <a:r>
              <a:rPr sz="1800" spc="-50" dirty="0">
                <a:latin typeface="Calibri"/>
                <a:cs typeface="Calibri"/>
              </a:rPr>
              <a:t> </a:t>
            </a:r>
            <a:r>
              <a:rPr sz="1800" dirty="0">
                <a:latin typeface="Calibri"/>
                <a:cs typeface="Calibri"/>
              </a:rPr>
              <a:t>data</a:t>
            </a:r>
            <a:r>
              <a:rPr sz="1800" spc="-55" dirty="0">
                <a:latin typeface="Calibri"/>
                <a:cs typeface="Calibri"/>
              </a:rPr>
              <a:t> </a:t>
            </a:r>
            <a:r>
              <a:rPr sz="1800" dirty="0">
                <a:latin typeface="Calibri"/>
                <a:cs typeface="Calibri"/>
              </a:rPr>
              <a:t>into</a:t>
            </a:r>
            <a:r>
              <a:rPr sz="1800" spc="-60" dirty="0">
                <a:latin typeface="Calibri"/>
                <a:cs typeface="Calibri"/>
              </a:rPr>
              <a:t> </a:t>
            </a:r>
            <a:r>
              <a:rPr sz="1800" dirty="0">
                <a:latin typeface="Calibri"/>
                <a:cs typeface="Calibri"/>
              </a:rPr>
              <a:t>another</a:t>
            </a:r>
            <a:r>
              <a:rPr sz="1800" spc="-45" dirty="0">
                <a:latin typeface="Calibri"/>
                <a:cs typeface="Calibri"/>
              </a:rPr>
              <a:t> </a:t>
            </a:r>
            <a:r>
              <a:rPr sz="1800" dirty="0">
                <a:latin typeface="Calibri"/>
                <a:cs typeface="Calibri"/>
              </a:rPr>
              <a:t>form</a:t>
            </a:r>
            <a:r>
              <a:rPr sz="1800" spc="-55" dirty="0">
                <a:latin typeface="Calibri"/>
                <a:cs typeface="Calibri"/>
              </a:rPr>
              <a:t> </a:t>
            </a:r>
            <a:r>
              <a:rPr sz="1800" dirty="0">
                <a:latin typeface="Calibri"/>
                <a:cs typeface="Calibri"/>
              </a:rPr>
              <a:t>for</a:t>
            </a:r>
            <a:r>
              <a:rPr sz="1800" spc="-50" dirty="0">
                <a:latin typeface="Calibri"/>
                <a:cs typeface="Calibri"/>
              </a:rPr>
              <a:t> </a:t>
            </a:r>
            <a:r>
              <a:rPr sz="1800" dirty="0">
                <a:latin typeface="Calibri"/>
                <a:cs typeface="Calibri"/>
              </a:rPr>
              <a:t>analyzing</a:t>
            </a:r>
            <a:r>
              <a:rPr sz="1800" spc="-45" dirty="0">
                <a:latin typeface="Calibri"/>
                <a:cs typeface="Calibri"/>
              </a:rPr>
              <a:t> </a:t>
            </a:r>
            <a:r>
              <a:rPr sz="1800" dirty="0">
                <a:latin typeface="Calibri"/>
                <a:cs typeface="Calibri"/>
              </a:rPr>
              <a:t>and</a:t>
            </a:r>
            <a:r>
              <a:rPr sz="1800" spc="-40" dirty="0">
                <a:latin typeface="Calibri"/>
                <a:cs typeface="Calibri"/>
              </a:rPr>
              <a:t> </a:t>
            </a:r>
            <a:r>
              <a:rPr sz="1800" spc="-10" dirty="0">
                <a:latin typeface="Calibri"/>
                <a:cs typeface="Calibri"/>
              </a:rPr>
              <a:t>decision- </a:t>
            </a:r>
            <a:r>
              <a:rPr sz="1800" dirty="0">
                <a:latin typeface="Calibri"/>
                <a:cs typeface="Calibri"/>
              </a:rPr>
              <a:t>making</a:t>
            </a:r>
            <a:r>
              <a:rPr sz="1800" spc="-30" dirty="0">
                <a:latin typeface="Calibri"/>
                <a:cs typeface="Calibri"/>
              </a:rPr>
              <a:t> </a:t>
            </a:r>
            <a:r>
              <a:rPr sz="1800" spc="-10" dirty="0">
                <a:latin typeface="Calibri"/>
                <a:cs typeface="Calibri"/>
              </a:rPr>
              <a:t>easily.</a:t>
            </a:r>
            <a:r>
              <a:rPr sz="1800" spc="-35" dirty="0">
                <a:latin typeface="Calibri"/>
                <a:cs typeface="Calibri"/>
              </a:rPr>
              <a:t> </a:t>
            </a:r>
            <a:r>
              <a:rPr sz="1800" dirty="0">
                <a:latin typeface="Calibri"/>
                <a:cs typeface="Calibri"/>
              </a:rPr>
              <a:t>It</a:t>
            </a:r>
            <a:r>
              <a:rPr sz="1800" spc="-35"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also</a:t>
            </a:r>
            <a:r>
              <a:rPr sz="1800" spc="-35" dirty="0">
                <a:latin typeface="Calibri"/>
                <a:cs typeface="Calibri"/>
              </a:rPr>
              <a:t> </a:t>
            </a:r>
            <a:r>
              <a:rPr sz="1800" dirty="0">
                <a:latin typeface="Calibri"/>
                <a:cs typeface="Calibri"/>
              </a:rPr>
              <a:t>known</a:t>
            </a:r>
            <a:r>
              <a:rPr sz="1800" spc="-20" dirty="0">
                <a:latin typeface="Calibri"/>
                <a:cs typeface="Calibri"/>
              </a:rPr>
              <a:t> </a:t>
            </a:r>
            <a:r>
              <a:rPr sz="1800" dirty="0">
                <a:latin typeface="Calibri"/>
                <a:cs typeface="Calibri"/>
              </a:rPr>
              <a:t>as</a:t>
            </a:r>
            <a:r>
              <a:rPr sz="1800" spc="-35" dirty="0">
                <a:latin typeface="Calibri"/>
                <a:cs typeface="Calibri"/>
              </a:rPr>
              <a:t> </a:t>
            </a:r>
            <a:r>
              <a:rPr sz="1800" dirty="0">
                <a:latin typeface="Calibri"/>
                <a:cs typeface="Calibri"/>
              </a:rPr>
              <a:t>Data</a:t>
            </a:r>
            <a:r>
              <a:rPr sz="1800" spc="-35" dirty="0">
                <a:latin typeface="Calibri"/>
                <a:cs typeface="Calibri"/>
              </a:rPr>
              <a:t> </a:t>
            </a:r>
            <a:r>
              <a:rPr sz="1800" spc="-10" dirty="0">
                <a:latin typeface="Calibri"/>
                <a:cs typeface="Calibri"/>
              </a:rPr>
              <a:t>Munging</a:t>
            </a:r>
            <a:endParaRPr sz="1800">
              <a:latin typeface="Calibri"/>
              <a:cs typeface="Calibri"/>
            </a:endParaRPr>
          </a:p>
          <a:p>
            <a:pPr>
              <a:lnSpc>
                <a:spcPct val="100000"/>
              </a:lnSpc>
            </a:pPr>
            <a:endParaRPr sz="1800">
              <a:latin typeface="Calibri"/>
              <a:cs typeface="Calibri"/>
            </a:endParaRPr>
          </a:p>
          <a:p>
            <a:pPr>
              <a:lnSpc>
                <a:spcPct val="100000"/>
              </a:lnSpc>
              <a:spcBef>
                <a:spcPts val="165"/>
              </a:spcBef>
            </a:pPr>
            <a:endParaRPr sz="1800">
              <a:latin typeface="Calibri"/>
              <a:cs typeface="Calibri"/>
            </a:endParaRPr>
          </a:p>
          <a:p>
            <a:pPr marL="12700">
              <a:lnSpc>
                <a:spcPct val="100000"/>
              </a:lnSpc>
              <a:spcBef>
                <a:spcPts val="5"/>
              </a:spcBef>
            </a:pPr>
            <a:r>
              <a:rPr sz="1800" dirty="0">
                <a:solidFill>
                  <a:srgbClr val="444444"/>
                </a:solidFill>
                <a:latin typeface="Georgia"/>
                <a:cs typeface="Georgia"/>
              </a:rPr>
              <a:t>Data</a:t>
            </a:r>
            <a:r>
              <a:rPr sz="1800" spc="-25" dirty="0">
                <a:solidFill>
                  <a:srgbClr val="444444"/>
                </a:solidFill>
                <a:latin typeface="Georgia"/>
                <a:cs typeface="Georgia"/>
              </a:rPr>
              <a:t> </a:t>
            </a:r>
            <a:r>
              <a:rPr sz="1800" dirty="0">
                <a:solidFill>
                  <a:srgbClr val="444444"/>
                </a:solidFill>
                <a:latin typeface="Georgia"/>
                <a:cs typeface="Georgia"/>
              </a:rPr>
              <a:t>Wrangling</a:t>
            </a:r>
            <a:r>
              <a:rPr sz="1800" spc="-40" dirty="0">
                <a:solidFill>
                  <a:srgbClr val="444444"/>
                </a:solidFill>
                <a:latin typeface="Georgia"/>
                <a:cs typeface="Georgia"/>
              </a:rPr>
              <a:t> </a:t>
            </a:r>
            <a:r>
              <a:rPr sz="1800" dirty="0">
                <a:solidFill>
                  <a:srgbClr val="444444"/>
                </a:solidFill>
                <a:latin typeface="Georgia"/>
                <a:cs typeface="Georgia"/>
              </a:rPr>
              <a:t>Operations</a:t>
            </a:r>
            <a:r>
              <a:rPr sz="1800" spc="-50" dirty="0">
                <a:solidFill>
                  <a:srgbClr val="444444"/>
                </a:solidFill>
                <a:latin typeface="Georgia"/>
                <a:cs typeface="Georgia"/>
              </a:rPr>
              <a:t> </a:t>
            </a:r>
            <a:r>
              <a:rPr sz="1800" dirty="0">
                <a:solidFill>
                  <a:srgbClr val="444444"/>
                </a:solidFill>
                <a:latin typeface="Georgia"/>
                <a:cs typeface="Georgia"/>
              </a:rPr>
              <a:t>in</a:t>
            </a:r>
            <a:r>
              <a:rPr sz="1800" spc="-45" dirty="0">
                <a:solidFill>
                  <a:srgbClr val="444444"/>
                </a:solidFill>
                <a:latin typeface="Georgia"/>
                <a:cs typeface="Georgia"/>
              </a:rPr>
              <a:t> </a:t>
            </a:r>
            <a:r>
              <a:rPr sz="1800" spc="-10" dirty="0">
                <a:solidFill>
                  <a:srgbClr val="444444"/>
                </a:solidFill>
                <a:latin typeface="Georgia"/>
                <a:cs typeface="Georgia"/>
              </a:rPr>
              <a:t>Python</a:t>
            </a:r>
            <a:endParaRPr sz="1800">
              <a:latin typeface="Georgia"/>
              <a:cs typeface="Georgia"/>
            </a:endParaRPr>
          </a:p>
          <a:p>
            <a:pPr marL="354965" indent="-342265">
              <a:lnSpc>
                <a:spcPct val="100000"/>
              </a:lnSpc>
              <a:spcBef>
                <a:spcPts val="1430"/>
              </a:spcBef>
              <a:buAutoNum type="arabicPeriod"/>
              <a:tabLst>
                <a:tab pos="354965" algn="l"/>
              </a:tabLst>
            </a:pPr>
            <a:r>
              <a:rPr sz="1800" dirty="0">
                <a:latin typeface="Georgia"/>
                <a:cs typeface="Georgia"/>
              </a:rPr>
              <a:t>Handling</a:t>
            </a:r>
            <a:r>
              <a:rPr sz="1800" spc="-30" dirty="0">
                <a:latin typeface="Georgia"/>
                <a:cs typeface="Georgia"/>
              </a:rPr>
              <a:t> </a:t>
            </a:r>
            <a:r>
              <a:rPr sz="1800" dirty="0">
                <a:latin typeface="Georgia"/>
                <a:cs typeface="Georgia"/>
              </a:rPr>
              <a:t>missing</a:t>
            </a:r>
            <a:r>
              <a:rPr sz="1800" spc="-30" dirty="0">
                <a:latin typeface="Georgia"/>
                <a:cs typeface="Georgia"/>
              </a:rPr>
              <a:t> </a:t>
            </a:r>
            <a:r>
              <a:rPr sz="1800" dirty="0">
                <a:latin typeface="Georgia"/>
                <a:cs typeface="Georgia"/>
              </a:rPr>
              <a:t>or null</a:t>
            </a:r>
            <a:r>
              <a:rPr sz="1800" spc="-25" dirty="0">
                <a:latin typeface="Georgia"/>
                <a:cs typeface="Georgia"/>
              </a:rPr>
              <a:t> </a:t>
            </a:r>
            <a:r>
              <a:rPr sz="1800" spc="-10" dirty="0">
                <a:latin typeface="Georgia"/>
                <a:cs typeface="Georgia"/>
              </a:rPr>
              <a:t>values</a:t>
            </a:r>
            <a:endParaRPr sz="1800">
              <a:latin typeface="Georgia"/>
              <a:cs typeface="Georgia"/>
            </a:endParaRPr>
          </a:p>
          <a:p>
            <a:pPr marL="354965" indent="-342265">
              <a:lnSpc>
                <a:spcPct val="100000"/>
              </a:lnSpc>
              <a:spcBef>
                <a:spcPts val="1080"/>
              </a:spcBef>
              <a:buAutoNum type="arabicPeriod"/>
              <a:tabLst>
                <a:tab pos="354965" algn="l"/>
              </a:tabLst>
            </a:pPr>
            <a:r>
              <a:rPr sz="1800" dirty="0">
                <a:latin typeface="Georgia"/>
                <a:cs typeface="Georgia"/>
              </a:rPr>
              <a:t>Grouping</a:t>
            </a:r>
            <a:r>
              <a:rPr sz="1800" spc="-40" dirty="0">
                <a:latin typeface="Georgia"/>
                <a:cs typeface="Georgia"/>
              </a:rPr>
              <a:t> </a:t>
            </a:r>
            <a:r>
              <a:rPr sz="1800" spc="-20" dirty="0">
                <a:latin typeface="Georgia"/>
                <a:cs typeface="Georgia"/>
              </a:rPr>
              <a:t>Data</a:t>
            </a:r>
            <a:endParaRPr sz="1800">
              <a:latin typeface="Georgia"/>
              <a:cs typeface="Georgia"/>
            </a:endParaRPr>
          </a:p>
          <a:p>
            <a:pPr marL="354965" indent="-342265">
              <a:lnSpc>
                <a:spcPct val="100000"/>
              </a:lnSpc>
              <a:spcBef>
                <a:spcPts val="1085"/>
              </a:spcBef>
              <a:buAutoNum type="arabicPeriod"/>
              <a:tabLst>
                <a:tab pos="354965" algn="l"/>
              </a:tabLst>
            </a:pPr>
            <a:r>
              <a:rPr sz="1800" dirty="0">
                <a:latin typeface="Georgia"/>
                <a:cs typeface="Georgia"/>
              </a:rPr>
              <a:t>Reshaping</a:t>
            </a:r>
            <a:r>
              <a:rPr sz="1800" spc="-80" dirty="0">
                <a:latin typeface="Georgia"/>
                <a:cs typeface="Georgia"/>
              </a:rPr>
              <a:t> </a:t>
            </a:r>
            <a:r>
              <a:rPr sz="1800" dirty="0">
                <a:latin typeface="Georgia"/>
                <a:cs typeface="Georgia"/>
              </a:rPr>
              <a:t>the</a:t>
            </a:r>
            <a:r>
              <a:rPr sz="1800" spc="-45" dirty="0">
                <a:latin typeface="Georgia"/>
                <a:cs typeface="Georgia"/>
              </a:rPr>
              <a:t> </a:t>
            </a:r>
            <a:r>
              <a:rPr sz="1800" spc="-20" dirty="0">
                <a:latin typeface="Georgia"/>
                <a:cs typeface="Georgia"/>
              </a:rPr>
              <a:t>data</a:t>
            </a:r>
            <a:endParaRPr sz="1800">
              <a:latin typeface="Georgia"/>
              <a:cs typeface="Georgia"/>
            </a:endParaRPr>
          </a:p>
          <a:p>
            <a:pPr marL="354965" indent="-342265">
              <a:lnSpc>
                <a:spcPct val="100000"/>
              </a:lnSpc>
              <a:spcBef>
                <a:spcPts val="1080"/>
              </a:spcBef>
              <a:buAutoNum type="arabicPeriod"/>
              <a:tabLst>
                <a:tab pos="354965" algn="l"/>
              </a:tabLst>
            </a:pPr>
            <a:r>
              <a:rPr sz="1800" dirty="0">
                <a:latin typeface="Georgia"/>
                <a:cs typeface="Georgia"/>
              </a:rPr>
              <a:t>Filtering</a:t>
            </a:r>
            <a:r>
              <a:rPr sz="1800" spc="-55" dirty="0">
                <a:latin typeface="Georgia"/>
                <a:cs typeface="Georgia"/>
              </a:rPr>
              <a:t> </a:t>
            </a:r>
            <a:r>
              <a:rPr sz="1800" dirty="0">
                <a:latin typeface="Georgia"/>
                <a:cs typeface="Georgia"/>
              </a:rPr>
              <a:t>the</a:t>
            </a:r>
            <a:r>
              <a:rPr sz="1800" spc="-30" dirty="0">
                <a:latin typeface="Georgia"/>
                <a:cs typeface="Georgia"/>
              </a:rPr>
              <a:t> </a:t>
            </a:r>
            <a:r>
              <a:rPr sz="1800" spc="-20" dirty="0">
                <a:latin typeface="Georgia"/>
                <a:cs typeface="Georgia"/>
              </a:rPr>
              <a:t>data</a:t>
            </a:r>
            <a:endParaRPr sz="1800">
              <a:latin typeface="Georgia"/>
              <a:cs typeface="Georgia"/>
            </a:endParaRPr>
          </a:p>
        </p:txBody>
      </p:sp>
      <p:pic>
        <p:nvPicPr>
          <p:cNvPr id="4" name="object 4"/>
          <p:cNvPicPr/>
          <p:nvPr/>
        </p:nvPicPr>
        <p:blipFill>
          <a:blip r:embed="rId2" cstate="print"/>
          <a:stretch>
            <a:fillRect/>
          </a:stretch>
        </p:blipFill>
        <p:spPr>
          <a:xfrm>
            <a:off x="3910584" y="3004905"/>
            <a:ext cx="7792120" cy="33188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6186" y="1161745"/>
            <a:ext cx="446913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92929"/>
                </a:solidFill>
                <a:latin typeface="Calibri"/>
                <a:cs typeface="Calibri"/>
              </a:rPr>
              <a:t>1.Deleting</a:t>
            </a:r>
            <a:r>
              <a:rPr sz="2400" spc="-75" dirty="0">
                <a:solidFill>
                  <a:srgbClr val="292929"/>
                </a:solidFill>
                <a:latin typeface="Calibri"/>
                <a:cs typeface="Calibri"/>
              </a:rPr>
              <a:t> </a:t>
            </a:r>
            <a:r>
              <a:rPr sz="2400" dirty="0">
                <a:solidFill>
                  <a:srgbClr val="292929"/>
                </a:solidFill>
                <a:latin typeface="Calibri"/>
                <a:cs typeface="Calibri"/>
              </a:rPr>
              <a:t>Rows</a:t>
            </a:r>
            <a:r>
              <a:rPr sz="2400" spc="-70" dirty="0">
                <a:solidFill>
                  <a:srgbClr val="292929"/>
                </a:solidFill>
                <a:latin typeface="Calibri"/>
                <a:cs typeface="Calibri"/>
              </a:rPr>
              <a:t> </a:t>
            </a:r>
            <a:r>
              <a:rPr sz="2400" dirty="0">
                <a:solidFill>
                  <a:srgbClr val="292929"/>
                </a:solidFill>
                <a:latin typeface="Calibri"/>
                <a:cs typeface="Calibri"/>
              </a:rPr>
              <a:t>with</a:t>
            </a:r>
            <a:r>
              <a:rPr sz="2400" spc="-60" dirty="0">
                <a:solidFill>
                  <a:srgbClr val="292929"/>
                </a:solidFill>
                <a:latin typeface="Calibri"/>
                <a:cs typeface="Calibri"/>
              </a:rPr>
              <a:t> </a:t>
            </a:r>
            <a:r>
              <a:rPr sz="2400" dirty="0">
                <a:solidFill>
                  <a:srgbClr val="292929"/>
                </a:solidFill>
                <a:latin typeface="Calibri"/>
                <a:cs typeface="Calibri"/>
              </a:rPr>
              <a:t>missing</a:t>
            </a:r>
            <a:r>
              <a:rPr sz="2400" spc="-70" dirty="0">
                <a:solidFill>
                  <a:srgbClr val="292929"/>
                </a:solidFill>
                <a:latin typeface="Calibri"/>
                <a:cs typeface="Calibri"/>
              </a:rPr>
              <a:t> </a:t>
            </a:r>
            <a:r>
              <a:rPr sz="2400" spc="-10" dirty="0">
                <a:solidFill>
                  <a:srgbClr val="292929"/>
                </a:solidFill>
                <a:latin typeface="Calibri"/>
                <a:cs typeface="Calibri"/>
              </a:rPr>
              <a:t>values</a:t>
            </a:r>
            <a:endParaRPr sz="2400">
              <a:latin typeface="Calibri"/>
              <a:cs typeface="Calibri"/>
            </a:endParaRPr>
          </a:p>
        </p:txBody>
      </p:sp>
      <p:sp>
        <p:nvSpPr>
          <p:cNvPr id="3" name="object 3"/>
          <p:cNvSpPr txBox="1"/>
          <p:nvPr/>
        </p:nvSpPr>
        <p:spPr>
          <a:xfrm>
            <a:off x="526186" y="1893823"/>
            <a:ext cx="5906135" cy="3317875"/>
          </a:xfrm>
          <a:prstGeom prst="rect">
            <a:avLst/>
          </a:prstGeom>
        </p:spPr>
        <p:txBody>
          <a:bodyPr vert="horz" wrap="square" lIns="0" tIns="12700" rIns="0" bIns="0" rtlCol="0">
            <a:spAutoFit/>
          </a:bodyPr>
          <a:lstStyle/>
          <a:p>
            <a:pPr marL="241935" indent="-233679">
              <a:lnSpc>
                <a:spcPct val="100000"/>
              </a:lnSpc>
              <a:spcBef>
                <a:spcPts val="100"/>
              </a:spcBef>
              <a:buSzPct val="95833"/>
              <a:buAutoNum type="arabicPeriod" startAt="2"/>
              <a:tabLst>
                <a:tab pos="241935" algn="l"/>
              </a:tabLst>
            </a:pPr>
            <a:r>
              <a:rPr sz="2400" dirty="0">
                <a:solidFill>
                  <a:srgbClr val="292929"/>
                </a:solidFill>
                <a:latin typeface="Calibri"/>
                <a:cs typeface="Calibri"/>
              </a:rPr>
              <a:t>Impute</a:t>
            </a:r>
            <a:r>
              <a:rPr sz="2400" spc="-75" dirty="0">
                <a:solidFill>
                  <a:srgbClr val="292929"/>
                </a:solidFill>
                <a:latin typeface="Calibri"/>
                <a:cs typeface="Calibri"/>
              </a:rPr>
              <a:t> </a:t>
            </a:r>
            <a:r>
              <a:rPr sz="2400" dirty="0">
                <a:solidFill>
                  <a:srgbClr val="292929"/>
                </a:solidFill>
                <a:latin typeface="Calibri"/>
                <a:cs typeface="Calibri"/>
              </a:rPr>
              <a:t>missing</a:t>
            </a:r>
            <a:r>
              <a:rPr sz="2400" spc="-80" dirty="0">
                <a:solidFill>
                  <a:srgbClr val="292929"/>
                </a:solidFill>
                <a:latin typeface="Calibri"/>
                <a:cs typeface="Calibri"/>
              </a:rPr>
              <a:t> </a:t>
            </a:r>
            <a:r>
              <a:rPr sz="2400" dirty="0">
                <a:solidFill>
                  <a:srgbClr val="292929"/>
                </a:solidFill>
                <a:latin typeface="Calibri"/>
                <a:cs typeface="Calibri"/>
              </a:rPr>
              <a:t>values</a:t>
            </a:r>
            <a:r>
              <a:rPr sz="2400" spc="-55" dirty="0">
                <a:solidFill>
                  <a:srgbClr val="292929"/>
                </a:solidFill>
                <a:latin typeface="Calibri"/>
                <a:cs typeface="Calibri"/>
              </a:rPr>
              <a:t> </a:t>
            </a:r>
            <a:r>
              <a:rPr sz="2400" dirty="0">
                <a:solidFill>
                  <a:srgbClr val="292929"/>
                </a:solidFill>
                <a:latin typeface="Calibri"/>
                <a:cs typeface="Calibri"/>
              </a:rPr>
              <a:t>for</a:t>
            </a:r>
            <a:r>
              <a:rPr sz="2400" spc="-60" dirty="0">
                <a:solidFill>
                  <a:srgbClr val="292929"/>
                </a:solidFill>
                <a:latin typeface="Calibri"/>
                <a:cs typeface="Calibri"/>
              </a:rPr>
              <a:t> </a:t>
            </a:r>
            <a:r>
              <a:rPr sz="2400" dirty="0">
                <a:solidFill>
                  <a:srgbClr val="292929"/>
                </a:solidFill>
                <a:latin typeface="Calibri"/>
                <a:cs typeface="Calibri"/>
              </a:rPr>
              <a:t>continuous</a:t>
            </a:r>
            <a:r>
              <a:rPr sz="2400" spc="-75" dirty="0">
                <a:solidFill>
                  <a:srgbClr val="292929"/>
                </a:solidFill>
                <a:latin typeface="Calibri"/>
                <a:cs typeface="Calibri"/>
              </a:rPr>
              <a:t> </a:t>
            </a:r>
            <a:r>
              <a:rPr sz="2400" spc="-10" dirty="0">
                <a:solidFill>
                  <a:srgbClr val="292929"/>
                </a:solidFill>
                <a:latin typeface="Calibri"/>
                <a:cs typeface="Calibri"/>
              </a:rPr>
              <a:t>variable</a:t>
            </a:r>
            <a:endParaRPr sz="2400" dirty="0">
              <a:latin typeface="Calibri"/>
              <a:cs typeface="Calibri"/>
            </a:endParaRPr>
          </a:p>
          <a:p>
            <a:pPr marL="241935" indent="-233045">
              <a:lnSpc>
                <a:spcPct val="100000"/>
              </a:lnSpc>
              <a:spcBef>
                <a:spcPts val="2880"/>
              </a:spcBef>
              <a:buSzPct val="95833"/>
              <a:buAutoNum type="arabicPeriod" startAt="2"/>
              <a:tabLst>
                <a:tab pos="241935" algn="l"/>
              </a:tabLst>
            </a:pPr>
            <a:r>
              <a:rPr sz="2400" dirty="0">
                <a:solidFill>
                  <a:srgbClr val="292929"/>
                </a:solidFill>
                <a:latin typeface="Calibri"/>
                <a:cs typeface="Calibri"/>
              </a:rPr>
              <a:t>Impute</a:t>
            </a:r>
            <a:r>
              <a:rPr sz="2400" spc="-70" dirty="0">
                <a:solidFill>
                  <a:srgbClr val="292929"/>
                </a:solidFill>
                <a:latin typeface="Calibri"/>
                <a:cs typeface="Calibri"/>
              </a:rPr>
              <a:t> </a:t>
            </a:r>
            <a:r>
              <a:rPr sz="2400" dirty="0">
                <a:solidFill>
                  <a:srgbClr val="292929"/>
                </a:solidFill>
                <a:latin typeface="Calibri"/>
                <a:cs typeface="Calibri"/>
              </a:rPr>
              <a:t>missing</a:t>
            </a:r>
            <a:r>
              <a:rPr sz="2400" spc="-70" dirty="0">
                <a:solidFill>
                  <a:srgbClr val="292929"/>
                </a:solidFill>
                <a:latin typeface="Calibri"/>
                <a:cs typeface="Calibri"/>
              </a:rPr>
              <a:t> </a:t>
            </a:r>
            <a:r>
              <a:rPr sz="2400" dirty="0">
                <a:solidFill>
                  <a:srgbClr val="292929"/>
                </a:solidFill>
                <a:latin typeface="Calibri"/>
                <a:cs typeface="Calibri"/>
              </a:rPr>
              <a:t>values</a:t>
            </a:r>
            <a:r>
              <a:rPr sz="2400" spc="-50" dirty="0">
                <a:solidFill>
                  <a:srgbClr val="292929"/>
                </a:solidFill>
                <a:latin typeface="Calibri"/>
                <a:cs typeface="Calibri"/>
              </a:rPr>
              <a:t> </a:t>
            </a:r>
            <a:r>
              <a:rPr sz="2400" dirty="0">
                <a:solidFill>
                  <a:srgbClr val="292929"/>
                </a:solidFill>
                <a:latin typeface="Calibri"/>
                <a:cs typeface="Calibri"/>
              </a:rPr>
              <a:t>for</a:t>
            </a:r>
            <a:r>
              <a:rPr sz="2400" spc="-60" dirty="0">
                <a:solidFill>
                  <a:srgbClr val="292929"/>
                </a:solidFill>
                <a:latin typeface="Calibri"/>
                <a:cs typeface="Calibri"/>
              </a:rPr>
              <a:t> </a:t>
            </a:r>
            <a:r>
              <a:rPr sz="2400" spc="-10" dirty="0">
                <a:solidFill>
                  <a:srgbClr val="292929"/>
                </a:solidFill>
                <a:latin typeface="Calibri"/>
                <a:cs typeface="Calibri"/>
              </a:rPr>
              <a:t>categorical</a:t>
            </a:r>
            <a:r>
              <a:rPr sz="2400" spc="-90" dirty="0">
                <a:solidFill>
                  <a:srgbClr val="292929"/>
                </a:solidFill>
                <a:latin typeface="Calibri"/>
                <a:cs typeface="Calibri"/>
              </a:rPr>
              <a:t> </a:t>
            </a:r>
            <a:r>
              <a:rPr sz="2400" spc="-10" dirty="0">
                <a:solidFill>
                  <a:srgbClr val="292929"/>
                </a:solidFill>
                <a:latin typeface="Calibri"/>
                <a:cs typeface="Calibri"/>
              </a:rPr>
              <a:t>variable</a:t>
            </a:r>
            <a:endParaRPr sz="2400" dirty="0">
              <a:latin typeface="Calibri"/>
              <a:cs typeface="Calibri"/>
            </a:endParaRPr>
          </a:p>
          <a:p>
            <a:pPr marL="241935" indent="-233679">
              <a:lnSpc>
                <a:spcPct val="100000"/>
              </a:lnSpc>
              <a:spcBef>
                <a:spcPts val="2880"/>
              </a:spcBef>
              <a:buSzPct val="95833"/>
              <a:buAutoNum type="arabicPeriod" startAt="2"/>
              <a:tabLst>
                <a:tab pos="241935" algn="l"/>
              </a:tabLst>
            </a:pPr>
            <a:r>
              <a:rPr sz="2400" dirty="0">
                <a:solidFill>
                  <a:srgbClr val="292929"/>
                </a:solidFill>
                <a:latin typeface="Calibri"/>
                <a:cs typeface="Calibri"/>
              </a:rPr>
              <a:t>Other</a:t>
            </a:r>
            <a:r>
              <a:rPr sz="2400" spc="-75" dirty="0">
                <a:solidFill>
                  <a:srgbClr val="292929"/>
                </a:solidFill>
                <a:latin typeface="Calibri"/>
                <a:cs typeface="Calibri"/>
              </a:rPr>
              <a:t> </a:t>
            </a:r>
            <a:r>
              <a:rPr sz="2400" dirty="0">
                <a:solidFill>
                  <a:srgbClr val="292929"/>
                </a:solidFill>
                <a:latin typeface="Calibri"/>
                <a:cs typeface="Calibri"/>
              </a:rPr>
              <a:t>Imputation</a:t>
            </a:r>
            <a:r>
              <a:rPr sz="2400" spc="-100" dirty="0">
                <a:solidFill>
                  <a:srgbClr val="292929"/>
                </a:solidFill>
                <a:latin typeface="Calibri"/>
                <a:cs typeface="Calibri"/>
              </a:rPr>
              <a:t> </a:t>
            </a:r>
            <a:r>
              <a:rPr sz="2400" spc="-10" dirty="0">
                <a:solidFill>
                  <a:srgbClr val="292929"/>
                </a:solidFill>
                <a:latin typeface="Calibri"/>
                <a:cs typeface="Calibri"/>
              </a:rPr>
              <a:t>Methods</a:t>
            </a:r>
            <a:endParaRPr sz="2400" dirty="0">
              <a:latin typeface="Calibri"/>
              <a:cs typeface="Calibri"/>
            </a:endParaRPr>
          </a:p>
          <a:p>
            <a:pPr marL="241935" indent="-233045">
              <a:lnSpc>
                <a:spcPct val="100000"/>
              </a:lnSpc>
              <a:spcBef>
                <a:spcPts val="2880"/>
              </a:spcBef>
              <a:buSzPct val="95833"/>
              <a:buAutoNum type="arabicPeriod" startAt="2"/>
              <a:tabLst>
                <a:tab pos="241935" algn="l"/>
              </a:tabLst>
            </a:pPr>
            <a:r>
              <a:rPr sz="2400" dirty="0">
                <a:solidFill>
                  <a:srgbClr val="292929"/>
                </a:solidFill>
                <a:latin typeface="Calibri"/>
                <a:cs typeface="Calibri"/>
              </a:rPr>
              <a:t>Using</a:t>
            </a:r>
            <a:r>
              <a:rPr sz="2400" spc="-40" dirty="0">
                <a:solidFill>
                  <a:srgbClr val="292929"/>
                </a:solidFill>
                <a:latin typeface="Calibri"/>
                <a:cs typeface="Calibri"/>
              </a:rPr>
              <a:t> </a:t>
            </a:r>
            <a:r>
              <a:rPr sz="2400" dirty="0">
                <a:solidFill>
                  <a:srgbClr val="292929"/>
                </a:solidFill>
                <a:latin typeface="Calibri"/>
                <a:cs typeface="Calibri"/>
              </a:rPr>
              <a:t>Algorithms</a:t>
            </a:r>
            <a:r>
              <a:rPr sz="2400" spc="-70" dirty="0">
                <a:solidFill>
                  <a:srgbClr val="292929"/>
                </a:solidFill>
                <a:latin typeface="Calibri"/>
                <a:cs typeface="Calibri"/>
              </a:rPr>
              <a:t> </a:t>
            </a:r>
            <a:r>
              <a:rPr sz="2400" dirty="0">
                <a:solidFill>
                  <a:srgbClr val="292929"/>
                </a:solidFill>
                <a:latin typeface="Calibri"/>
                <a:cs typeface="Calibri"/>
              </a:rPr>
              <a:t>that</a:t>
            </a:r>
            <a:r>
              <a:rPr sz="2400" spc="-50" dirty="0">
                <a:solidFill>
                  <a:srgbClr val="292929"/>
                </a:solidFill>
                <a:latin typeface="Calibri"/>
                <a:cs typeface="Calibri"/>
              </a:rPr>
              <a:t> </a:t>
            </a:r>
            <a:r>
              <a:rPr sz="2400" dirty="0">
                <a:solidFill>
                  <a:srgbClr val="292929"/>
                </a:solidFill>
                <a:latin typeface="Calibri"/>
                <a:cs typeface="Calibri"/>
              </a:rPr>
              <a:t>support</a:t>
            </a:r>
            <a:r>
              <a:rPr sz="2400" spc="-30" dirty="0">
                <a:solidFill>
                  <a:srgbClr val="292929"/>
                </a:solidFill>
                <a:latin typeface="Calibri"/>
                <a:cs typeface="Calibri"/>
              </a:rPr>
              <a:t> </a:t>
            </a:r>
            <a:r>
              <a:rPr sz="2400" dirty="0">
                <a:solidFill>
                  <a:srgbClr val="292929"/>
                </a:solidFill>
                <a:latin typeface="Calibri"/>
                <a:cs typeface="Calibri"/>
              </a:rPr>
              <a:t>missing</a:t>
            </a:r>
            <a:r>
              <a:rPr sz="2400" spc="-45" dirty="0">
                <a:solidFill>
                  <a:srgbClr val="292929"/>
                </a:solidFill>
                <a:latin typeface="Calibri"/>
                <a:cs typeface="Calibri"/>
              </a:rPr>
              <a:t> </a:t>
            </a:r>
            <a:r>
              <a:rPr sz="2400" spc="-10" dirty="0">
                <a:solidFill>
                  <a:srgbClr val="292929"/>
                </a:solidFill>
                <a:latin typeface="Calibri"/>
                <a:cs typeface="Calibri"/>
              </a:rPr>
              <a:t>values</a:t>
            </a:r>
            <a:endParaRPr sz="2400" dirty="0">
              <a:latin typeface="Calibri"/>
              <a:cs typeface="Calibri"/>
            </a:endParaRPr>
          </a:p>
          <a:p>
            <a:pPr marL="241935" indent="-233679">
              <a:lnSpc>
                <a:spcPct val="100000"/>
              </a:lnSpc>
              <a:spcBef>
                <a:spcPts val="2885"/>
              </a:spcBef>
              <a:buSzPct val="95833"/>
              <a:buAutoNum type="arabicPeriod" startAt="2"/>
              <a:tabLst>
                <a:tab pos="241935" algn="l"/>
              </a:tabLst>
            </a:pPr>
            <a:r>
              <a:rPr sz="2400" dirty="0">
                <a:solidFill>
                  <a:srgbClr val="292929"/>
                </a:solidFill>
                <a:latin typeface="Calibri"/>
                <a:cs typeface="Calibri"/>
              </a:rPr>
              <a:t>Prediction</a:t>
            </a:r>
            <a:r>
              <a:rPr sz="2400" spc="-65" dirty="0">
                <a:solidFill>
                  <a:srgbClr val="292929"/>
                </a:solidFill>
                <a:latin typeface="Calibri"/>
                <a:cs typeface="Calibri"/>
              </a:rPr>
              <a:t> </a:t>
            </a:r>
            <a:r>
              <a:rPr sz="2400" dirty="0">
                <a:solidFill>
                  <a:srgbClr val="292929"/>
                </a:solidFill>
                <a:latin typeface="Calibri"/>
                <a:cs typeface="Calibri"/>
              </a:rPr>
              <a:t>of</a:t>
            </a:r>
            <a:r>
              <a:rPr sz="2400" spc="-40" dirty="0">
                <a:solidFill>
                  <a:srgbClr val="292929"/>
                </a:solidFill>
                <a:latin typeface="Calibri"/>
                <a:cs typeface="Calibri"/>
              </a:rPr>
              <a:t> </a:t>
            </a:r>
            <a:r>
              <a:rPr sz="2400" dirty="0">
                <a:solidFill>
                  <a:srgbClr val="292929"/>
                </a:solidFill>
                <a:latin typeface="Calibri"/>
                <a:cs typeface="Calibri"/>
              </a:rPr>
              <a:t>missing</a:t>
            </a:r>
            <a:r>
              <a:rPr sz="2400" spc="-65" dirty="0">
                <a:solidFill>
                  <a:srgbClr val="292929"/>
                </a:solidFill>
                <a:latin typeface="Calibri"/>
                <a:cs typeface="Calibri"/>
              </a:rPr>
              <a:t> </a:t>
            </a:r>
            <a:r>
              <a:rPr sz="2400" spc="-10" dirty="0">
                <a:solidFill>
                  <a:srgbClr val="292929"/>
                </a:solidFill>
                <a:latin typeface="Calibri"/>
                <a:cs typeface="Calibri"/>
              </a:rPr>
              <a:t>values</a:t>
            </a:r>
            <a:endParaRPr sz="2400" dirty="0">
              <a:latin typeface="Calibri"/>
              <a:cs typeface="Calibri"/>
            </a:endParaRPr>
          </a:p>
        </p:txBody>
      </p:sp>
      <p:sp>
        <p:nvSpPr>
          <p:cNvPr id="4" name="object 4"/>
          <p:cNvSpPr txBox="1"/>
          <p:nvPr/>
        </p:nvSpPr>
        <p:spPr>
          <a:xfrm>
            <a:off x="836777" y="387477"/>
            <a:ext cx="273367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509B"/>
                </a:solidFill>
                <a:latin typeface="Calibri"/>
                <a:cs typeface="Calibri"/>
              </a:rPr>
              <a:t>HANDLING</a:t>
            </a:r>
            <a:r>
              <a:rPr sz="1800" b="1" spc="-55" dirty="0">
                <a:solidFill>
                  <a:srgbClr val="27509B"/>
                </a:solidFill>
                <a:latin typeface="Calibri"/>
                <a:cs typeface="Calibri"/>
              </a:rPr>
              <a:t> </a:t>
            </a:r>
            <a:r>
              <a:rPr sz="1800" b="1" dirty="0">
                <a:solidFill>
                  <a:srgbClr val="27509B"/>
                </a:solidFill>
                <a:latin typeface="Calibri"/>
                <a:cs typeface="Calibri"/>
              </a:rPr>
              <a:t>MISSING</a:t>
            </a:r>
            <a:r>
              <a:rPr sz="1800" b="1" spc="-45" dirty="0">
                <a:solidFill>
                  <a:srgbClr val="27509B"/>
                </a:solidFill>
                <a:latin typeface="Calibri"/>
                <a:cs typeface="Calibri"/>
              </a:rPr>
              <a:t> </a:t>
            </a:r>
            <a:r>
              <a:rPr sz="1800" b="1" spc="-10" dirty="0">
                <a:solidFill>
                  <a:srgbClr val="27509B"/>
                </a:solidFill>
                <a:latin typeface="Calibri"/>
                <a:cs typeface="Calibri"/>
              </a:rPr>
              <a:t>VALUES</a:t>
            </a:r>
            <a:endParaRPr sz="1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849248"/>
            <a:ext cx="36175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509B"/>
                </a:solidFill>
                <a:latin typeface="Calibri"/>
                <a:cs typeface="Calibri"/>
              </a:rPr>
              <a:t>DELETE</a:t>
            </a:r>
            <a:r>
              <a:rPr sz="1800" b="1" spc="-30" dirty="0">
                <a:solidFill>
                  <a:srgbClr val="27509B"/>
                </a:solidFill>
                <a:latin typeface="Calibri"/>
                <a:cs typeface="Calibri"/>
              </a:rPr>
              <a:t> </a:t>
            </a:r>
            <a:r>
              <a:rPr sz="1800" b="1" dirty="0">
                <a:solidFill>
                  <a:srgbClr val="27509B"/>
                </a:solidFill>
                <a:latin typeface="Calibri"/>
                <a:cs typeface="Calibri"/>
              </a:rPr>
              <a:t>ROWS</a:t>
            </a:r>
            <a:r>
              <a:rPr sz="1800" b="1" spc="-25" dirty="0">
                <a:solidFill>
                  <a:srgbClr val="27509B"/>
                </a:solidFill>
                <a:latin typeface="Calibri"/>
                <a:cs typeface="Calibri"/>
              </a:rPr>
              <a:t> </a:t>
            </a:r>
            <a:r>
              <a:rPr sz="1800" b="1" dirty="0">
                <a:solidFill>
                  <a:srgbClr val="27509B"/>
                </a:solidFill>
                <a:latin typeface="Calibri"/>
                <a:cs typeface="Calibri"/>
              </a:rPr>
              <a:t>WITH</a:t>
            </a:r>
            <a:r>
              <a:rPr sz="1800" b="1" spc="-20" dirty="0">
                <a:solidFill>
                  <a:srgbClr val="27509B"/>
                </a:solidFill>
                <a:latin typeface="Calibri"/>
                <a:cs typeface="Calibri"/>
              </a:rPr>
              <a:t> </a:t>
            </a:r>
            <a:r>
              <a:rPr sz="1800" b="1" dirty="0">
                <a:solidFill>
                  <a:srgbClr val="27509B"/>
                </a:solidFill>
                <a:latin typeface="Calibri"/>
                <a:cs typeface="Calibri"/>
              </a:rPr>
              <a:t>MISSING</a:t>
            </a:r>
            <a:r>
              <a:rPr sz="1800" b="1" spc="-35" dirty="0">
                <a:solidFill>
                  <a:srgbClr val="27509B"/>
                </a:solidFill>
                <a:latin typeface="Calibri"/>
                <a:cs typeface="Calibri"/>
              </a:rPr>
              <a:t> </a:t>
            </a:r>
            <a:r>
              <a:rPr sz="1800" b="1" spc="-10" dirty="0">
                <a:solidFill>
                  <a:srgbClr val="27509B"/>
                </a:solidFill>
                <a:latin typeface="Calibri"/>
                <a:cs typeface="Calibri"/>
              </a:rPr>
              <a:t>VALUES</a:t>
            </a:r>
            <a:endParaRPr sz="1800">
              <a:latin typeface="Calibri"/>
              <a:cs typeface="Calibri"/>
            </a:endParaRPr>
          </a:p>
        </p:txBody>
      </p:sp>
      <p:sp>
        <p:nvSpPr>
          <p:cNvPr id="3" name="object 3"/>
          <p:cNvSpPr txBox="1"/>
          <p:nvPr/>
        </p:nvSpPr>
        <p:spPr>
          <a:xfrm>
            <a:off x="709676" y="2175763"/>
            <a:ext cx="10448290" cy="343852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rows</a:t>
            </a:r>
            <a:r>
              <a:rPr sz="2000" spc="-50" dirty="0">
                <a:solidFill>
                  <a:srgbClr val="292929"/>
                </a:solidFill>
                <a:latin typeface="Calibri"/>
                <a:cs typeface="Calibri"/>
              </a:rPr>
              <a:t> </a:t>
            </a:r>
            <a:r>
              <a:rPr sz="2000" dirty="0">
                <a:solidFill>
                  <a:srgbClr val="292929"/>
                </a:solidFill>
                <a:latin typeface="Calibri"/>
                <a:cs typeface="Calibri"/>
              </a:rPr>
              <a:t>which</a:t>
            </a:r>
            <a:r>
              <a:rPr sz="2000" spc="-40" dirty="0">
                <a:solidFill>
                  <a:srgbClr val="292929"/>
                </a:solidFill>
                <a:latin typeface="Calibri"/>
                <a:cs typeface="Calibri"/>
              </a:rPr>
              <a:t> </a:t>
            </a:r>
            <a:r>
              <a:rPr sz="2000" dirty="0">
                <a:solidFill>
                  <a:srgbClr val="292929"/>
                </a:solidFill>
                <a:latin typeface="Calibri"/>
                <a:cs typeface="Calibri"/>
              </a:rPr>
              <a:t>are</a:t>
            </a:r>
            <a:r>
              <a:rPr sz="2000" spc="-35" dirty="0">
                <a:solidFill>
                  <a:srgbClr val="292929"/>
                </a:solidFill>
                <a:latin typeface="Calibri"/>
                <a:cs typeface="Calibri"/>
              </a:rPr>
              <a:t> </a:t>
            </a:r>
            <a:r>
              <a:rPr sz="2000" dirty="0">
                <a:solidFill>
                  <a:srgbClr val="292929"/>
                </a:solidFill>
                <a:latin typeface="Calibri"/>
                <a:cs typeface="Calibri"/>
              </a:rPr>
              <a:t>having</a:t>
            </a:r>
            <a:r>
              <a:rPr sz="2000" spc="-40" dirty="0">
                <a:solidFill>
                  <a:srgbClr val="292929"/>
                </a:solidFill>
                <a:latin typeface="Calibri"/>
                <a:cs typeface="Calibri"/>
              </a:rPr>
              <a:t> </a:t>
            </a:r>
            <a:r>
              <a:rPr sz="2000" dirty="0">
                <a:solidFill>
                  <a:srgbClr val="292929"/>
                </a:solidFill>
                <a:latin typeface="Calibri"/>
                <a:cs typeface="Calibri"/>
              </a:rPr>
              <a:t>one</a:t>
            </a:r>
            <a:r>
              <a:rPr sz="2000" spc="-40" dirty="0">
                <a:solidFill>
                  <a:srgbClr val="292929"/>
                </a:solidFill>
                <a:latin typeface="Calibri"/>
                <a:cs typeface="Calibri"/>
              </a:rPr>
              <a:t> </a:t>
            </a:r>
            <a:r>
              <a:rPr sz="2000" dirty="0">
                <a:solidFill>
                  <a:srgbClr val="292929"/>
                </a:solidFill>
                <a:latin typeface="Calibri"/>
                <a:cs typeface="Calibri"/>
              </a:rPr>
              <a:t>or</a:t>
            </a:r>
            <a:r>
              <a:rPr sz="2000" spc="-50" dirty="0">
                <a:solidFill>
                  <a:srgbClr val="292929"/>
                </a:solidFill>
                <a:latin typeface="Calibri"/>
                <a:cs typeface="Calibri"/>
              </a:rPr>
              <a:t> </a:t>
            </a:r>
            <a:r>
              <a:rPr sz="2000" dirty="0">
                <a:solidFill>
                  <a:srgbClr val="292929"/>
                </a:solidFill>
                <a:latin typeface="Calibri"/>
                <a:cs typeface="Calibri"/>
              </a:rPr>
              <a:t>more</a:t>
            </a:r>
            <a:r>
              <a:rPr sz="2000" spc="-30" dirty="0">
                <a:solidFill>
                  <a:srgbClr val="292929"/>
                </a:solidFill>
                <a:latin typeface="Calibri"/>
                <a:cs typeface="Calibri"/>
              </a:rPr>
              <a:t> </a:t>
            </a:r>
            <a:r>
              <a:rPr sz="2000" dirty="0">
                <a:solidFill>
                  <a:srgbClr val="292929"/>
                </a:solidFill>
                <a:latin typeface="Calibri"/>
                <a:cs typeface="Calibri"/>
              </a:rPr>
              <a:t>columns</a:t>
            </a:r>
            <a:r>
              <a:rPr sz="2000" spc="-45" dirty="0">
                <a:solidFill>
                  <a:srgbClr val="292929"/>
                </a:solidFill>
                <a:latin typeface="Calibri"/>
                <a:cs typeface="Calibri"/>
              </a:rPr>
              <a:t> </a:t>
            </a:r>
            <a:r>
              <a:rPr sz="2000" dirty="0">
                <a:solidFill>
                  <a:srgbClr val="292929"/>
                </a:solidFill>
                <a:latin typeface="Calibri"/>
                <a:cs typeface="Calibri"/>
              </a:rPr>
              <a:t>values</a:t>
            </a:r>
            <a:r>
              <a:rPr sz="2000" spc="-40" dirty="0">
                <a:solidFill>
                  <a:srgbClr val="292929"/>
                </a:solidFill>
                <a:latin typeface="Calibri"/>
                <a:cs typeface="Calibri"/>
              </a:rPr>
              <a:t> </a:t>
            </a:r>
            <a:r>
              <a:rPr sz="2000" dirty="0">
                <a:solidFill>
                  <a:srgbClr val="292929"/>
                </a:solidFill>
                <a:latin typeface="Calibri"/>
                <a:cs typeface="Calibri"/>
              </a:rPr>
              <a:t>as</a:t>
            </a:r>
            <a:r>
              <a:rPr sz="2000" spc="-35" dirty="0">
                <a:solidFill>
                  <a:srgbClr val="292929"/>
                </a:solidFill>
                <a:latin typeface="Calibri"/>
                <a:cs typeface="Calibri"/>
              </a:rPr>
              <a:t> </a:t>
            </a:r>
            <a:r>
              <a:rPr sz="2000" dirty="0">
                <a:solidFill>
                  <a:srgbClr val="292929"/>
                </a:solidFill>
                <a:latin typeface="Calibri"/>
                <a:cs typeface="Calibri"/>
              </a:rPr>
              <a:t>null</a:t>
            </a:r>
            <a:r>
              <a:rPr sz="2000" spc="-35" dirty="0">
                <a:solidFill>
                  <a:srgbClr val="292929"/>
                </a:solidFill>
                <a:latin typeface="Calibri"/>
                <a:cs typeface="Calibri"/>
              </a:rPr>
              <a:t> </a:t>
            </a:r>
            <a:r>
              <a:rPr sz="2000" dirty="0">
                <a:solidFill>
                  <a:srgbClr val="292929"/>
                </a:solidFill>
                <a:latin typeface="Calibri"/>
                <a:cs typeface="Calibri"/>
              </a:rPr>
              <a:t>can</a:t>
            </a:r>
            <a:r>
              <a:rPr sz="2000" spc="-30" dirty="0">
                <a:solidFill>
                  <a:srgbClr val="292929"/>
                </a:solidFill>
                <a:latin typeface="Calibri"/>
                <a:cs typeface="Calibri"/>
              </a:rPr>
              <a:t> </a:t>
            </a:r>
            <a:r>
              <a:rPr sz="2000" dirty="0">
                <a:solidFill>
                  <a:srgbClr val="292929"/>
                </a:solidFill>
                <a:latin typeface="Calibri"/>
                <a:cs typeface="Calibri"/>
              </a:rPr>
              <a:t>also</a:t>
            </a:r>
            <a:r>
              <a:rPr sz="2000" spc="-35" dirty="0">
                <a:solidFill>
                  <a:srgbClr val="292929"/>
                </a:solidFill>
                <a:latin typeface="Calibri"/>
                <a:cs typeface="Calibri"/>
              </a:rPr>
              <a:t> </a:t>
            </a:r>
            <a:r>
              <a:rPr sz="2000" dirty="0">
                <a:solidFill>
                  <a:srgbClr val="292929"/>
                </a:solidFill>
                <a:latin typeface="Calibri"/>
                <a:cs typeface="Calibri"/>
              </a:rPr>
              <a:t>be</a:t>
            </a:r>
            <a:r>
              <a:rPr sz="2000" spc="-45" dirty="0">
                <a:solidFill>
                  <a:srgbClr val="292929"/>
                </a:solidFill>
                <a:latin typeface="Calibri"/>
                <a:cs typeface="Calibri"/>
              </a:rPr>
              <a:t> </a:t>
            </a:r>
            <a:r>
              <a:rPr sz="2000" spc="-10" dirty="0">
                <a:solidFill>
                  <a:srgbClr val="292929"/>
                </a:solidFill>
                <a:latin typeface="Calibri"/>
                <a:cs typeface="Calibri"/>
              </a:rPr>
              <a:t>dropped.</a:t>
            </a:r>
            <a:endParaRPr sz="2000">
              <a:latin typeface="Calibri"/>
              <a:cs typeface="Calibri"/>
            </a:endParaRPr>
          </a:p>
          <a:p>
            <a:pPr>
              <a:lnSpc>
                <a:spcPct val="100000"/>
              </a:lnSpc>
              <a:spcBef>
                <a:spcPts val="1620"/>
              </a:spcBef>
            </a:pPr>
            <a:endParaRPr sz="2000">
              <a:latin typeface="Calibri"/>
              <a:cs typeface="Calibri"/>
            </a:endParaRPr>
          </a:p>
          <a:p>
            <a:pPr marL="12700">
              <a:lnSpc>
                <a:spcPct val="100000"/>
              </a:lnSpc>
            </a:pPr>
            <a:r>
              <a:rPr sz="2000" b="1" spc="-10" dirty="0">
                <a:solidFill>
                  <a:srgbClr val="292929"/>
                </a:solidFill>
                <a:latin typeface="Calibri"/>
                <a:cs typeface="Calibri"/>
              </a:rPr>
              <a:t>Pros:</a:t>
            </a:r>
            <a:endParaRPr sz="2000">
              <a:latin typeface="Calibri"/>
              <a:cs typeface="Calibri"/>
            </a:endParaRPr>
          </a:p>
          <a:p>
            <a:pPr marL="100330" indent="-97155">
              <a:lnSpc>
                <a:spcPct val="100000"/>
              </a:lnSpc>
              <a:spcBef>
                <a:spcPts val="1205"/>
              </a:spcBef>
              <a:buSzPct val="95000"/>
              <a:buFont typeface="Arial MT"/>
              <a:buChar char="•"/>
              <a:tabLst>
                <a:tab pos="100330" algn="l"/>
              </a:tabLst>
            </a:pPr>
            <a:r>
              <a:rPr sz="2000" dirty="0">
                <a:solidFill>
                  <a:srgbClr val="292929"/>
                </a:solidFill>
                <a:latin typeface="Calibri"/>
                <a:cs typeface="Calibri"/>
              </a:rPr>
              <a:t>A</a:t>
            </a:r>
            <a:r>
              <a:rPr sz="2000" spc="-45" dirty="0">
                <a:solidFill>
                  <a:srgbClr val="292929"/>
                </a:solidFill>
                <a:latin typeface="Calibri"/>
                <a:cs typeface="Calibri"/>
              </a:rPr>
              <a:t> </a:t>
            </a:r>
            <a:r>
              <a:rPr sz="2000" dirty="0">
                <a:solidFill>
                  <a:srgbClr val="292929"/>
                </a:solidFill>
                <a:latin typeface="Calibri"/>
                <a:cs typeface="Calibri"/>
              </a:rPr>
              <a:t>model</a:t>
            </a:r>
            <a:r>
              <a:rPr sz="2000" spc="-40" dirty="0">
                <a:solidFill>
                  <a:srgbClr val="292929"/>
                </a:solidFill>
                <a:latin typeface="Calibri"/>
                <a:cs typeface="Calibri"/>
              </a:rPr>
              <a:t> </a:t>
            </a:r>
            <a:r>
              <a:rPr sz="2000" spc="-10" dirty="0">
                <a:solidFill>
                  <a:srgbClr val="292929"/>
                </a:solidFill>
                <a:latin typeface="Calibri"/>
                <a:cs typeface="Calibri"/>
              </a:rPr>
              <a:t>trained</a:t>
            </a:r>
            <a:r>
              <a:rPr sz="2000" spc="-40" dirty="0">
                <a:solidFill>
                  <a:srgbClr val="292929"/>
                </a:solidFill>
                <a:latin typeface="Calibri"/>
                <a:cs typeface="Calibri"/>
              </a:rPr>
              <a:t> </a:t>
            </a:r>
            <a:r>
              <a:rPr sz="2000" dirty="0">
                <a:solidFill>
                  <a:srgbClr val="292929"/>
                </a:solidFill>
                <a:latin typeface="Calibri"/>
                <a:cs typeface="Calibri"/>
              </a:rPr>
              <a:t>with</a:t>
            </a:r>
            <a:r>
              <a:rPr sz="2000" spc="-50" dirty="0">
                <a:solidFill>
                  <a:srgbClr val="292929"/>
                </a:solidFill>
                <a:latin typeface="Calibri"/>
                <a:cs typeface="Calibri"/>
              </a:rPr>
              <a:t> </a:t>
            </a:r>
            <a:r>
              <a:rPr sz="2000" dirty="0">
                <a:solidFill>
                  <a:srgbClr val="292929"/>
                </a:solidFill>
                <a:latin typeface="Calibri"/>
                <a:cs typeface="Calibri"/>
              </a:rPr>
              <a:t>the</a:t>
            </a:r>
            <a:r>
              <a:rPr sz="2000" spc="-40" dirty="0">
                <a:solidFill>
                  <a:srgbClr val="292929"/>
                </a:solidFill>
                <a:latin typeface="Calibri"/>
                <a:cs typeface="Calibri"/>
              </a:rPr>
              <a:t> </a:t>
            </a:r>
            <a:r>
              <a:rPr sz="2000" spc="-10" dirty="0">
                <a:solidFill>
                  <a:srgbClr val="292929"/>
                </a:solidFill>
                <a:latin typeface="Calibri"/>
                <a:cs typeface="Calibri"/>
              </a:rPr>
              <a:t>removal</a:t>
            </a:r>
            <a:r>
              <a:rPr sz="2000" spc="-40" dirty="0">
                <a:solidFill>
                  <a:srgbClr val="292929"/>
                </a:solidFill>
                <a:latin typeface="Calibri"/>
                <a:cs typeface="Calibri"/>
              </a:rPr>
              <a:t> </a:t>
            </a:r>
            <a:r>
              <a:rPr sz="2000" dirty="0">
                <a:solidFill>
                  <a:srgbClr val="292929"/>
                </a:solidFill>
                <a:latin typeface="Calibri"/>
                <a:cs typeface="Calibri"/>
              </a:rPr>
              <a:t>of</a:t>
            </a:r>
            <a:r>
              <a:rPr sz="2000" spc="-50" dirty="0">
                <a:solidFill>
                  <a:srgbClr val="292929"/>
                </a:solidFill>
                <a:latin typeface="Calibri"/>
                <a:cs typeface="Calibri"/>
              </a:rPr>
              <a:t> </a:t>
            </a:r>
            <a:r>
              <a:rPr sz="2000" dirty="0">
                <a:solidFill>
                  <a:srgbClr val="292929"/>
                </a:solidFill>
                <a:latin typeface="Calibri"/>
                <a:cs typeface="Calibri"/>
              </a:rPr>
              <a:t>all</a:t>
            </a:r>
            <a:r>
              <a:rPr sz="2000" spc="-35" dirty="0">
                <a:solidFill>
                  <a:srgbClr val="292929"/>
                </a:solidFill>
                <a:latin typeface="Calibri"/>
                <a:cs typeface="Calibri"/>
              </a:rPr>
              <a:t> </a:t>
            </a:r>
            <a:r>
              <a:rPr sz="2000" dirty="0">
                <a:solidFill>
                  <a:srgbClr val="292929"/>
                </a:solidFill>
                <a:latin typeface="Calibri"/>
                <a:cs typeface="Calibri"/>
              </a:rPr>
              <a:t>missing</a:t>
            </a:r>
            <a:r>
              <a:rPr sz="2000" spc="-30" dirty="0">
                <a:solidFill>
                  <a:srgbClr val="292929"/>
                </a:solidFill>
                <a:latin typeface="Calibri"/>
                <a:cs typeface="Calibri"/>
              </a:rPr>
              <a:t> </a:t>
            </a:r>
            <a:r>
              <a:rPr sz="2000" dirty="0">
                <a:solidFill>
                  <a:srgbClr val="292929"/>
                </a:solidFill>
                <a:latin typeface="Calibri"/>
                <a:cs typeface="Calibri"/>
              </a:rPr>
              <a:t>values</a:t>
            </a:r>
            <a:r>
              <a:rPr sz="2000" spc="-50" dirty="0">
                <a:solidFill>
                  <a:srgbClr val="292929"/>
                </a:solidFill>
                <a:latin typeface="Calibri"/>
                <a:cs typeface="Calibri"/>
              </a:rPr>
              <a:t> </a:t>
            </a:r>
            <a:r>
              <a:rPr sz="2000" spc="-10" dirty="0">
                <a:solidFill>
                  <a:srgbClr val="292929"/>
                </a:solidFill>
                <a:latin typeface="Calibri"/>
                <a:cs typeface="Calibri"/>
              </a:rPr>
              <a:t>creates</a:t>
            </a:r>
            <a:r>
              <a:rPr sz="2000" spc="-20" dirty="0">
                <a:solidFill>
                  <a:srgbClr val="292929"/>
                </a:solidFill>
                <a:latin typeface="Calibri"/>
                <a:cs typeface="Calibri"/>
              </a:rPr>
              <a:t> </a:t>
            </a:r>
            <a:r>
              <a:rPr sz="2000" dirty="0">
                <a:solidFill>
                  <a:srgbClr val="292929"/>
                </a:solidFill>
                <a:latin typeface="Calibri"/>
                <a:cs typeface="Calibri"/>
              </a:rPr>
              <a:t>a</a:t>
            </a:r>
            <a:r>
              <a:rPr sz="2000" spc="-40" dirty="0">
                <a:solidFill>
                  <a:srgbClr val="292929"/>
                </a:solidFill>
                <a:latin typeface="Calibri"/>
                <a:cs typeface="Calibri"/>
              </a:rPr>
              <a:t> </a:t>
            </a:r>
            <a:r>
              <a:rPr sz="2000" dirty="0">
                <a:solidFill>
                  <a:srgbClr val="292929"/>
                </a:solidFill>
                <a:latin typeface="Calibri"/>
                <a:cs typeface="Calibri"/>
              </a:rPr>
              <a:t>robust</a:t>
            </a:r>
            <a:r>
              <a:rPr sz="2000" spc="-50" dirty="0">
                <a:solidFill>
                  <a:srgbClr val="292929"/>
                </a:solidFill>
                <a:latin typeface="Calibri"/>
                <a:cs typeface="Calibri"/>
              </a:rPr>
              <a:t> </a:t>
            </a:r>
            <a:r>
              <a:rPr sz="2000" spc="-10" dirty="0">
                <a:solidFill>
                  <a:srgbClr val="292929"/>
                </a:solidFill>
                <a:latin typeface="Calibri"/>
                <a:cs typeface="Calibri"/>
              </a:rPr>
              <a:t>model.</a:t>
            </a:r>
            <a:endParaRPr sz="2000">
              <a:latin typeface="Calibri"/>
              <a:cs typeface="Calibri"/>
            </a:endParaRPr>
          </a:p>
          <a:p>
            <a:pPr>
              <a:lnSpc>
                <a:spcPct val="100000"/>
              </a:lnSpc>
              <a:spcBef>
                <a:spcPts val="2355"/>
              </a:spcBef>
              <a:buClr>
                <a:srgbClr val="292929"/>
              </a:buClr>
              <a:buFont typeface="Arial MT"/>
              <a:buChar char="•"/>
            </a:pPr>
            <a:endParaRPr sz="2000">
              <a:latin typeface="Calibri"/>
              <a:cs typeface="Calibri"/>
            </a:endParaRPr>
          </a:p>
          <a:p>
            <a:pPr marL="12700">
              <a:lnSpc>
                <a:spcPct val="100000"/>
              </a:lnSpc>
              <a:spcBef>
                <a:spcPts val="5"/>
              </a:spcBef>
            </a:pPr>
            <a:r>
              <a:rPr sz="2000" b="1" spc="-10" dirty="0">
                <a:solidFill>
                  <a:srgbClr val="292929"/>
                </a:solidFill>
                <a:latin typeface="Calibri"/>
                <a:cs typeface="Calibri"/>
              </a:rPr>
              <a:t>Cons:</a:t>
            </a:r>
            <a:endParaRPr sz="2000">
              <a:latin typeface="Calibri"/>
              <a:cs typeface="Calibri"/>
            </a:endParaRPr>
          </a:p>
          <a:p>
            <a:pPr marL="100330" indent="-97155">
              <a:lnSpc>
                <a:spcPct val="100000"/>
              </a:lnSpc>
              <a:spcBef>
                <a:spcPts val="1200"/>
              </a:spcBef>
              <a:buSzPct val="95000"/>
              <a:buFont typeface="Arial MT"/>
              <a:buChar char="•"/>
              <a:tabLst>
                <a:tab pos="100330" algn="l"/>
              </a:tabLst>
            </a:pPr>
            <a:r>
              <a:rPr sz="2000" dirty="0">
                <a:solidFill>
                  <a:srgbClr val="292929"/>
                </a:solidFill>
                <a:latin typeface="Calibri"/>
                <a:cs typeface="Calibri"/>
              </a:rPr>
              <a:t>Loss</a:t>
            </a:r>
            <a:r>
              <a:rPr sz="2000" spc="-20" dirty="0">
                <a:solidFill>
                  <a:srgbClr val="292929"/>
                </a:solidFill>
                <a:latin typeface="Calibri"/>
                <a:cs typeface="Calibri"/>
              </a:rPr>
              <a:t> </a:t>
            </a:r>
            <a:r>
              <a:rPr sz="2000" dirty="0">
                <a:solidFill>
                  <a:srgbClr val="292929"/>
                </a:solidFill>
                <a:latin typeface="Calibri"/>
                <a:cs typeface="Calibri"/>
              </a:rPr>
              <a:t>of</a:t>
            </a:r>
            <a:r>
              <a:rPr sz="2000" spc="-10" dirty="0">
                <a:solidFill>
                  <a:srgbClr val="292929"/>
                </a:solidFill>
                <a:latin typeface="Calibri"/>
                <a:cs typeface="Calibri"/>
              </a:rPr>
              <a:t> </a:t>
            </a:r>
            <a:r>
              <a:rPr sz="2000" dirty="0">
                <a:solidFill>
                  <a:srgbClr val="292929"/>
                </a:solidFill>
                <a:latin typeface="Calibri"/>
                <a:cs typeface="Calibri"/>
              </a:rPr>
              <a:t>a</a:t>
            </a:r>
            <a:r>
              <a:rPr sz="2000" spc="-10" dirty="0">
                <a:solidFill>
                  <a:srgbClr val="292929"/>
                </a:solidFill>
                <a:latin typeface="Calibri"/>
                <a:cs typeface="Calibri"/>
              </a:rPr>
              <a:t> </a:t>
            </a:r>
            <a:r>
              <a:rPr sz="2000" dirty="0">
                <a:solidFill>
                  <a:srgbClr val="292929"/>
                </a:solidFill>
                <a:latin typeface="Calibri"/>
                <a:cs typeface="Calibri"/>
              </a:rPr>
              <a:t>lot</a:t>
            </a:r>
            <a:r>
              <a:rPr sz="2000" spc="-10" dirty="0">
                <a:solidFill>
                  <a:srgbClr val="292929"/>
                </a:solidFill>
                <a:latin typeface="Calibri"/>
                <a:cs typeface="Calibri"/>
              </a:rPr>
              <a:t> </a:t>
            </a:r>
            <a:r>
              <a:rPr sz="2000" dirty="0">
                <a:solidFill>
                  <a:srgbClr val="292929"/>
                </a:solidFill>
                <a:latin typeface="Calibri"/>
                <a:cs typeface="Calibri"/>
              </a:rPr>
              <a:t>of</a:t>
            </a:r>
            <a:r>
              <a:rPr sz="2000" spc="-5" dirty="0">
                <a:solidFill>
                  <a:srgbClr val="292929"/>
                </a:solidFill>
                <a:latin typeface="Calibri"/>
                <a:cs typeface="Calibri"/>
              </a:rPr>
              <a:t> </a:t>
            </a:r>
            <a:r>
              <a:rPr sz="2000" spc="-10" dirty="0">
                <a:solidFill>
                  <a:srgbClr val="292929"/>
                </a:solidFill>
                <a:latin typeface="Calibri"/>
                <a:cs typeface="Calibri"/>
              </a:rPr>
              <a:t>information.</a:t>
            </a:r>
            <a:endParaRPr sz="2000">
              <a:latin typeface="Calibri"/>
              <a:cs typeface="Calibri"/>
            </a:endParaRPr>
          </a:p>
          <a:p>
            <a:pPr marL="100330" indent="-97155">
              <a:lnSpc>
                <a:spcPct val="100000"/>
              </a:lnSpc>
              <a:spcBef>
                <a:spcPts val="1200"/>
              </a:spcBef>
              <a:buSzPct val="95000"/>
              <a:buFont typeface="Arial MT"/>
              <a:buChar char="•"/>
              <a:tabLst>
                <a:tab pos="100330" algn="l"/>
              </a:tabLst>
            </a:pPr>
            <a:r>
              <a:rPr sz="2000" spc="-10" dirty="0">
                <a:solidFill>
                  <a:srgbClr val="292929"/>
                </a:solidFill>
                <a:latin typeface="Calibri"/>
                <a:cs typeface="Calibri"/>
              </a:rPr>
              <a:t>Works</a:t>
            </a:r>
            <a:r>
              <a:rPr sz="2000" spc="-60" dirty="0">
                <a:solidFill>
                  <a:srgbClr val="292929"/>
                </a:solidFill>
                <a:latin typeface="Calibri"/>
                <a:cs typeface="Calibri"/>
              </a:rPr>
              <a:t> </a:t>
            </a:r>
            <a:r>
              <a:rPr sz="2000" dirty="0">
                <a:solidFill>
                  <a:srgbClr val="292929"/>
                </a:solidFill>
                <a:latin typeface="Calibri"/>
                <a:cs typeface="Calibri"/>
              </a:rPr>
              <a:t>poorly</a:t>
            </a:r>
            <a:r>
              <a:rPr sz="2000" spc="-65" dirty="0">
                <a:solidFill>
                  <a:srgbClr val="292929"/>
                </a:solidFill>
                <a:latin typeface="Calibri"/>
                <a:cs typeface="Calibri"/>
              </a:rPr>
              <a:t> </a:t>
            </a:r>
            <a:r>
              <a:rPr sz="2000" dirty="0">
                <a:solidFill>
                  <a:srgbClr val="292929"/>
                </a:solidFill>
                <a:latin typeface="Calibri"/>
                <a:cs typeface="Calibri"/>
              </a:rPr>
              <a:t>if</a:t>
            </a:r>
            <a:r>
              <a:rPr sz="2000" spc="-40" dirty="0">
                <a:solidFill>
                  <a:srgbClr val="292929"/>
                </a:solidFill>
                <a:latin typeface="Calibri"/>
                <a:cs typeface="Calibri"/>
              </a:rPr>
              <a:t> </a:t>
            </a:r>
            <a:r>
              <a:rPr sz="2000" dirty="0">
                <a:solidFill>
                  <a:srgbClr val="292929"/>
                </a:solidFill>
                <a:latin typeface="Calibri"/>
                <a:cs typeface="Calibri"/>
              </a:rPr>
              <a:t>the</a:t>
            </a:r>
            <a:r>
              <a:rPr sz="2000" spc="-45" dirty="0">
                <a:solidFill>
                  <a:srgbClr val="292929"/>
                </a:solidFill>
                <a:latin typeface="Calibri"/>
                <a:cs typeface="Calibri"/>
              </a:rPr>
              <a:t> </a:t>
            </a:r>
            <a:r>
              <a:rPr sz="2000" spc="-10" dirty="0">
                <a:solidFill>
                  <a:srgbClr val="292929"/>
                </a:solidFill>
                <a:latin typeface="Calibri"/>
                <a:cs typeface="Calibri"/>
              </a:rPr>
              <a:t>percentage</a:t>
            </a:r>
            <a:r>
              <a:rPr sz="2000" spc="-50" dirty="0">
                <a:solidFill>
                  <a:srgbClr val="292929"/>
                </a:solidFill>
                <a:latin typeface="Calibri"/>
                <a:cs typeface="Calibri"/>
              </a:rPr>
              <a:t> </a:t>
            </a:r>
            <a:r>
              <a:rPr sz="2000" dirty="0">
                <a:solidFill>
                  <a:srgbClr val="292929"/>
                </a:solidFill>
                <a:latin typeface="Calibri"/>
                <a:cs typeface="Calibri"/>
              </a:rPr>
              <a:t>of</a:t>
            </a:r>
            <a:r>
              <a:rPr sz="2000" spc="-55" dirty="0">
                <a:solidFill>
                  <a:srgbClr val="292929"/>
                </a:solidFill>
                <a:latin typeface="Calibri"/>
                <a:cs typeface="Calibri"/>
              </a:rPr>
              <a:t> </a:t>
            </a:r>
            <a:r>
              <a:rPr sz="2000" dirty="0">
                <a:solidFill>
                  <a:srgbClr val="292929"/>
                </a:solidFill>
                <a:latin typeface="Calibri"/>
                <a:cs typeface="Calibri"/>
              </a:rPr>
              <a:t>missing</a:t>
            </a:r>
            <a:r>
              <a:rPr sz="2000" spc="-25" dirty="0">
                <a:solidFill>
                  <a:srgbClr val="292929"/>
                </a:solidFill>
                <a:latin typeface="Calibri"/>
                <a:cs typeface="Calibri"/>
              </a:rPr>
              <a:t> </a:t>
            </a:r>
            <a:r>
              <a:rPr sz="2000" dirty="0">
                <a:solidFill>
                  <a:srgbClr val="292929"/>
                </a:solidFill>
                <a:latin typeface="Calibri"/>
                <a:cs typeface="Calibri"/>
              </a:rPr>
              <a:t>values</a:t>
            </a:r>
            <a:r>
              <a:rPr sz="2000" spc="-55" dirty="0">
                <a:solidFill>
                  <a:srgbClr val="292929"/>
                </a:solidFill>
                <a:latin typeface="Calibri"/>
                <a:cs typeface="Calibri"/>
              </a:rPr>
              <a:t> </a:t>
            </a:r>
            <a:r>
              <a:rPr sz="2000" dirty="0">
                <a:solidFill>
                  <a:srgbClr val="292929"/>
                </a:solidFill>
                <a:latin typeface="Calibri"/>
                <a:cs typeface="Calibri"/>
              </a:rPr>
              <a:t>is</a:t>
            </a:r>
            <a:r>
              <a:rPr sz="2000" spc="-35" dirty="0">
                <a:solidFill>
                  <a:srgbClr val="292929"/>
                </a:solidFill>
                <a:latin typeface="Calibri"/>
                <a:cs typeface="Calibri"/>
              </a:rPr>
              <a:t> </a:t>
            </a:r>
            <a:r>
              <a:rPr sz="2000" spc="-10" dirty="0">
                <a:solidFill>
                  <a:srgbClr val="292929"/>
                </a:solidFill>
                <a:latin typeface="Calibri"/>
                <a:cs typeface="Calibri"/>
              </a:rPr>
              <a:t>excessive</a:t>
            </a:r>
            <a:r>
              <a:rPr sz="2000" spc="-15" dirty="0">
                <a:solidFill>
                  <a:srgbClr val="292929"/>
                </a:solidFill>
                <a:latin typeface="Calibri"/>
                <a:cs typeface="Calibri"/>
              </a:rPr>
              <a:t> </a:t>
            </a:r>
            <a:r>
              <a:rPr sz="2000" dirty="0">
                <a:solidFill>
                  <a:srgbClr val="292929"/>
                </a:solidFill>
                <a:latin typeface="Calibri"/>
                <a:cs typeface="Calibri"/>
              </a:rPr>
              <a:t>in</a:t>
            </a:r>
            <a:r>
              <a:rPr sz="2000" spc="-50" dirty="0">
                <a:solidFill>
                  <a:srgbClr val="292929"/>
                </a:solidFill>
                <a:latin typeface="Calibri"/>
                <a:cs typeface="Calibri"/>
              </a:rPr>
              <a:t> </a:t>
            </a:r>
            <a:r>
              <a:rPr sz="2000" dirty="0">
                <a:solidFill>
                  <a:srgbClr val="292929"/>
                </a:solidFill>
                <a:latin typeface="Calibri"/>
                <a:cs typeface="Calibri"/>
              </a:rPr>
              <a:t>comparison</a:t>
            </a:r>
            <a:r>
              <a:rPr sz="2000" spc="-50" dirty="0">
                <a:solidFill>
                  <a:srgbClr val="292929"/>
                </a:solidFill>
                <a:latin typeface="Calibri"/>
                <a:cs typeface="Calibri"/>
              </a:rPr>
              <a:t> </a:t>
            </a:r>
            <a:r>
              <a:rPr sz="2000" dirty="0">
                <a:solidFill>
                  <a:srgbClr val="292929"/>
                </a:solidFill>
                <a:latin typeface="Calibri"/>
                <a:cs typeface="Calibri"/>
              </a:rPr>
              <a:t>to</a:t>
            </a:r>
            <a:r>
              <a:rPr sz="2000" spc="-45" dirty="0">
                <a:solidFill>
                  <a:srgbClr val="292929"/>
                </a:solidFill>
                <a:latin typeface="Calibri"/>
                <a:cs typeface="Calibri"/>
              </a:rPr>
              <a:t> </a:t>
            </a:r>
            <a:r>
              <a:rPr sz="2000" dirty="0">
                <a:solidFill>
                  <a:srgbClr val="292929"/>
                </a:solidFill>
                <a:latin typeface="Calibri"/>
                <a:cs typeface="Calibri"/>
              </a:rPr>
              <a:t>the</a:t>
            </a:r>
            <a:r>
              <a:rPr sz="2000" spc="-50" dirty="0">
                <a:solidFill>
                  <a:srgbClr val="292929"/>
                </a:solidFill>
                <a:latin typeface="Calibri"/>
                <a:cs typeface="Calibri"/>
              </a:rPr>
              <a:t> </a:t>
            </a:r>
            <a:r>
              <a:rPr sz="2000" dirty="0">
                <a:solidFill>
                  <a:srgbClr val="292929"/>
                </a:solidFill>
                <a:latin typeface="Calibri"/>
                <a:cs typeface="Calibri"/>
              </a:rPr>
              <a:t>complete</a:t>
            </a:r>
            <a:r>
              <a:rPr sz="2000" spc="-45" dirty="0">
                <a:solidFill>
                  <a:srgbClr val="292929"/>
                </a:solidFill>
                <a:latin typeface="Calibri"/>
                <a:cs typeface="Calibri"/>
              </a:rPr>
              <a:t> </a:t>
            </a:r>
            <a:r>
              <a:rPr sz="2000" spc="-10" dirty="0">
                <a:solidFill>
                  <a:srgbClr val="292929"/>
                </a:solidFill>
                <a:latin typeface="Calibri"/>
                <a:cs typeface="Calibri"/>
              </a:rPr>
              <a:t>dataset.</a:t>
            </a:r>
            <a:endParaRPr sz="2000">
              <a:latin typeface="Calibri"/>
              <a:cs typeface="Calibri"/>
            </a:endParaRPr>
          </a:p>
        </p:txBody>
      </p:sp>
      <p:sp>
        <p:nvSpPr>
          <p:cNvPr id="4" name="object 4"/>
          <p:cNvSpPr txBox="1">
            <a:spLocks noGrp="1"/>
          </p:cNvSpPr>
          <p:nvPr>
            <p:ph type="title"/>
          </p:nvPr>
        </p:nvSpPr>
        <p:spPr>
          <a:xfrm>
            <a:off x="709676" y="1565605"/>
            <a:ext cx="8468995"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292929"/>
                </a:solidFill>
                <a:latin typeface="Calibri"/>
                <a:cs typeface="Calibri"/>
              </a:rPr>
              <a:t>Missing</a:t>
            </a:r>
            <a:r>
              <a:rPr sz="2000" spc="-35" dirty="0">
                <a:solidFill>
                  <a:srgbClr val="292929"/>
                </a:solidFill>
                <a:latin typeface="Calibri"/>
                <a:cs typeface="Calibri"/>
              </a:rPr>
              <a:t> </a:t>
            </a:r>
            <a:r>
              <a:rPr sz="2000" dirty="0">
                <a:solidFill>
                  <a:srgbClr val="292929"/>
                </a:solidFill>
                <a:latin typeface="Calibri"/>
                <a:cs typeface="Calibri"/>
              </a:rPr>
              <a:t>values</a:t>
            </a:r>
            <a:r>
              <a:rPr sz="2000" spc="-40" dirty="0">
                <a:solidFill>
                  <a:srgbClr val="292929"/>
                </a:solidFill>
                <a:latin typeface="Calibri"/>
                <a:cs typeface="Calibri"/>
              </a:rPr>
              <a:t> </a:t>
            </a:r>
            <a:r>
              <a:rPr sz="2000" dirty="0">
                <a:solidFill>
                  <a:srgbClr val="292929"/>
                </a:solidFill>
                <a:latin typeface="Calibri"/>
                <a:cs typeface="Calibri"/>
              </a:rPr>
              <a:t>can</a:t>
            </a:r>
            <a:r>
              <a:rPr sz="2000" spc="-45" dirty="0">
                <a:solidFill>
                  <a:srgbClr val="292929"/>
                </a:solidFill>
                <a:latin typeface="Calibri"/>
                <a:cs typeface="Calibri"/>
              </a:rPr>
              <a:t> </a:t>
            </a:r>
            <a:r>
              <a:rPr sz="2000" dirty="0">
                <a:solidFill>
                  <a:srgbClr val="292929"/>
                </a:solidFill>
                <a:latin typeface="Calibri"/>
                <a:cs typeface="Calibri"/>
              </a:rPr>
              <a:t>be</a:t>
            </a:r>
            <a:r>
              <a:rPr sz="2000" spc="-50" dirty="0">
                <a:solidFill>
                  <a:srgbClr val="292929"/>
                </a:solidFill>
                <a:latin typeface="Calibri"/>
                <a:cs typeface="Calibri"/>
              </a:rPr>
              <a:t> </a:t>
            </a:r>
            <a:r>
              <a:rPr sz="2000" dirty="0">
                <a:solidFill>
                  <a:srgbClr val="292929"/>
                </a:solidFill>
                <a:latin typeface="Calibri"/>
                <a:cs typeface="Calibri"/>
              </a:rPr>
              <a:t>handled</a:t>
            </a:r>
            <a:r>
              <a:rPr sz="2000" spc="-45" dirty="0">
                <a:solidFill>
                  <a:srgbClr val="292929"/>
                </a:solidFill>
                <a:latin typeface="Calibri"/>
                <a:cs typeface="Calibri"/>
              </a:rPr>
              <a:t> </a:t>
            </a:r>
            <a:r>
              <a:rPr sz="2000" dirty="0">
                <a:solidFill>
                  <a:srgbClr val="292929"/>
                </a:solidFill>
                <a:latin typeface="Calibri"/>
                <a:cs typeface="Calibri"/>
              </a:rPr>
              <a:t>by</a:t>
            </a:r>
            <a:r>
              <a:rPr sz="2000" spc="-60" dirty="0">
                <a:solidFill>
                  <a:srgbClr val="292929"/>
                </a:solidFill>
                <a:latin typeface="Calibri"/>
                <a:cs typeface="Calibri"/>
              </a:rPr>
              <a:t> </a:t>
            </a:r>
            <a:r>
              <a:rPr sz="2000" dirty="0">
                <a:solidFill>
                  <a:srgbClr val="292929"/>
                </a:solidFill>
                <a:latin typeface="Calibri"/>
                <a:cs typeface="Calibri"/>
              </a:rPr>
              <a:t>deleting</a:t>
            </a:r>
            <a:r>
              <a:rPr sz="2000" spc="-35" dirty="0">
                <a:solidFill>
                  <a:srgbClr val="292929"/>
                </a:solidFill>
                <a:latin typeface="Calibri"/>
                <a:cs typeface="Calibri"/>
              </a:rPr>
              <a:t> </a:t>
            </a:r>
            <a:r>
              <a:rPr sz="2000" dirty="0">
                <a:solidFill>
                  <a:srgbClr val="292929"/>
                </a:solidFill>
                <a:latin typeface="Calibri"/>
                <a:cs typeface="Calibri"/>
              </a:rPr>
              <a:t>the</a:t>
            </a:r>
            <a:r>
              <a:rPr sz="2000" spc="-40" dirty="0">
                <a:solidFill>
                  <a:srgbClr val="292929"/>
                </a:solidFill>
                <a:latin typeface="Calibri"/>
                <a:cs typeface="Calibri"/>
              </a:rPr>
              <a:t> </a:t>
            </a:r>
            <a:r>
              <a:rPr sz="2000" dirty="0">
                <a:solidFill>
                  <a:srgbClr val="292929"/>
                </a:solidFill>
                <a:latin typeface="Calibri"/>
                <a:cs typeface="Calibri"/>
              </a:rPr>
              <a:t>rows</a:t>
            </a:r>
            <a:r>
              <a:rPr sz="2000" spc="-50" dirty="0">
                <a:solidFill>
                  <a:srgbClr val="292929"/>
                </a:solidFill>
                <a:latin typeface="Calibri"/>
                <a:cs typeface="Calibri"/>
              </a:rPr>
              <a:t> </a:t>
            </a:r>
            <a:r>
              <a:rPr sz="2000" dirty="0">
                <a:solidFill>
                  <a:srgbClr val="292929"/>
                </a:solidFill>
                <a:latin typeface="Calibri"/>
                <a:cs typeface="Calibri"/>
              </a:rPr>
              <a:t>or</a:t>
            </a:r>
            <a:r>
              <a:rPr sz="2000" spc="-40" dirty="0">
                <a:solidFill>
                  <a:srgbClr val="292929"/>
                </a:solidFill>
                <a:latin typeface="Calibri"/>
                <a:cs typeface="Calibri"/>
              </a:rPr>
              <a:t> </a:t>
            </a:r>
            <a:r>
              <a:rPr sz="2000" dirty="0">
                <a:solidFill>
                  <a:srgbClr val="292929"/>
                </a:solidFill>
                <a:latin typeface="Calibri"/>
                <a:cs typeface="Calibri"/>
              </a:rPr>
              <a:t>columns</a:t>
            </a:r>
            <a:r>
              <a:rPr sz="2000" spc="-50" dirty="0">
                <a:solidFill>
                  <a:srgbClr val="292929"/>
                </a:solidFill>
                <a:latin typeface="Calibri"/>
                <a:cs typeface="Calibri"/>
              </a:rPr>
              <a:t> </a:t>
            </a:r>
            <a:r>
              <a:rPr sz="2000" dirty="0">
                <a:solidFill>
                  <a:srgbClr val="292929"/>
                </a:solidFill>
                <a:latin typeface="Calibri"/>
                <a:cs typeface="Calibri"/>
              </a:rPr>
              <a:t>having</a:t>
            </a:r>
            <a:r>
              <a:rPr sz="2000" spc="-65" dirty="0">
                <a:solidFill>
                  <a:srgbClr val="292929"/>
                </a:solidFill>
                <a:latin typeface="Calibri"/>
                <a:cs typeface="Calibri"/>
              </a:rPr>
              <a:t> </a:t>
            </a:r>
            <a:r>
              <a:rPr sz="2000" dirty="0">
                <a:solidFill>
                  <a:srgbClr val="292929"/>
                </a:solidFill>
                <a:latin typeface="Calibri"/>
                <a:cs typeface="Calibri"/>
              </a:rPr>
              <a:t>null</a:t>
            </a:r>
            <a:r>
              <a:rPr sz="2000" spc="-35" dirty="0">
                <a:solidFill>
                  <a:srgbClr val="292929"/>
                </a:solidFill>
                <a:latin typeface="Calibri"/>
                <a:cs typeface="Calibri"/>
              </a:rPr>
              <a:t> </a:t>
            </a:r>
            <a:r>
              <a:rPr sz="2000" spc="-10" dirty="0">
                <a:solidFill>
                  <a:srgbClr val="292929"/>
                </a:solidFill>
                <a:latin typeface="Calibri"/>
                <a:cs typeface="Calibri"/>
              </a:rPr>
              <a:t>values.</a:t>
            </a:r>
            <a:endParaRPr sz="20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0051" y="849248"/>
            <a:ext cx="10788650" cy="4963795"/>
          </a:xfrm>
          <a:prstGeom prst="rect">
            <a:avLst/>
          </a:prstGeom>
        </p:spPr>
        <p:txBody>
          <a:bodyPr vert="horz" wrap="square" lIns="0" tIns="12700" rIns="0" bIns="0" rtlCol="0">
            <a:spAutoFit/>
          </a:bodyPr>
          <a:lstStyle/>
          <a:p>
            <a:pPr marL="259079">
              <a:lnSpc>
                <a:spcPct val="100000"/>
              </a:lnSpc>
              <a:spcBef>
                <a:spcPts val="100"/>
              </a:spcBef>
            </a:pPr>
            <a:r>
              <a:rPr sz="1800" b="1" dirty="0">
                <a:solidFill>
                  <a:srgbClr val="27509B"/>
                </a:solidFill>
                <a:latin typeface="Calibri"/>
                <a:cs typeface="Calibri"/>
              </a:rPr>
              <a:t>IMPUTE</a:t>
            </a:r>
            <a:r>
              <a:rPr sz="1800" b="1" spc="-30" dirty="0">
                <a:solidFill>
                  <a:srgbClr val="27509B"/>
                </a:solidFill>
                <a:latin typeface="Calibri"/>
                <a:cs typeface="Calibri"/>
              </a:rPr>
              <a:t> </a:t>
            </a:r>
            <a:r>
              <a:rPr sz="1800" b="1" dirty="0">
                <a:solidFill>
                  <a:srgbClr val="27509B"/>
                </a:solidFill>
                <a:latin typeface="Calibri"/>
                <a:cs typeface="Calibri"/>
              </a:rPr>
              <a:t>MISSING</a:t>
            </a:r>
            <a:r>
              <a:rPr sz="1800" b="1" spc="-30" dirty="0">
                <a:solidFill>
                  <a:srgbClr val="27509B"/>
                </a:solidFill>
                <a:latin typeface="Calibri"/>
                <a:cs typeface="Calibri"/>
              </a:rPr>
              <a:t> </a:t>
            </a:r>
            <a:r>
              <a:rPr sz="1800" b="1" spc="-20" dirty="0">
                <a:solidFill>
                  <a:srgbClr val="27509B"/>
                </a:solidFill>
                <a:latin typeface="Calibri"/>
                <a:cs typeface="Calibri"/>
              </a:rPr>
              <a:t>VALUES </a:t>
            </a:r>
            <a:r>
              <a:rPr sz="1800" b="1" dirty="0">
                <a:solidFill>
                  <a:srgbClr val="27509B"/>
                </a:solidFill>
                <a:latin typeface="Calibri"/>
                <a:cs typeface="Calibri"/>
              </a:rPr>
              <a:t>WITH</a:t>
            </a:r>
            <a:r>
              <a:rPr sz="1800" b="1" spc="-15" dirty="0">
                <a:solidFill>
                  <a:srgbClr val="27509B"/>
                </a:solidFill>
                <a:latin typeface="Calibri"/>
                <a:cs typeface="Calibri"/>
              </a:rPr>
              <a:t> </a:t>
            </a:r>
            <a:r>
              <a:rPr sz="1800" b="1" spc="-10" dirty="0">
                <a:solidFill>
                  <a:srgbClr val="27509B"/>
                </a:solidFill>
                <a:latin typeface="Calibri"/>
                <a:cs typeface="Calibri"/>
              </a:rPr>
              <a:t>MEAN/MEDIAN</a:t>
            </a:r>
            <a:endParaRPr sz="1800">
              <a:latin typeface="Calibri"/>
              <a:cs typeface="Calibri"/>
            </a:endParaRPr>
          </a:p>
          <a:p>
            <a:pPr>
              <a:lnSpc>
                <a:spcPct val="100000"/>
              </a:lnSpc>
              <a:spcBef>
                <a:spcPts val="1085"/>
              </a:spcBef>
            </a:pPr>
            <a:endParaRPr sz="1800">
              <a:latin typeface="Calibri"/>
              <a:cs typeface="Calibri"/>
            </a:endParaRPr>
          </a:p>
          <a:p>
            <a:pPr marL="12700">
              <a:lnSpc>
                <a:spcPct val="100000"/>
              </a:lnSpc>
            </a:pPr>
            <a:r>
              <a:rPr sz="1800" dirty="0">
                <a:solidFill>
                  <a:srgbClr val="292929"/>
                </a:solidFill>
                <a:latin typeface="Calibri"/>
                <a:cs typeface="Calibri"/>
              </a:rPr>
              <a:t>Columns</a:t>
            </a:r>
            <a:r>
              <a:rPr sz="1800" spc="-25" dirty="0">
                <a:solidFill>
                  <a:srgbClr val="292929"/>
                </a:solidFill>
                <a:latin typeface="Calibri"/>
                <a:cs typeface="Calibri"/>
              </a:rPr>
              <a:t> </a:t>
            </a:r>
            <a:r>
              <a:rPr sz="1800" dirty="0">
                <a:solidFill>
                  <a:srgbClr val="292929"/>
                </a:solidFill>
                <a:latin typeface="Calibri"/>
                <a:cs typeface="Calibri"/>
              </a:rPr>
              <a:t>in</a:t>
            </a:r>
            <a:r>
              <a:rPr sz="1800" spc="-4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dataset</a:t>
            </a:r>
            <a:r>
              <a:rPr sz="1800" spc="-40" dirty="0">
                <a:solidFill>
                  <a:srgbClr val="292929"/>
                </a:solidFill>
                <a:latin typeface="Calibri"/>
                <a:cs typeface="Calibri"/>
              </a:rPr>
              <a:t> </a:t>
            </a:r>
            <a:r>
              <a:rPr sz="1800" dirty="0">
                <a:solidFill>
                  <a:srgbClr val="292929"/>
                </a:solidFill>
                <a:latin typeface="Calibri"/>
                <a:cs typeface="Calibri"/>
              </a:rPr>
              <a:t>which</a:t>
            </a:r>
            <a:r>
              <a:rPr sz="1800" spc="-20" dirty="0">
                <a:solidFill>
                  <a:srgbClr val="292929"/>
                </a:solidFill>
                <a:latin typeface="Calibri"/>
                <a:cs typeface="Calibri"/>
              </a:rPr>
              <a:t> </a:t>
            </a:r>
            <a:r>
              <a:rPr sz="1800" dirty="0">
                <a:solidFill>
                  <a:srgbClr val="292929"/>
                </a:solidFill>
                <a:latin typeface="Calibri"/>
                <a:cs typeface="Calibri"/>
              </a:rPr>
              <a:t>are</a:t>
            </a:r>
            <a:r>
              <a:rPr sz="1800" spc="-35" dirty="0">
                <a:solidFill>
                  <a:srgbClr val="292929"/>
                </a:solidFill>
                <a:latin typeface="Calibri"/>
                <a:cs typeface="Calibri"/>
              </a:rPr>
              <a:t> </a:t>
            </a:r>
            <a:r>
              <a:rPr sz="1800" dirty="0">
                <a:solidFill>
                  <a:srgbClr val="292929"/>
                </a:solidFill>
                <a:latin typeface="Calibri"/>
                <a:cs typeface="Calibri"/>
              </a:rPr>
              <a:t>having</a:t>
            </a:r>
            <a:r>
              <a:rPr sz="1800" spc="-35" dirty="0">
                <a:solidFill>
                  <a:srgbClr val="292929"/>
                </a:solidFill>
                <a:latin typeface="Calibri"/>
                <a:cs typeface="Calibri"/>
              </a:rPr>
              <a:t> </a:t>
            </a:r>
            <a:r>
              <a:rPr sz="1800" dirty="0">
                <a:solidFill>
                  <a:srgbClr val="292929"/>
                </a:solidFill>
                <a:latin typeface="Calibri"/>
                <a:cs typeface="Calibri"/>
              </a:rPr>
              <a:t>numeric</a:t>
            </a:r>
            <a:r>
              <a:rPr sz="1800" spc="-25" dirty="0">
                <a:solidFill>
                  <a:srgbClr val="292929"/>
                </a:solidFill>
                <a:latin typeface="Calibri"/>
                <a:cs typeface="Calibri"/>
              </a:rPr>
              <a:t> </a:t>
            </a:r>
            <a:r>
              <a:rPr sz="1800" dirty="0">
                <a:solidFill>
                  <a:srgbClr val="292929"/>
                </a:solidFill>
                <a:latin typeface="Calibri"/>
                <a:cs typeface="Calibri"/>
              </a:rPr>
              <a:t>continuous</a:t>
            </a:r>
            <a:r>
              <a:rPr sz="1800" spc="-15" dirty="0">
                <a:solidFill>
                  <a:srgbClr val="292929"/>
                </a:solidFill>
                <a:latin typeface="Calibri"/>
                <a:cs typeface="Calibri"/>
              </a:rPr>
              <a:t> </a:t>
            </a:r>
            <a:r>
              <a:rPr sz="1800" dirty="0">
                <a:solidFill>
                  <a:srgbClr val="292929"/>
                </a:solidFill>
                <a:latin typeface="Calibri"/>
                <a:cs typeface="Calibri"/>
              </a:rPr>
              <a:t>values</a:t>
            </a:r>
            <a:r>
              <a:rPr sz="1800" spc="-45" dirty="0">
                <a:solidFill>
                  <a:srgbClr val="292929"/>
                </a:solidFill>
                <a:latin typeface="Calibri"/>
                <a:cs typeface="Calibri"/>
              </a:rPr>
              <a:t> </a:t>
            </a:r>
            <a:r>
              <a:rPr sz="1800" dirty="0">
                <a:solidFill>
                  <a:srgbClr val="292929"/>
                </a:solidFill>
                <a:latin typeface="Calibri"/>
                <a:cs typeface="Calibri"/>
              </a:rPr>
              <a:t>can</a:t>
            </a:r>
            <a:r>
              <a:rPr sz="1800" spc="-30" dirty="0">
                <a:solidFill>
                  <a:srgbClr val="292929"/>
                </a:solidFill>
                <a:latin typeface="Calibri"/>
                <a:cs typeface="Calibri"/>
              </a:rPr>
              <a:t> </a:t>
            </a:r>
            <a:r>
              <a:rPr sz="1800" dirty="0">
                <a:solidFill>
                  <a:srgbClr val="292929"/>
                </a:solidFill>
                <a:latin typeface="Calibri"/>
                <a:cs typeface="Calibri"/>
              </a:rPr>
              <a:t>be</a:t>
            </a:r>
            <a:r>
              <a:rPr sz="1800" spc="-25" dirty="0">
                <a:solidFill>
                  <a:srgbClr val="292929"/>
                </a:solidFill>
                <a:latin typeface="Calibri"/>
                <a:cs typeface="Calibri"/>
              </a:rPr>
              <a:t> </a:t>
            </a:r>
            <a:r>
              <a:rPr sz="1800" dirty="0">
                <a:solidFill>
                  <a:srgbClr val="292929"/>
                </a:solidFill>
                <a:latin typeface="Calibri"/>
                <a:cs typeface="Calibri"/>
              </a:rPr>
              <a:t>replaced</a:t>
            </a:r>
            <a:r>
              <a:rPr sz="1800" spc="-25" dirty="0">
                <a:solidFill>
                  <a:srgbClr val="292929"/>
                </a:solidFill>
                <a:latin typeface="Calibri"/>
                <a:cs typeface="Calibri"/>
              </a:rPr>
              <a:t> </a:t>
            </a:r>
            <a:r>
              <a:rPr sz="1800" dirty="0">
                <a:solidFill>
                  <a:srgbClr val="292929"/>
                </a:solidFill>
                <a:latin typeface="Calibri"/>
                <a:cs typeface="Calibri"/>
              </a:rPr>
              <a:t>with</a:t>
            </a:r>
            <a:r>
              <a:rPr sz="1800" spc="-2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mean,</a:t>
            </a:r>
            <a:r>
              <a:rPr sz="1800" spc="-35" dirty="0">
                <a:solidFill>
                  <a:srgbClr val="292929"/>
                </a:solidFill>
                <a:latin typeface="Calibri"/>
                <a:cs typeface="Calibri"/>
              </a:rPr>
              <a:t> </a:t>
            </a:r>
            <a:r>
              <a:rPr sz="1800" dirty="0">
                <a:solidFill>
                  <a:srgbClr val="292929"/>
                </a:solidFill>
                <a:latin typeface="Calibri"/>
                <a:cs typeface="Calibri"/>
              </a:rPr>
              <a:t>median,</a:t>
            </a:r>
            <a:r>
              <a:rPr sz="1800" spc="-40" dirty="0">
                <a:solidFill>
                  <a:srgbClr val="292929"/>
                </a:solidFill>
                <a:latin typeface="Calibri"/>
                <a:cs typeface="Calibri"/>
              </a:rPr>
              <a:t> </a:t>
            </a:r>
            <a:r>
              <a:rPr sz="1800" spc="-25" dirty="0">
                <a:solidFill>
                  <a:srgbClr val="292929"/>
                </a:solidFill>
                <a:latin typeface="Calibri"/>
                <a:cs typeface="Calibri"/>
              </a:rPr>
              <a:t>or</a:t>
            </a:r>
            <a:endParaRPr sz="1800">
              <a:latin typeface="Calibri"/>
              <a:cs typeface="Calibri"/>
            </a:endParaRPr>
          </a:p>
          <a:p>
            <a:pPr marL="12700">
              <a:lnSpc>
                <a:spcPct val="100000"/>
              </a:lnSpc>
            </a:pPr>
            <a:r>
              <a:rPr sz="1800" dirty="0">
                <a:solidFill>
                  <a:srgbClr val="292929"/>
                </a:solidFill>
                <a:latin typeface="Calibri"/>
                <a:cs typeface="Calibri"/>
              </a:rPr>
              <a:t>mode</a:t>
            </a:r>
            <a:r>
              <a:rPr sz="1800" spc="-40" dirty="0">
                <a:solidFill>
                  <a:srgbClr val="292929"/>
                </a:solidFill>
                <a:latin typeface="Calibri"/>
                <a:cs typeface="Calibri"/>
              </a:rPr>
              <a:t> </a:t>
            </a:r>
            <a:r>
              <a:rPr sz="1800" dirty="0">
                <a:solidFill>
                  <a:srgbClr val="292929"/>
                </a:solidFill>
                <a:latin typeface="Calibri"/>
                <a:cs typeface="Calibri"/>
              </a:rPr>
              <a:t>of</a:t>
            </a:r>
            <a:r>
              <a:rPr sz="1800" spc="-30" dirty="0">
                <a:solidFill>
                  <a:srgbClr val="292929"/>
                </a:solidFill>
                <a:latin typeface="Calibri"/>
                <a:cs typeface="Calibri"/>
              </a:rPr>
              <a:t> </a:t>
            </a:r>
            <a:r>
              <a:rPr sz="1800" dirty="0">
                <a:solidFill>
                  <a:srgbClr val="292929"/>
                </a:solidFill>
                <a:latin typeface="Calibri"/>
                <a:cs typeface="Calibri"/>
              </a:rPr>
              <a:t>remaining</a:t>
            </a:r>
            <a:r>
              <a:rPr sz="1800" spc="-25" dirty="0">
                <a:solidFill>
                  <a:srgbClr val="292929"/>
                </a:solidFill>
                <a:latin typeface="Calibri"/>
                <a:cs typeface="Calibri"/>
              </a:rPr>
              <a:t> </a:t>
            </a:r>
            <a:r>
              <a:rPr sz="1800" dirty="0">
                <a:solidFill>
                  <a:srgbClr val="292929"/>
                </a:solidFill>
                <a:latin typeface="Calibri"/>
                <a:cs typeface="Calibri"/>
              </a:rPr>
              <a:t>values</a:t>
            </a:r>
            <a:r>
              <a:rPr sz="1800" spc="-35" dirty="0">
                <a:solidFill>
                  <a:srgbClr val="292929"/>
                </a:solidFill>
                <a:latin typeface="Calibri"/>
                <a:cs typeface="Calibri"/>
              </a:rPr>
              <a:t> </a:t>
            </a:r>
            <a:r>
              <a:rPr sz="1800" dirty="0">
                <a:solidFill>
                  <a:srgbClr val="292929"/>
                </a:solidFill>
                <a:latin typeface="Calibri"/>
                <a:cs typeface="Calibri"/>
              </a:rPr>
              <a:t>in</a:t>
            </a:r>
            <a:r>
              <a:rPr sz="1800" spc="-35"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column.</a:t>
            </a:r>
            <a:r>
              <a:rPr sz="1800" spc="-35" dirty="0">
                <a:solidFill>
                  <a:srgbClr val="292929"/>
                </a:solidFill>
                <a:latin typeface="Calibri"/>
                <a:cs typeface="Calibri"/>
              </a:rPr>
              <a:t> </a:t>
            </a:r>
            <a:r>
              <a:rPr sz="1800" dirty="0">
                <a:solidFill>
                  <a:srgbClr val="292929"/>
                </a:solidFill>
                <a:latin typeface="Calibri"/>
                <a:cs typeface="Calibri"/>
              </a:rPr>
              <a:t>This</a:t>
            </a:r>
            <a:r>
              <a:rPr sz="1800" spc="-40" dirty="0">
                <a:solidFill>
                  <a:srgbClr val="292929"/>
                </a:solidFill>
                <a:latin typeface="Calibri"/>
                <a:cs typeface="Calibri"/>
              </a:rPr>
              <a:t> </a:t>
            </a:r>
            <a:r>
              <a:rPr sz="1800" dirty="0">
                <a:solidFill>
                  <a:srgbClr val="292929"/>
                </a:solidFill>
                <a:latin typeface="Calibri"/>
                <a:cs typeface="Calibri"/>
              </a:rPr>
              <a:t>method</a:t>
            </a:r>
            <a:r>
              <a:rPr sz="1800" spc="-35" dirty="0">
                <a:solidFill>
                  <a:srgbClr val="292929"/>
                </a:solidFill>
                <a:latin typeface="Calibri"/>
                <a:cs typeface="Calibri"/>
              </a:rPr>
              <a:t> </a:t>
            </a:r>
            <a:r>
              <a:rPr sz="1800" dirty="0">
                <a:solidFill>
                  <a:srgbClr val="292929"/>
                </a:solidFill>
                <a:latin typeface="Calibri"/>
                <a:cs typeface="Calibri"/>
              </a:rPr>
              <a:t>can</a:t>
            </a:r>
            <a:r>
              <a:rPr sz="1800" spc="-25" dirty="0">
                <a:solidFill>
                  <a:srgbClr val="292929"/>
                </a:solidFill>
                <a:latin typeface="Calibri"/>
                <a:cs typeface="Calibri"/>
              </a:rPr>
              <a:t> </a:t>
            </a:r>
            <a:r>
              <a:rPr sz="1800" dirty="0">
                <a:solidFill>
                  <a:srgbClr val="292929"/>
                </a:solidFill>
                <a:latin typeface="Calibri"/>
                <a:cs typeface="Calibri"/>
              </a:rPr>
              <a:t>prevent</a:t>
            </a:r>
            <a:r>
              <a:rPr sz="1800" spc="-3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loss</a:t>
            </a:r>
            <a:r>
              <a:rPr sz="1800" spc="-35"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data</a:t>
            </a:r>
            <a:r>
              <a:rPr sz="1800" spc="-45" dirty="0">
                <a:solidFill>
                  <a:srgbClr val="292929"/>
                </a:solidFill>
                <a:latin typeface="Calibri"/>
                <a:cs typeface="Calibri"/>
              </a:rPr>
              <a:t> </a:t>
            </a:r>
            <a:r>
              <a:rPr sz="1800" dirty="0">
                <a:solidFill>
                  <a:srgbClr val="292929"/>
                </a:solidFill>
                <a:latin typeface="Calibri"/>
                <a:cs typeface="Calibri"/>
              </a:rPr>
              <a:t>compared</a:t>
            </a:r>
            <a:r>
              <a:rPr sz="1800" spc="-20"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earlier</a:t>
            </a:r>
            <a:r>
              <a:rPr sz="1800" spc="-30" dirty="0">
                <a:solidFill>
                  <a:srgbClr val="292929"/>
                </a:solidFill>
                <a:latin typeface="Calibri"/>
                <a:cs typeface="Calibri"/>
              </a:rPr>
              <a:t> </a:t>
            </a:r>
            <a:r>
              <a:rPr sz="1800" spc="-10" dirty="0">
                <a:solidFill>
                  <a:srgbClr val="292929"/>
                </a:solidFill>
                <a:latin typeface="Calibri"/>
                <a:cs typeface="Calibri"/>
              </a:rPr>
              <a:t>method.</a:t>
            </a:r>
            <a:endParaRPr sz="1800">
              <a:latin typeface="Calibri"/>
              <a:cs typeface="Calibri"/>
            </a:endParaRPr>
          </a:p>
          <a:p>
            <a:pPr>
              <a:lnSpc>
                <a:spcPct val="100000"/>
              </a:lnSpc>
              <a:spcBef>
                <a:spcPts val="2080"/>
              </a:spcBef>
            </a:pPr>
            <a:endParaRPr sz="1800">
              <a:latin typeface="Calibri"/>
              <a:cs typeface="Calibri"/>
            </a:endParaRPr>
          </a:p>
          <a:p>
            <a:pPr marL="12700">
              <a:lnSpc>
                <a:spcPct val="100000"/>
              </a:lnSpc>
            </a:pPr>
            <a:r>
              <a:rPr sz="1800" b="1" spc="-10" dirty="0">
                <a:solidFill>
                  <a:srgbClr val="292929"/>
                </a:solidFill>
                <a:latin typeface="Calibri"/>
                <a:cs typeface="Calibri"/>
              </a:rPr>
              <a:t>Pros:</a:t>
            </a:r>
            <a:endParaRPr sz="1800">
              <a:latin typeface="Calibri"/>
              <a:cs typeface="Calibri"/>
            </a:endParaRPr>
          </a:p>
          <a:p>
            <a:pPr marL="299085" indent="-286385">
              <a:lnSpc>
                <a:spcPct val="100000"/>
              </a:lnSpc>
              <a:spcBef>
                <a:spcPts val="1080"/>
              </a:spcBef>
              <a:buFont typeface="Arial MT"/>
              <a:buChar char="•"/>
              <a:tabLst>
                <a:tab pos="299085" algn="l"/>
              </a:tabLst>
            </a:pPr>
            <a:r>
              <a:rPr sz="1800" spc="-10" dirty="0">
                <a:solidFill>
                  <a:srgbClr val="292929"/>
                </a:solidFill>
                <a:latin typeface="Calibri"/>
                <a:cs typeface="Calibri"/>
              </a:rPr>
              <a:t>Prevent</a:t>
            </a:r>
            <a:r>
              <a:rPr sz="1800" spc="-50" dirty="0">
                <a:solidFill>
                  <a:srgbClr val="292929"/>
                </a:solidFill>
                <a:latin typeface="Calibri"/>
                <a:cs typeface="Calibri"/>
              </a:rPr>
              <a:t> </a:t>
            </a:r>
            <a:r>
              <a:rPr sz="1800" dirty="0">
                <a:solidFill>
                  <a:srgbClr val="292929"/>
                </a:solidFill>
                <a:latin typeface="Calibri"/>
                <a:cs typeface="Calibri"/>
              </a:rPr>
              <a:t>data</a:t>
            </a:r>
            <a:r>
              <a:rPr sz="1800" spc="-45" dirty="0">
                <a:solidFill>
                  <a:srgbClr val="292929"/>
                </a:solidFill>
                <a:latin typeface="Calibri"/>
                <a:cs typeface="Calibri"/>
              </a:rPr>
              <a:t> </a:t>
            </a:r>
            <a:r>
              <a:rPr sz="1800" dirty="0">
                <a:solidFill>
                  <a:srgbClr val="292929"/>
                </a:solidFill>
                <a:latin typeface="Calibri"/>
                <a:cs typeface="Calibri"/>
              </a:rPr>
              <a:t>loss</a:t>
            </a:r>
            <a:r>
              <a:rPr sz="1800" spc="-45" dirty="0">
                <a:solidFill>
                  <a:srgbClr val="292929"/>
                </a:solidFill>
                <a:latin typeface="Calibri"/>
                <a:cs typeface="Calibri"/>
              </a:rPr>
              <a:t> </a:t>
            </a:r>
            <a:r>
              <a:rPr sz="1800" dirty="0">
                <a:solidFill>
                  <a:srgbClr val="292929"/>
                </a:solidFill>
                <a:latin typeface="Calibri"/>
                <a:cs typeface="Calibri"/>
              </a:rPr>
              <a:t>which</a:t>
            </a:r>
            <a:r>
              <a:rPr sz="1800" spc="-35" dirty="0">
                <a:solidFill>
                  <a:srgbClr val="292929"/>
                </a:solidFill>
                <a:latin typeface="Calibri"/>
                <a:cs typeface="Calibri"/>
              </a:rPr>
              <a:t> </a:t>
            </a:r>
            <a:r>
              <a:rPr sz="1800" dirty="0">
                <a:solidFill>
                  <a:srgbClr val="292929"/>
                </a:solidFill>
                <a:latin typeface="Calibri"/>
                <a:cs typeface="Calibri"/>
              </a:rPr>
              <a:t>results</a:t>
            </a:r>
            <a:r>
              <a:rPr sz="1800" spc="-40" dirty="0">
                <a:solidFill>
                  <a:srgbClr val="292929"/>
                </a:solidFill>
                <a:latin typeface="Calibri"/>
                <a:cs typeface="Calibri"/>
              </a:rPr>
              <a:t> </a:t>
            </a:r>
            <a:r>
              <a:rPr sz="1800" dirty="0">
                <a:solidFill>
                  <a:srgbClr val="292929"/>
                </a:solidFill>
                <a:latin typeface="Calibri"/>
                <a:cs typeface="Calibri"/>
              </a:rPr>
              <a:t>in</a:t>
            </a:r>
            <a:r>
              <a:rPr sz="1800" spc="-35" dirty="0">
                <a:solidFill>
                  <a:srgbClr val="292929"/>
                </a:solidFill>
                <a:latin typeface="Calibri"/>
                <a:cs typeface="Calibri"/>
              </a:rPr>
              <a:t> </a:t>
            </a:r>
            <a:r>
              <a:rPr sz="1800" dirty="0">
                <a:solidFill>
                  <a:srgbClr val="292929"/>
                </a:solidFill>
                <a:latin typeface="Calibri"/>
                <a:cs typeface="Calibri"/>
              </a:rPr>
              <a:t>deletion</a:t>
            </a:r>
            <a:r>
              <a:rPr sz="1800" spc="-25" dirty="0">
                <a:solidFill>
                  <a:srgbClr val="292929"/>
                </a:solidFill>
                <a:latin typeface="Calibri"/>
                <a:cs typeface="Calibri"/>
              </a:rPr>
              <a:t> </a:t>
            </a:r>
            <a:r>
              <a:rPr sz="1800" dirty="0">
                <a:solidFill>
                  <a:srgbClr val="292929"/>
                </a:solidFill>
                <a:latin typeface="Calibri"/>
                <a:cs typeface="Calibri"/>
              </a:rPr>
              <a:t>of</a:t>
            </a:r>
            <a:r>
              <a:rPr sz="1800" spc="-50" dirty="0">
                <a:solidFill>
                  <a:srgbClr val="292929"/>
                </a:solidFill>
                <a:latin typeface="Calibri"/>
                <a:cs typeface="Calibri"/>
              </a:rPr>
              <a:t> </a:t>
            </a:r>
            <a:r>
              <a:rPr sz="1800" dirty="0">
                <a:solidFill>
                  <a:srgbClr val="292929"/>
                </a:solidFill>
                <a:latin typeface="Calibri"/>
                <a:cs typeface="Calibri"/>
              </a:rPr>
              <a:t>rows</a:t>
            </a:r>
            <a:r>
              <a:rPr sz="1800" spc="-40" dirty="0">
                <a:solidFill>
                  <a:srgbClr val="292929"/>
                </a:solidFill>
                <a:latin typeface="Calibri"/>
                <a:cs typeface="Calibri"/>
              </a:rPr>
              <a:t> </a:t>
            </a:r>
            <a:r>
              <a:rPr sz="1800" dirty="0">
                <a:solidFill>
                  <a:srgbClr val="292929"/>
                </a:solidFill>
                <a:latin typeface="Calibri"/>
                <a:cs typeface="Calibri"/>
              </a:rPr>
              <a:t>or</a:t>
            </a:r>
            <a:r>
              <a:rPr sz="1800" spc="-40" dirty="0">
                <a:solidFill>
                  <a:srgbClr val="292929"/>
                </a:solidFill>
                <a:latin typeface="Calibri"/>
                <a:cs typeface="Calibri"/>
              </a:rPr>
              <a:t> </a:t>
            </a:r>
            <a:r>
              <a:rPr sz="1800" spc="-10" dirty="0">
                <a:solidFill>
                  <a:srgbClr val="292929"/>
                </a:solidFill>
                <a:latin typeface="Calibri"/>
                <a:cs typeface="Calibri"/>
              </a:rPr>
              <a:t>columns</a:t>
            </a:r>
            <a:endParaRPr sz="1800">
              <a:latin typeface="Calibri"/>
              <a:cs typeface="Calibri"/>
            </a:endParaRPr>
          </a:p>
          <a:p>
            <a:pPr marL="299085" indent="-286385">
              <a:lnSpc>
                <a:spcPct val="100000"/>
              </a:lnSpc>
              <a:spcBef>
                <a:spcPts val="1080"/>
              </a:spcBef>
              <a:buFont typeface="Arial MT"/>
              <a:buChar char="•"/>
              <a:tabLst>
                <a:tab pos="299085" algn="l"/>
              </a:tabLst>
            </a:pPr>
            <a:r>
              <a:rPr sz="1800" spc="-10" dirty="0">
                <a:solidFill>
                  <a:srgbClr val="292929"/>
                </a:solidFill>
                <a:latin typeface="Calibri"/>
                <a:cs typeface="Calibri"/>
              </a:rPr>
              <a:t>Works</a:t>
            </a:r>
            <a:r>
              <a:rPr sz="1800" spc="-45" dirty="0">
                <a:solidFill>
                  <a:srgbClr val="292929"/>
                </a:solidFill>
                <a:latin typeface="Calibri"/>
                <a:cs typeface="Calibri"/>
              </a:rPr>
              <a:t> </a:t>
            </a:r>
            <a:r>
              <a:rPr sz="1800" dirty="0">
                <a:solidFill>
                  <a:srgbClr val="292929"/>
                </a:solidFill>
                <a:latin typeface="Calibri"/>
                <a:cs typeface="Calibri"/>
              </a:rPr>
              <a:t>well</a:t>
            </a:r>
            <a:r>
              <a:rPr sz="1800" spc="-35" dirty="0">
                <a:solidFill>
                  <a:srgbClr val="292929"/>
                </a:solidFill>
                <a:latin typeface="Calibri"/>
                <a:cs typeface="Calibri"/>
              </a:rPr>
              <a:t> </a:t>
            </a:r>
            <a:r>
              <a:rPr sz="1800" dirty="0">
                <a:solidFill>
                  <a:srgbClr val="292929"/>
                </a:solidFill>
                <a:latin typeface="Calibri"/>
                <a:cs typeface="Calibri"/>
              </a:rPr>
              <a:t>with</a:t>
            </a:r>
            <a:r>
              <a:rPr sz="1800" spc="-20"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dirty="0">
                <a:solidFill>
                  <a:srgbClr val="292929"/>
                </a:solidFill>
                <a:latin typeface="Calibri"/>
                <a:cs typeface="Calibri"/>
              </a:rPr>
              <a:t>small</a:t>
            </a:r>
            <a:r>
              <a:rPr sz="1800" spc="-40" dirty="0">
                <a:solidFill>
                  <a:srgbClr val="292929"/>
                </a:solidFill>
                <a:latin typeface="Calibri"/>
                <a:cs typeface="Calibri"/>
              </a:rPr>
              <a:t> </a:t>
            </a:r>
            <a:r>
              <a:rPr sz="1800" dirty="0">
                <a:solidFill>
                  <a:srgbClr val="292929"/>
                </a:solidFill>
                <a:latin typeface="Calibri"/>
                <a:cs typeface="Calibri"/>
              </a:rPr>
              <a:t>dataset</a:t>
            </a:r>
            <a:r>
              <a:rPr sz="1800" spc="-40" dirty="0">
                <a:solidFill>
                  <a:srgbClr val="292929"/>
                </a:solidFill>
                <a:latin typeface="Calibri"/>
                <a:cs typeface="Calibri"/>
              </a:rPr>
              <a:t> </a:t>
            </a:r>
            <a:r>
              <a:rPr sz="1800" dirty="0">
                <a:solidFill>
                  <a:srgbClr val="292929"/>
                </a:solidFill>
                <a:latin typeface="Calibri"/>
                <a:cs typeface="Calibri"/>
              </a:rPr>
              <a:t>and</a:t>
            </a:r>
            <a:r>
              <a:rPr sz="1800" spc="-35" dirty="0">
                <a:solidFill>
                  <a:srgbClr val="292929"/>
                </a:solidFill>
                <a:latin typeface="Calibri"/>
                <a:cs typeface="Calibri"/>
              </a:rPr>
              <a:t> </a:t>
            </a:r>
            <a:r>
              <a:rPr sz="1800" dirty="0">
                <a:solidFill>
                  <a:srgbClr val="292929"/>
                </a:solidFill>
                <a:latin typeface="Calibri"/>
                <a:cs typeface="Calibri"/>
              </a:rPr>
              <a:t>is</a:t>
            </a:r>
            <a:r>
              <a:rPr sz="1800" spc="-40" dirty="0">
                <a:solidFill>
                  <a:srgbClr val="292929"/>
                </a:solidFill>
                <a:latin typeface="Calibri"/>
                <a:cs typeface="Calibri"/>
              </a:rPr>
              <a:t> </a:t>
            </a:r>
            <a:r>
              <a:rPr sz="1800" dirty="0">
                <a:solidFill>
                  <a:srgbClr val="292929"/>
                </a:solidFill>
                <a:latin typeface="Calibri"/>
                <a:cs typeface="Calibri"/>
              </a:rPr>
              <a:t>easy</a:t>
            </a:r>
            <a:r>
              <a:rPr sz="1800" spc="-35"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spc="-10" dirty="0">
                <a:solidFill>
                  <a:srgbClr val="292929"/>
                </a:solidFill>
                <a:latin typeface="Calibri"/>
                <a:cs typeface="Calibri"/>
              </a:rPr>
              <a:t>implement.</a:t>
            </a:r>
            <a:endParaRPr sz="1800">
              <a:latin typeface="Calibri"/>
              <a:cs typeface="Calibri"/>
            </a:endParaRPr>
          </a:p>
          <a:p>
            <a:pPr>
              <a:lnSpc>
                <a:spcPct val="100000"/>
              </a:lnSpc>
              <a:spcBef>
                <a:spcPts val="2125"/>
              </a:spcBef>
              <a:buClr>
                <a:srgbClr val="292929"/>
              </a:buClr>
              <a:buFont typeface="Arial MT"/>
              <a:buChar char="•"/>
            </a:pPr>
            <a:endParaRPr sz="1800">
              <a:latin typeface="Calibri"/>
              <a:cs typeface="Calibri"/>
            </a:endParaRPr>
          </a:p>
          <a:p>
            <a:pPr marL="12700">
              <a:lnSpc>
                <a:spcPct val="100000"/>
              </a:lnSpc>
            </a:pPr>
            <a:r>
              <a:rPr sz="1800" b="1" spc="-10" dirty="0">
                <a:solidFill>
                  <a:srgbClr val="292929"/>
                </a:solidFill>
                <a:latin typeface="Calibri"/>
                <a:cs typeface="Calibri"/>
              </a:rPr>
              <a:t>Cons:</a:t>
            </a:r>
            <a:endParaRPr sz="1800">
              <a:latin typeface="Calibri"/>
              <a:cs typeface="Calibri"/>
            </a:endParaRPr>
          </a:p>
          <a:p>
            <a:pPr marL="299085" indent="-286385">
              <a:lnSpc>
                <a:spcPct val="100000"/>
              </a:lnSpc>
              <a:spcBef>
                <a:spcPts val="1080"/>
              </a:spcBef>
              <a:buFont typeface="Arial MT"/>
              <a:buChar char="•"/>
              <a:tabLst>
                <a:tab pos="299085" algn="l"/>
              </a:tabLst>
            </a:pPr>
            <a:r>
              <a:rPr sz="1800" spc="-10" dirty="0">
                <a:solidFill>
                  <a:srgbClr val="292929"/>
                </a:solidFill>
                <a:latin typeface="Calibri"/>
                <a:cs typeface="Calibri"/>
              </a:rPr>
              <a:t>Works</a:t>
            </a:r>
            <a:r>
              <a:rPr sz="1800" spc="-60" dirty="0">
                <a:solidFill>
                  <a:srgbClr val="292929"/>
                </a:solidFill>
                <a:latin typeface="Calibri"/>
                <a:cs typeface="Calibri"/>
              </a:rPr>
              <a:t> </a:t>
            </a:r>
            <a:r>
              <a:rPr sz="1800" dirty="0">
                <a:solidFill>
                  <a:srgbClr val="292929"/>
                </a:solidFill>
                <a:latin typeface="Calibri"/>
                <a:cs typeface="Calibri"/>
              </a:rPr>
              <a:t>only</a:t>
            </a:r>
            <a:r>
              <a:rPr sz="1800" spc="-45" dirty="0">
                <a:solidFill>
                  <a:srgbClr val="292929"/>
                </a:solidFill>
                <a:latin typeface="Calibri"/>
                <a:cs typeface="Calibri"/>
              </a:rPr>
              <a:t> </a:t>
            </a:r>
            <a:r>
              <a:rPr sz="1800" dirty="0">
                <a:solidFill>
                  <a:srgbClr val="292929"/>
                </a:solidFill>
                <a:latin typeface="Calibri"/>
                <a:cs typeface="Calibri"/>
              </a:rPr>
              <a:t>with</a:t>
            </a:r>
            <a:r>
              <a:rPr sz="1800" spc="-40" dirty="0">
                <a:solidFill>
                  <a:srgbClr val="292929"/>
                </a:solidFill>
                <a:latin typeface="Calibri"/>
                <a:cs typeface="Calibri"/>
              </a:rPr>
              <a:t> </a:t>
            </a:r>
            <a:r>
              <a:rPr sz="1800" dirty="0">
                <a:solidFill>
                  <a:srgbClr val="292929"/>
                </a:solidFill>
                <a:latin typeface="Calibri"/>
                <a:cs typeface="Calibri"/>
              </a:rPr>
              <a:t>numerical</a:t>
            </a:r>
            <a:r>
              <a:rPr sz="1800" spc="-30" dirty="0">
                <a:solidFill>
                  <a:srgbClr val="292929"/>
                </a:solidFill>
                <a:latin typeface="Calibri"/>
                <a:cs typeface="Calibri"/>
              </a:rPr>
              <a:t> </a:t>
            </a:r>
            <a:r>
              <a:rPr sz="1800" spc="-10" dirty="0">
                <a:solidFill>
                  <a:srgbClr val="292929"/>
                </a:solidFill>
                <a:latin typeface="Calibri"/>
                <a:cs typeface="Calibri"/>
              </a:rPr>
              <a:t>continuous</a:t>
            </a:r>
            <a:r>
              <a:rPr sz="1800" spc="-40" dirty="0">
                <a:solidFill>
                  <a:srgbClr val="292929"/>
                </a:solidFill>
                <a:latin typeface="Calibri"/>
                <a:cs typeface="Calibri"/>
              </a:rPr>
              <a:t> </a:t>
            </a:r>
            <a:r>
              <a:rPr sz="1800" spc="-10" dirty="0">
                <a:solidFill>
                  <a:srgbClr val="292929"/>
                </a:solidFill>
                <a:latin typeface="Calibri"/>
                <a:cs typeface="Calibri"/>
              </a:rPr>
              <a:t>variables.</a:t>
            </a:r>
            <a:endParaRPr sz="1800">
              <a:latin typeface="Calibri"/>
              <a:cs typeface="Calibri"/>
            </a:endParaRPr>
          </a:p>
          <a:p>
            <a:pPr marL="299085" indent="-286385">
              <a:lnSpc>
                <a:spcPct val="100000"/>
              </a:lnSpc>
              <a:spcBef>
                <a:spcPts val="1080"/>
              </a:spcBef>
              <a:buFont typeface="Arial MT"/>
              <a:buChar char="•"/>
              <a:tabLst>
                <a:tab pos="299085" algn="l"/>
              </a:tabLst>
            </a:pPr>
            <a:r>
              <a:rPr sz="1800" dirty="0">
                <a:solidFill>
                  <a:srgbClr val="292929"/>
                </a:solidFill>
                <a:latin typeface="Calibri"/>
                <a:cs typeface="Calibri"/>
              </a:rPr>
              <a:t>Can</a:t>
            </a:r>
            <a:r>
              <a:rPr sz="1800" spc="-50" dirty="0">
                <a:solidFill>
                  <a:srgbClr val="292929"/>
                </a:solidFill>
                <a:latin typeface="Calibri"/>
                <a:cs typeface="Calibri"/>
              </a:rPr>
              <a:t> </a:t>
            </a:r>
            <a:r>
              <a:rPr sz="1800" dirty="0">
                <a:solidFill>
                  <a:srgbClr val="292929"/>
                </a:solidFill>
                <a:latin typeface="Calibri"/>
                <a:cs typeface="Calibri"/>
              </a:rPr>
              <a:t>cause</a:t>
            </a:r>
            <a:r>
              <a:rPr sz="1800" spc="-60" dirty="0">
                <a:solidFill>
                  <a:srgbClr val="292929"/>
                </a:solidFill>
                <a:latin typeface="Calibri"/>
                <a:cs typeface="Calibri"/>
              </a:rPr>
              <a:t> </a:t>
            </a:r>
            <a:r>
              <a:rPr sz="1800" dirty="0">
                <a:solidFill>
                  <a:srgbClr val="292929"/>
                </a:solidFill>
                <a:latin typeface="Calibri"/>
                <a:cs typeface="Calibri"/>
              </a:rPr>
              <a:t>data</a:t>
            </a:r>
            <a:r>
              <a:rPr sz="1800" spc="-65" dirty="0">
                <a:solidFill>
                  <a:srgbClr val="292929"/>
                </a:solidFill>
                <a:latin typeface="Calibri"/>
                <a:cs typeface="Calibri"/>
              </a:rPr>
              <a:t> </a:t>
            </a:r>
            <a:r>
              <a:rPr sz="1800" spc="-10" dirty="0">
                <a:solidFill>
                  <a:srgbClr val="292929"/>
                </a:solidFill>
                <a:latin typeface="Calibri"/>
                <a:cs typeface="Calibri"/>
              </a:rPr>
              <a:t>leakage</a:t>
            </a:r>
            <a:endParaRPr sz="1800">
              <a:latin typeface="Calibri"/>
              <a:cs typeface="Calibri"/>
            </a:endParaRPr>
          </a:p>
          <a:p>
            <a:pPr marL="299085" indent="-286385">
              <a:lnSpc>
                <a:spcPct val="100000"/>
              </a:lnSpc>
              <a:spcBef>
                <a:spcPts val="1080"/>
              </a:spcBef>
              <a:buFont typeface="Arial MT"/>
              <a:buChar char="•"/>
              <a:tabLst>
                <a:tab pos="299085" algn="l"/>
              </a:tabLst>
            </a:pPr>
            <a:r>
              <a:rPr sz="1800" dirty="0">
                <a:solidFill>
                  <a:srgbClr val="292929"/>
                </a:solidFill>
                <a:latin typeface="Calibri"/>
                <a:cs typeface="Calibri"/>
              </a:rPr>
              <a:t>Do</a:t>
            </a:r>
            <a:r>
              <a:rPr sz="1800" spc="-50" dirty="0">
                <a:solidFill>
                  <a:srgbClr val="292929"/>
                </a:solidFill>
                <a:latin typeface="Calibri"/>
                <a:cs typeface="Calibri"/>
              </a:rPr>
              <a:t> </a:t>
            </a:r>
            <a:r>
              <a:rPr sz="1800" dirty="0">
                <a:solidFill>
                  <a:srgbClr val="292929"/>
                </a:solidFill>
                <a:latin typeface="Calibri"/>
                <a:cs typeface="Calibri"/>
              </a:rPr>
              <a:t>not</a:t>
            </a:r>
            <a:r>
              <a:rPr sz="1800" spc="-45" dirty="0">
                <a:solidFill>
                  <a:srgbClr val="292929"/>
                </a:solidFill>
                <a:latin typeface="Calibri"/>
                <a:cs typeface="Calibri"/>
              </a:rPr>
              <a:t> </a:t>
            </a:r>
            <a:r>
              <a:rPr sz="1800" dirty="0">
                <a:solidFill>
                  <a:srgbClr val="292929"/>
                </a:solidFill>
                <a:latin typeface="Calibri"/>
                <a:cs typeface="Calibri"/>
              </a:rPr>
              <a:t>factor</a:t>
            </a:r>
            <a:r>
              <a:rPr sz="1800" spc="-55"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covariance</a:t>
            </a:r>
            <a:r>
              <a:rPr sz="1800" spc="-30" dirty="0">
                <a:solidFill>
                  <a:srgbClr val="292929"/>
                </a:solidFill>
                <a:latin typeface="Calibri"/>
                <a:cs typeface="Calibri"/>
              </a:rPr>
              <a:t> </a:t>
            </a:r>
            <a:r>
              <a:rPr sz="1800" dirty="0">
                <a:solidFill>
                  <a:srgbClr val="292929"/>
                </a:solidFill>
                <a:latin typeface="Calibri"/>
                <a:cs typeface="Calibri"/>
              </a:rPr>
              <a:t>between</a:t>
            </a:r>
            <a:r>
              <a:rPr sz="1800" spc="-60" dirty="0">
                <a:solidFill>
                  <a:srgbClr val="292929"/>
                </a:solidFill>
                <a:latin typeface="Calibri"/>
                <a:cs typeface="Calibri"/>
              </a:rPr>
              <a:t> </a:t>
            </a:r>
            <a:r>
              <a:rPr sz="1800" spc="-10" dirty="0">
                <a:solidFill>
                  <a:srgbClr val="292929"/>
                </a:solidFill>
                <a:latin typeface="Calibri"/>
                <a:cs typeface="Calibri"/>
              </a:rPr>
              <a:t>features.</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9066" y="849248"/>
            <a:ext cx="10749280" cy="5079365"/>
          </a:xfrm>
          <a:prstGeom prst="rect">
            <a:avLst/>
          </a:prstGeom>
        </p:spPr>
        <p:txBody>
          <a:bodyPr vert="horz" wrap="square" lIns="0" tIns="12700" rIns="0" bIns="0" rtlCol="0">
            <a:spAutoFit/>
          </a:bodyPr>
          <a:lstStyle/>
          <a:p>
            <a:pPr marL="220345">
              <a:lnSpc>
                <a:spcPct val="100000"/>
              </a:lnSpc>
              <a:spcBef>
                <a:spcPts val="100"/>
              </a:spcBef>
            </a:pPr>
            <a:r>
              <a:rPr sz="1800" b="1" spc="-35" dirty="0">
                <a:solidFill>
                  <a:srgbClr val="27509B"/>
                </a:solidFill>
                <a:latin typeface="Calibri"/>
                <a:cs typeface="Calibri"/>
              </a:rPr>
              <a:t>IMPUTATION</a:t>
            </a:r>
            <a:r>
              <a:rPr sz="1800" b="1" spc="-40" dirty="0">
                <a:solidFill>
                  <a:srgbClr val="27509B"/>
                </a:solidFill>
                <a:latin typeface="Calibri"/>
                <a:cs typeface="Calibri"/>
              </a:rPr>
              <a:t> </a:t>
            </a:r>
            <a:r>
              <a:rPr sz="1800" b="1" dirty="0">
                <a:solidFill>
                  <a:srgbClr val="27509B"/>
                </a:solidFill>
                <a:latin typeface="Calibri"/>
                <a:cs typeface="Calibri"/>
              </a:rPr>
              <a:t>METHOD</a:t>
            </a:r>
            <a:r>
              <a:rPr sz="1800" b="1" spc="-40" dirty="0">
                <a:solidFill>
                  <a:srgbClr val="27509B"/>
                </a:solidFill>
                <a:latin typeface="Calibri"/>
                <a:cs typeface="Calibri"/>
              </a:rPr>
              <a:t> </a:t>
            </a:r>
            <a:r>
              <a:rPr sz="1800" b="1" dirty="0">
                <a:solidFill>
                  <a:srgbClr val="27509B"/>
                </a:solidFill>
                <a:latin typeface="Calibri"/>
                <a:cs typeface="Calibri"/>
              </a:rPr>
              <a:t>FOR</a:t>
            </a:r>
            <a:r>
              <a:rPr sz="1800" b="1" spc="-45" dirty="0">
                <a:solidFill>
                  <a:srgbClr val="27509B"/>
                </a:solidFill>
                <a:latin typeface="Calibri"/>
                <a:cs typeface="Calibri"/>
              </a:rPr>
              <a:t> </a:t>
            </a:r>
            <a:r>
              <a:rPr sz="1800" b="1" spc="-10" dirty="0">
                <a:solidFill>
                  <a:srgbClr val="27509B"/>
                </a:solidFill>
                <a:latin typeface="Calibri"/>
                <a:cs typeface="Calibri"/>
              </a:rPr>
              <a:t>CATEGORICAL</a:t>
            </a:r>
            <a:r>
              <a:rPr sz="1800" b="1" spc="-45" dirty="0">
                <a:solidFill>
                  <a:srgbClr val="27509B"/>
                </a:solidFill>
                <a:latin typeface="Calibri"/>
                <a:cs typeface="Calibri"/>
              </a:rPr>
              <a:t> </a:t>
            </a:r>
            <a:r>
              <a:rPr sz="1800" b="1" spc="-10" dirty="0">
                <a:solidFill>
                  <a:srgbClr val="27509B"/>
                </a:solidFill>
                <a:latin typeface="Calibri"/>
                <a:cs typeface="Calibri"/>
              </a:rPr>
              <a:t>COLUMNS</a:t>
            </a:r>
            <a:endParaRPr sz="1800">
              <a:latin typeface="Calibri"/>
              <a:cs typeface="Calibri"/>
            </a:endParaRPr>
          </a:p>
          <a:p>
            <a:pPr>
              <a:lnSpc>
                <a:spcPct val="100000"/>
              </a:lnSpc>
              <a:spcBef>
                <a:spcPts val="15"/>
              </a:spcBef>
            </a:pPr>
            <a:endParaRPr sz="1800">
              <a:latin typeface="Calibri"/>
              <a:cs typeface="Calibri"/>
            </a:endParaRPr>
          </a:p>
          <a:p>
            <a:pPr marL="12700" marR="5080">
              <a:lnSpc>
                <a:spcPct val="100000"/>
              </a:lnSpc>
            </a:pPr>
            <a:r>
              <a:rPr sz="1800" dirty="0">
                <a:solidFill>
                  <a:srgbClr val="292929"/>
                </a:solidFill>
                <a:latin typeface="Calibri"/>
                <a:cs typeface="Calibri"/>
              </a:rPr>
              <a:t>When</a:t>
            </a:r>
            <a:r>
              <a:rPr sz="1800" spc="-30" dirty="0">
                <a:solidFill>
                  <a:srgbClr val="292929"/>
                </a:solidFill>
                <a:latin typeface="Calibri"/>
                <a:cs typeface="Calibri"/>
              </a:rPr>
              <a:t> </a:t>
            </a:r>
            <a:r>
              <a:rPr sz="1800" dirty="0">
                <a:solidFill>
                  <a:srgbClr val="292929"/>
                </a:solidFill>
                <a:latin typeface="Calibri"/>
                <a:cs typeface="Calibri"/>
              </a:rPr>
              <a:t>missing</a:t>
            </a:r>
            <a:r>
              <a:rPr sz="1800" spc="-35" dirty="0">
                <a:solidFill>
                  <a:srgbClr val="292929"/>
                </a:solidFill>
                <a:latin typeface="Calibri"/>
                <a:cs typeface="Calibri"/>
              </a:rPr>
              <a:t> </a:t>
            </a:r>
            <a:r>
              <a:rPr sz="1800" dirty="0">
                <a:solidFill>
                  <a:srgbClr val="292929"/>
                </a:solidFill>
                <a:latin typeface="Calibri"/>
                <a:cs typeface="Calibri"/>
              </a:rPr>
              <a:t>values</a:t>
            </a:r>
            <a:r>
              <a:rPr sz="1800" spc="-40" dirty="0">
                <a:solidFill>
                  <a:srgbClr val="292929"/>
                </a:solidFill>
                <a:latin typeface="Calibri"/>
                <a:cs typeface="Calibri"/>
              </a:rPr>
              <a:t> </a:t>
            </a:r>
            <a:r>
              <a:rPr sz="1800" dirty="0">
                <a:solidFill>
                  <a:srgbClr val="292929"/>
                </a:solidFill>
                <a:latin typeface="Calibri"/>
                <a:cs typeface="Calibri"/>
              </a:rPr>
              <a:t>is</a:t>
            </a:r>
            <a:r>
              <a:rPr sz="1800" spc="-25" dirty="0">
                <a:solidFill>
                  <a:srgbClr val="292929"/>
                </a:solidFill>
                <a:latin typeface="Calibri"/>
                <a:cs typeface="Calibri"/>
              </a:rPr>
              <a:t> </a:t>
            </a:r>
            <a:r>
              <a:rPr sz="1800" dirty="0">
                <a:solidFill>
                  <a:srgbClr val="292929"/>
                </a:solidFill>
                <a:latin typeface="Calibri"/>
                <a:cs typeface="Calibri"/>
              </a:rPr>
              <a:t>from</a:t>
            </a:r>
            <a:r>
              <a:rPr sz="1800" spc="-35" dirty="0">
                <a:solidFill>
                  <a:srgbClr val="292929"/>
                </a:solidFill>
                <a:latin typeface="Calibri"/>
                <a:cs typeface="Calibri"/>
              </a:rPr>
              <a:t> </a:t>
            </a:r>
            <a:r>
              <a:rPr sz="1800" dirty="0">
                <a:solidFill>
                  <a:srgbClr val="292929"/>
                </a:solidFill>
                <a:latin typeface="Calibri"/>
                <a:cs typeface="Calibri"/>
              </a:rPr>
              <a:t>categorical</a:t>
            </a:r>
            <a:r>
              <a:rPr sz="1800" spc="-15" dirty="0">
                <a:solidFill>
                  <a:srgbClr val="292929"/>
                </a:solidFill>
                <a:latin typeface="Calibri"/>
                <a:cs typeface="Calibri"/>
              </a:rPr>
              <a:t> </a:t>
            </a:r>
            <a:r>
              <a:rPr sz="1800" dirty="0">
                <a:solidFill>
                  <a:srgbClr val="292929"/>
                </a:solidFill>
                <a:latin typeface="Calibri"/>
                <a:cs typeface="Calibri"/>
              </a:rPr>
              <a:t>columns</a:t>
            </a:r>
            <a:r>
              <a:rPr sz="1800" spc="-20" dirty="0">
                <a:solidFill>
                  <a:srgbClr val="292929"/>
                </a:solidFill>
                <a:latin typeface="Calibri"/>
                <a:cs typeface="Calibri"/>
              </a:rPr>
              <a:t> </a:t>
            </a:r>
            <a:r>
              <a:rPr sz="1800" dirty="0">
                <a:solidFill>
                  <a:srgbClr val="292929"/>
                </a:solidFill>
                <a:latin typeface="Calibri"/>
                <a:cs typeface="Calibri"/>
              </a:rPr>
              <a:t>(string</a:t>
            </a:r>
            <a:r>
              <a:rPr sz="1800" spc="-20" dirty="0">
                <a:solidFill>
                  <a:srgbClr val="292929"/>
                </a:solidFill>
                <a:latin typeface="Calibri"/>
                <a:cs typeface="Calibri"/>
              </a:rPr>
              <a:t> </a:t>
            </a:r>
            <a:r>
              <a:rPr sz="1800" dirty="0">
                <a:solidFill>
                  <a:srgbClr val="292929"/>
                </a:solidFill>
                <a:latin typeface="Calibri"/>
                <a:cs typeface="Calibri"/>
              </a:rPr>
              <a:t>or</a:t>
            </a:r>
            <a:r>
              <a:rPr sz="1800" spc="-35" dirty="0">
                <a:solidFill>
                  <a:srgbClr val="292929"/>
                </a:solidFill>
                <a:latin typeface="Calibri"/>
                <a:cs typeface="Calibri"/>
              </a:rPr>
              <a:t> </a:t>
            </a:r>
            <a:r>
              <a:rPr sz="1800" dirty="0">
                <a:solidFill>
                  <a:srgbClr val="292929"/>
                </a:solidFill>
                <a:latin typeface="Calibri"/>
                <a:cs typeface="Calibri"/>
              </a:rPr>
              <a:t>numerical)</a:t>
            </a:r>
            <a:r>
              <a:rPr sz="1800" spc="-15" dirty="0">
                <a:solidFill>
                  <a:srgbClr val="292929"/>
                </a:solidFill>
                <a:latin typeface="Calibri"/>
                <a:cs typeface="Calibri"/>
              </a:rPr>
              <a:t> </a:t>
            </a:r>
            <a:r>
              <a:rPr sz="1800" dirty="0">
                <a:solidFill>
                  <a:srgbClr val="292929"/>
                </a:solidFill>
                <a:latin typeface="Calibri"/>
                <a:cs typeface="Calibri"/>
              </a:rPr>
              <a:t>then</a:t>
            </a:r>
            <a:r>
              <a:rPr sz="1800" spc="-2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missing</a:t>
            </a:r>
            <a:r>
              <a:rPr sz="1800" spc="-30" dirty="0">
                <a:solidFill>
                  <a:srgbClr val="292929"/>
                </a:solidFill>
                <a:latin typeface="Calibri"/>
                <a:cs typeface="Calibri"/>
              </a:rPr>
              <a:t> </a:t>
            </a:r>
            <a:r>
              <a:rPr sz="1800" dirty="0">
                <a:solidFill>
                  <a:srgbClr val="292929"/>
                </a:solidFill>
                <a:latin typeface="Calibri"/>
                <a:cs typeface="Calibri"/>
              </a:rPr>
              <a:t>values</a:t>
            </a:r>
            <a:r>
              <a:rPr sz="1800" spc="-35" dirty="0">
                <a:solidFill>
                  <a:srgbClr val="292929"/>
                </a:solidFill>
                <a:latin typeface="Calibri"/>
                <a:cs typeface="Calibri"/>
              </a:rPr>
              <a:t> </a:t>
            </a:r>
            <a:r>
              <a:rPr sz="1800" dirty="0">
                <a:solidFill>
                  <a:srgbClr val="292929"/>
                </a:solidFill>
                <a:latin typeface="Calibri"/>
                <a:cs typeface="Calibri"/>
              </a:rPr>
              <a:t>can</a:t>
            </a:r>
            <a:r>
              <a:rPr sz="1800" spc="-20" dirty="0">
                <a:solidFill>
                  <a:srgbClr val="292929"/>
                </a:solidFill>
                <a:latin typeface="Calibri"/>
                <a:cs typeface="Calibri"/>
              </a:rPr>
              <a:t> </a:t>
            </a:r>
            <a:r>
              <a:rPr sz="1800" dirty="0">
                <a:solidFill>
                  <a:srgbClr val="292929"/>
                </a:solidFill>
                <a:latin typeface="Calibri"/>
                <a:cs typeface="Calibri"/>
              </a:rPr>
              <a:t>be</a:t>
            </a:r>
            <a:r>
              <a:rPr sz="1800" spc="-35" dirty="0">
                <a:solidFill>
                  <a:srgbClr val="292929"/>
                </a:solidFill>
                <a:latin typeface="Calibri"/>
                <a:cs typeface="Calibri"/>
              </a:rPr>
              <a:t> </a:t>
            </a:r>
            <a:r>
              <a:rPr sz="1800" dirty="0">
                <a:solidFill>
                  <a:srgbClr val="292929"/>
                </a:solidFill>
                <a:latin typeface="Calibri"/>
                <a:cs typeface="Calibri"/>
              </a:rPr>
              <a:t>replaced</a:t>
            </a:r>
            <a:r>
              <a:rPr sz="1800" spc="-10" dirty="0">
                <a:solidFill>
                  <a:srgbClr val="292929"/>
                </a:solidFill>
                <a:latin typeface="Calibri"/>
                <a:cs typeface="Calibri"/>
              </a:rPr>
              <a:t> </a:t>
            </a:r>
            <a:r>
              <a:rPr sz="1800" spc="-20" dirty="0">
                <a:solidFill>
                  <a:srgbClr val="292929"/>
                </a:solidFill>
                <a:latin typeface="Calibri"/>
                <a:cs typeface="Calibri"/>
              </a:rPr>
              <a:t>with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most</a:t>
            </a:r>
            <a:r>
              <a:rPr sz="1800" spc="-40" dirty="0">
                <a:solidFill>
                  <a:srgbClr val="292929"/>
                </a:solidFill>
                <a:latin typeface="Calibri"/>
                <a:cs typeface="Calibri"/>
              </a:rPr>
              <a:t> </a:t>
            </a:r>
            <a:r>
              <a:rPr sz="1800" dirty="0">
                <a:solidFill>
                  <a:srgbClr val="292929"/>
                </a:solidFill>
                <a:latin typeface="Calibri"/>
                <a:cs typeface="Calibri"/>
              </a:rPr>
              <a:t>frequent</a:t>
            </a:r>
            <a:r>
              <a:rPr sz="1800" spc="-30" dirty="0">
                <a:solidFill>
                  <a:srgbClr val="292929"/>
                </a:solidFill>
                <a:latin typeface="Calibri"/>
                <a:cs typeface="Calibri"/>
              </a:rPr>
              <a:t> </a:t>
            </a:r>
            <a:r>
              <a:rPr sz="1800" spc="-10" dirty="0">
                <a:solidFill>
                  <a:srgbClr val="292929"/>
                </a:solidFill>
                <a:latin typeface="Calibri"/>
                <a:cs typeface="Calibri"/>
              </a:rPr>
              <a:t>category.</a:t>
            </a:r>
            <a:endParaRPr sz="1800">
              <a:latin typeface="Calibri"/>
              <a:cs typeface="Calibri"/>
            </a:endParaRPr>
          </a:p>
          <a:p>
            <a:pPr>
              <a:lnSpc>
                <a:spcPct val="100000"/>
              </a:lnSpc>
              <a:spcBef>
                <a:spcPts val="1295"/>
              </a:spcBef>
            </a:pPr>
            <a:endParaRPr sz="1800">
              <a:latin typeface="Calibri"/>
              <a:cs typeface="Calibri"/>
            </a:endParaRPr>
          </a:p>
          <a:p>
            <a:pPr marL="12700">
              <a:lnSpc>
                <a:spcPct val="100000"/>
              </a:lnSpc>
              <a:spcBef>
                <a:spcPts val="5"/>
              </a:spcBef>
            </a:pPr>
            <a:r>
              <a:rPr sz="2000" b="1" spc="-10" dirty="0">
                <a:solidFill>
                  <a:srgbClr val="292929"/>
                </a:solidFill>
                <a:latin typeface="Calibri"/>
                <a:cs typeface="Calibri"/>
              </a:rPr>
              <a:t>Pros: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Prevent</a:t>
            </a:r>
            <a:r>
              <a:rPr sz="2000" spc="-25" dirty="0">
                <a:solidFill>
                  <a:srgbClr val="292929"/>
                </a:solidFill>
                <a:latin typeface="Calibri"/>
                <a:cs typeface="Calibri"/>
              </a:rPr>
              <a:t> </a:t>
            </a:r>
            <a:r>
              <a:rPr sz="2000" dirty="0">
                <a:solidFill>
                  <a:srgbClr val="292929"/>
                </a:solidFill>
                <a:latin typeface="Calibri"/>
                <a:cs typeface="Calibri"/>
              </a:rPr>
              <a:t>data</a:t>
            </a:r>
            <a:r>
              <a:rPr sz="2000" spc="-40" dirty="0">
                <a:solidFill>
                  <a:srgbClr val="292929"/>
                </a:solidFill>
                <a:latin typeface="Calibri"/>
                <a:cs typeface="Calibri"/>
              </a:rPr>
              <a:t> </a:t>
            </a:r>
            <a:r>
              <a:rPr sz="2000" dirty="0">
                <a:solidFill>
                  <a:srgbClr val="292929"/>
                </a:solidFill>
                <a:latin typeface="Calibri"/>
                <a:cs typeface="Calibri"/>
              </a:rPr>
              <a:t>loss</a:t>
            </a:r>
            <a:r>
              <a:rPr sz="2000" spc="-30" dirty="0">
                <a:solidFill>
                  <a:srgbClr val="292929"/>
                </a:solidFill>
                <a:latin typeface="Calibri"/>
                <a:cs typeface="Calibri"/>
              </a:rPr>
              <a:t> </a:t>
            </a:r>
            <a:r>
              <a:rPr sz="2000" dirty="0">
                <a:solidFill>
                  <a:srgbClr val="292929"/>
                </a:solidFill>
                <a:latin typeface="Calibri"/>
                <a:cs typeface="Calibri"/>
              </a:rPr>
              <a:t>which</a:t>
            </a:r>
            <a:r>
              <a:rPr sz="2000" spc="-40" dirty="0">
                <a:solidFill>
                  <a:srgbClr val="292929"/>
                </a:solidFill>
                <a:latin typeface="Calibri"/>
                <a:cs typeface="Calibri"/>
              </a:rPr>
              <a:t> </a:t>
            </a:r>
            <a:r>
              <a:rPr sz="2000" dirty="0">
                <a:solidFill>
                  <a:srgbClr val="292929"/>
                </a:solidFill>
                <a:latin typeface="Calibri"/>
                <a:cs typeface="Calibri"/>
              </a:rPr>
              <a:t>results</a:t>
            </a:r>
            <a:r>
              <a:rPr sz="2000" spc="-10" dirty="0">
                <a:solidFill>
                  <a:srgbClr val="292929"/>
                </a:solidFill>
                <a:latin typeface="Calibri"/>
                <a:cs typeface="Calibri"/>
              </a:rPr>
              <a:t> </a:t>
            </a:r>
            <a:r>
              <a:rPr sz="2000" dirty="0">
                <a:solidFill>
                  <a:srgbClr val="292929"/>
                </a:solidFill>
                <a:latin typeface="Calibri"/>
                <a:cs typeface="Calibri"/>
              </a:rPr>
              <a:t>in</a:t>
            </a:r>
            <a:r>
              <a:rPr sz="2000" spc="-50" dirty="0">
                <a:solidFill>
                  <a:srgbClr val="292929"/>
                </a:solidFill>
                <a:latin typeface="Calibri"/>
                <a:cs typeface="Calibri"/>
              </a:rPr>
              <a:t> </a:t>
            </a:r>
            <a:r>
              <a:rPr sz="2000" dirty="0">
                <a:solidFill>
                  <a:srgbClr val="292929"/>
                </a:solidFill>
                <a:latin typeface="Calibri"/>
                <a:cs typeface="Calibri"/>
              </a:rPr>
              <a:t>deletion</a:t>
            </a:r>
            <a:r>
              <a:rPr sz="2000" spc="-30" dirty="0">
                <a:solidFill>
                  <a:srgbClr val="292929"/>
                </a:solidFill>
                <a:latin typeface="Calibri"/>
                <a:cs typeface="Calibri"/>
              </a:rPr>
              <a:t> </a:t>
            </a:r>
            <a:r>
              <a:rPr sz="2000" dirty="0">
                <a:solidFill>
                  <a:srgbClr val="292929"/>
                </a:solidFill>
                <a:latin typeface="Calibri"/>
                <a:cs typeface="Calibri"/>
              </a:rPr>
              <a:t>of</a:t>
            </a:r>
            <a:r>
              <a:rPr sz="2000" spc="-40" dirty="0">
                <a:solidFill>
                  <a:srgbClr val="292929"/>
                </a:solidFill>
                <a:latin typeface="Calibri"/>
                <a:cs typeface="Calibri"/>
              </a:rPr>
              <a:t> </a:t>
            </a:r>
            <a:r>
              <a:rPr sz="2000" dirty="0">
                <a:solidFill>
                  <a:srgbClr val="292929"/>
                </a:solidFill>
                <a:latin typeface="Calibri"/>
                <a:cs typeface="Calibri"/>
              </a:rPr>
              <a:t>rows</a:t>
            </a:r>
            <a:r>
              <a:rPr sz="2000" spc="-35" dirty="0">
                <a:solidFill>
                  <a:srgbClr val="292929"/>
                </a:solidFill>
                <a:latin typeface="Calibri"/>
                <a:cs typeface="Calibri"/>
              </a:rPr>
              <a:t> </a:t>
            </a:r>
            <a:r>
              <a:rPr sz="2000" dirty="0">
                <a:solidFill>
                  <a:srgbClr val="292929"/>
                </a:solidFill>
                <a:latin typeface="Calibri"/>
                <a:cs typeface="Calibri"/>
              </a:rPr>
              <a:t>or</a:t>
            </a:r>
            <a:r>
              <a:rPr sz="2000" spc="-50" dirty="0">
                <a:solidFill>
                  <a:srgbClr val="292929"/>
                </a:solidFill>
                <a:latin typeface="Calibri"/>
                <a:cs typeface="Calibri"/>
              </a:rPr>
              <a:t> </a:t>
            </a:r>
            <a:r>
              <a:rPr sz="2000" spc="-10" dirty="0">
                <a:solidFill>
                  <a:srgbClr val="292929"/>
                </a:solidFill>
                <a:latin typeface="Calibri"/>
                <a:cs typeface="Calibri"/>
              </a:rPr>
              <a:t>columns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Works</a:t>
            </a:r>
            <a:r>
              <a:rPr sz="2000" spc="-45" dirty="0">
                <a:solidFill>
                  <a:srgbClr val="292929"/>
                </a:solidFill>
                <a:latin typeface="Calibri"/>
                <a:cs typeface="Calibri"/>
              </a:rPr>
              <a:t> </a:t>
            </a:r>
            <a:r>
              <a:rPr sz="2000" dirty="0">
                <a:solidFill>
                  <a:srgbClr val="292929"/>
                </a:solidFill>
                <a:latin typeface="Calibri"/>
                <a:cs typeface="Calibri"/>
              </a:rPr>
              <a:t>well</a:t>
            </a:r>
            <a:r>
              <a:rPr sz="2000" spc="-20" dirty="0">
                <a:solidFill>
                  <a:srgbClr val="292929"/>
                </a:solidFill>
                <a:latin typeface="Calibri"/>
                <a:cs typeface="Calibri"/>
              </a:rPr>
              <a:t> </a:t>
            </a:r>
            <a:r>
              <a:rPr sz="2000" dirty="0">
                <a:solidFill>
                  <a:srgbClr val="292929"/>
                </a:solidFill>
                <a:latin typeface="Calibri"/>
                <a:cs typeface="Calibri"/>
              </a:rPr>
              <a:t>with</a:t>
            </a:r>
            <a:r>
              <a:rPr sz="2000" spc="-25" dirty="0">
                <a:solidFill>
                  <a:srgbClr val="292929"/>
                </a:solidFill>
                <a:latin typeface="Calibri"/>
                <a:cs typeface="Calibri"/>
              </a:rPr>
              <a:t> </a:t>
            </a:r>
            <a:r>
              <a:rPr sz="2000" dirty="0">
                <a:solidFill>
                  <a:srgbClr val="292929"/>
                </a:solidFill>
                <a:latin typeface="Calibri"/>
                <a:cs typeface="Calibri"/>
              </a:rPr>
              <a:t>a</a:t>
            </a:r>
            <a:r>
              <a:rPr sz="2000" spc="-25" dirty="0">
                <a:solidFill>
                  <a:srgbClr val="292929"/>
                </a:solidFill>
                <a:latin typeface="Calibri"/>
                <a:cs typeface="Calibri"/>
              </a:rPr>
              <a:t> </a:t>
            </a:r>
            <a:r>
              <a:rPr sz="2000" dirty="0">
                <a:solidFill>
                  <a:srgbClr val="292929"/>
                </a:solidFill>
                <a:latin typeface="Calibri"/>
                <a:cs typeface="Calibri"/>
              </a:rPr>
              <a:t>small</a:t>
            </a:r>
            <a:r>
              <a:rPr sz="2000" spc="-15" dirty="0">
                <a:solidFill>
                  <a:srgbClr val="292929"/>
                </a:solidFill>
                <a:latin typeface="Calibri"/>
                <a:cs typeface="Calibri"/>
              </a:rPr>
              <a:t> </a:t>
            </a:r>
            <a:r>
              <a:rPr sz="2000" dirty="0">
                <a:solidFill>
                  <a:srgbClr val="292929"/>
                </a:solidFill>
                <a:latin typeface="Calibri"/>
                <a:cs typeface="Calibri"/>
              </a:rPr>
              <a:t>dataset</a:t>
            </a:r>
            <a:r>
              <a:rPr sz="2000" spc="-25" dirty="0">
                <a:solidFill>
                  <a:srgbClr val="292929"/>
                </a:solidFill>
                <a:latin typeface="Calibri"/>
                <a:cs typeface="Calibri"/>
              </a:rPr>
              <a:t> </a:t>
            </a:r>
            <a:r>
              <a:rPr sz="2000" dirty="0">
                <a:solidFill>
                  <a:srgbClr val="292929"/>
                </a:solidFill>
                <a:latin typeface="Calibri"/>
                <a:cs typeface="Calibri"/>
              </a:rPr>
              <a:t>and</a:t>
            </a:r>
            <a:r>
              <a:rPr sz="2000" spc="-25" dirty="0">
                <a:solidFill>
                  <a:srgbClr val="292929"/>
                </a:solidFill>
                <a:latin typeface="Calibri"/>
                <a:cs typeface="Calibri"/>
              </a:rPr>
              <a:t> </a:t>
            </a:r>
            <a:r>
              <a:rPr sz="2000" dirty="0">
                <a:solidFill>
                  <a:srgbClr val="292929"/>
                </a:solidFill>
                <a:latin typeface="Calibri"/>
                <a:cs typeface="Calibri"/>
              </a:rPr>
              <a:t>is</a:t>
            </a:r>
            <a:r>
              <a:rPr sz="2000" spc="-20" dirty="0">
                <a:solidFill>
                  <a:srgbClr val="292929"/>
                </a:solidFill>
                <a:latin typeface="Calibri"/>
                <a:cs typeface="Calibri"/>
              </a:rPr>
              <a:t> </a:t>
            </a:r>
            <a:r>
              <a:rPr sz="2000" dirty="0">
                <a:solidFill>
                  <a:srgbClr val="292929"/>
                </a:solidFill>
                <a:latin typeface="Calibri"/>
                <a:cs typeface="Calibri"/>
              </a:rPr>
              <a:t>easy</a:t>
            </a:r>
            <a:r>
              <a:rPr sz="2000" spc="-25" dirty="0">
                <a:solidFill>
                  <a:srgbClr val="292929"/>
                </a:solidFill>
                <a:latin typeface="Calibri"/>
                <a:cs typeface="Calibri"/>
              </a:rPr>
              <a:t> </a:t>
            </a:r>
            <a:r>
              <a:rPr sz="2000" dirty="0">
                <a:solidFill>
                  <a:srgbClr val="292929"/>
                </a:solidFill>
                <a:latin typeface="Calibri"/>
                <a:cs typeface="Calibri"/>
              </a:rPr>
              <a:t>to</a:t>
            </a:r>
            <a:r>
              <a:rPr sz="2000" spc="-35" dirty="0">
                <a:solidFill>
                  <a:srgbClr val="292929"/>
                </a:solidFill>
                <a:latin typeface="Calibri"/>
                <a:cs typeface="Calibri"/>
              </a:rPr>
              <a:t> </a:t>
            </a:r>
            <a:r>
              <a:rPr sz="2000" spc="-10" dirty="0">
                <a:solidFill>
                  <a:srgbClr val="292929"/>
                </a:solidFill>
                <a:latin typeface="Calibri"/>
                <a:cs typeface="Calibri"/>
              </a:rPr>
              <a:t>implement.</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Negates</a:t>
            </a:r>
            <a:r>
              <a:rPr sz="2000" spc="-25"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loss</a:t>
            </a:r>
            <a:r>
              <a:rPr sz="2000" spc="-15" dirty="0">
                <a:solidFill>
                  <a:srgbClr val="292929"/>
                </a:solidFill>
                <a:latin typeface="Calibri"/>
                <a:cs typeface="Calibri"/>
              </a:rPr>
              <a:t> </a:t>
            </a:r>
            <a:r>
              <a:rPr sz="2000" dirty="0">
                <a:solidFill>
                  <a:srgbClr val="292929"/>
                </a:solidFill>
                <a:latin typeface="Calibri"/>
                <a:cs typeface="Calibri"/>
              </a:rPr>
              <a:t>of</a:t>
            </a:r>
            <a:r>
              <a:rPr sz="2000" spc="-35" dirty="0">
                <a:solidFill>
                  <a:srgbClr val="292929"/>
                </a:solidFill>
                <a:latin typeface="Calibri"/>
                <a:cs typeface="Calibri"/>
              </a:rPr>
              <a:t> </a:t>
            </a:r>
            <a:r>
              <a:rPr sz="2000" dirty="0">
                <a:solidFill>
                  <a:srgbClr val="292929"/>
                </a:solidFill>
                <a:latin typeface="Calibri"/>
                <a:cs typeface="Calibri"/>
              </a:rPr>
              <a:t>data</a:t>
            </a:r>
            <a:r>
              <a:rPr sz="2000" spc="-15" dirty="0">
                <a:solidFill>
                  <a:srgbClr val="292929"/>
                </a:solidFill>
                <a:latin typeface="Calibri"/>
                <a:cs typeface="Calibri"/>
              </a:rPr>
              <a:t> </a:t>
            </a:r>
            <a:r>
              <a:rPr sz="2000" dirty="0">
                <a:solidFill>
                  <a:srgbClr val="292929"/>
                </a:solidFill>
                <a:latin typeface="Calibri"/>
                <a:cs typeface="Calibri"/>
              </a:rPr>
              <a:t>by</a:t>
            </a:r>
            <a:r>
              <a:rPr sz="2000" spc="-40" dirty="0">
                <a:solidFill>
                  <a:srgbClr val="292929"/>
                </a:solidFill>
                <a:latin typeface="Calibri"/>
                <a:cs typeface="Calibri"/>
              </a:rPr>
              <a:t> </a:t>
            </a:r>
            <a:r>
              <a:rPr sz="2000" dirty="0">
                <a:solidFill>
                  <a:srgbClr val="292929"/>
                </a:solidFill>
                <a:latin typeface="Calibri"/>
                <a:cs typeface="Calibri"/>
              </a:rPr>
              <a:t>adding</a:t>
            </a:r>
            <a:r>
              <a:rPr sz="2000" spc="-45" dirty="0">
                <a:solidFill>
                  <a:srgbClr val="292929"/>
                </a:solidFill>
                <a:latin typeface="Calibri"/>
                <a:cs typeface="Calibri"/>
              </a:rPr>
              <a:t> </a:t>
            </a:r>
            <a:r>
              <a:rPr sz="2000" dirty="0">
                <a:solidFill>
                  <a:srgbClr val="292929"/>
                </a:solidFill>
                <a:latin typeface="Calibri"/>
                <a:cs typeface="Calibri"/>
              </a:rPr>
              <a:t>a</a:t>
            </a:r>
            <a:r>
              <a:rPr sz="2000" spc="-30" dirty="0">
                <a:solidFill>
                  <a:srgbClr val="292929"/>
                </a:solidFill>
                <a:latin typeface="Calibri"/>
                <a:cs typeface="Calibri"/>
              </a:rPr>
              <a:t> </a:t>
            </a:r>
            <a:r>
              <a:rPr sz="2000" dirty="0">
                <a:solidFill>
                  <a:srgbClr val="292929"/>
                </a:solidFill>
                <a:latin typeface="Calibri"/>
                <a:cs typeface="Calibri"/>
              </a:rPr>
              <a:t>unique</a:t>
            </a:r>
            <a:r>
              <a:rPr sz="2000" spc="-35" dirty="0">
                <a:solidFill>
                  <a:srgbClr val="292929"/>
                </a:solidFill>
                <a:latin typeface="Calibri"/>
                <a:cs typeface="Calibri"/>
              </a:rPr>
              <a:t> </a:t>
            </a:r>
            <a:r>
              <a:rPr sz="2000" spc="-10" dirty="0">
                <a:solidFill>
                  <a:srgbClr val="292929"/>
                </a:solidFill>
                <a:latin typeface="Calibri"/>
                <a:cs typeface="Calibri"/>
              </a:rPr>
              <a:t>category</a:t>
            </a:r>
            <a:endParaRPr sz="2000">
              <a:latin typeface="Calibri"/>
              <a:cs typeface="Calibri"/>
            </a:endParaRPr>
          </a:p>
          <a:p>
            <a:pPr>
              <a:lnSpc>
                <a:spcPct val="100000"/>
              </a:lnSpc>
              <a:spcBef>
                <a:spcPts val="2360"/>
              </a:spcBef>
              <a:buClr>
                <a:srgbClr val="292929"/>
              </a:buClr>
              <a:buFont typeface="Arial MT"/>
              <a:buChar char="•"/>
            </a:pPr>
            <a:endParaRPr sz="2000">
              <a:latin typeface="Calibri"/>
              <a:cs typeface="Calibri"/>
            </a:endParaRPr>
          </a:p>
          <a:p>
            <a:pPr marL="12700">
              <a:lnSpc>
                <a:spcPct val="100000"/>
              </a:lnSpc>
            </a:pPr>
            <a:r>
              <a:rPr sz="2000" b="1" spc="-10" dirty="0">
                <a:solidFill>
                  <a:srgbClr val="292929"/>
                </a:solidFill>
                <a:latin typeface="Calibri"/>
                <a:cs typeface="Calibri"/>
              </a:rPr>
              <a:t>Cons: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Works</a:t>
            </a:r>
            <a:r>
              <a:rPr sz="2000" spc="-50" dirty="0">
                <a:solidFill>
                  <a:srgbClr val="292929"/>
                </a:solidFill>
                <a:latin typeface="Calibri"/>
                <a:cs typeface="Calibri"/>
              </a:rPr>
              <a:t> </a:t>
            </a:r>
            <a:r>
              <a:rPr sz="2000" dirty="0">
                <a:solidFill>
                  <a:srgbClr val="292929"/>
                </a:solidFill>
                <a:latin typeface="Calibri"/>
                <a:cs typeface="Calibri"/>
              </a:rPr>
              <a:t>only</a:t>
            </a:r>
            <a:r>
              <a:rPr sz="2000" spc="-50" dirty="0">
                <a:solidFill>
                  <a:srgbClr val="292929"/>
                </a:solidFill>
                <a:latin typeface="Calibri"/>
                <a:cs typeface="Calibri"/>
              </a:rPr>
              <a:t> </a:t>
            </a:r>
            <a:r>
              <a:rPr sz="2000" dirty="0">
                <a:solidFill>
                  <a:srgbClr val="292929"/>
                </a:solidFill>
                <a:latin typeface="Calibri"/>
                <a:cs typeface="Calibri"/>
              </a:rPr>
              <a:t>with</a:t>
            </a:r>
            <a:r>
              <a:rPr sz="2000" spc="-25" dirty="0">
                <a:solidFill>
                  <a:srgbClr val="292929"/>
                </a:solidFill>
                <a:latin typeface="Calibri"/>
                <a:cs typeface="Calibri"/>
              </a:rPr>
              <a:t> </a:t>
            </a:r>
            <a:r>
              <a:rPr sz="2000" dirty="0">
                <a:solidFill>
                  <a:srgbClr val="292929"/>
                </a:solidFill>
                <a:latin typeface="Calibri"/>
                <a:cs typeface="Calibri"/>
              </a:rPr>
              <a:t>categorical</a:t>
            </a:r>
            <a:r>
              <a:rPr sz="2000" spc="-30" dirty="0">
                <a:solidFill>
                  <a:srgbClr val="292929"/>
                </a:solidFill>
                <a:latin typeface="Calibri"/>
                <a:cs typeface="Calibri"/>
              </a:rPr>
              <a:t> </a:t>
            </a:r>
            <a:r>
              <a:rPr sz="2000" spc="-10" dirty="0">
                <a:solidFill>
                  <a:srgbClr val="292929"/>
                </a:solidFill>
                <a:latin typeface="Calibri"/>
                <a:cs typeface="Calibri"/>
              </a:rPr>
              <a:t>variables.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Addition</a:t>
            </a:r>
            <a:r>
              <a:rPr sz="2000" spc="-35" dirty="0">
                <a:solidFill>
                  <a:srgbClr val="292929"/>
                </a:solidFill>
                <a:latin typeface="Calibri"/>
                <a:cs typeface="Calibri"/>
              </a:rPr>
              <a:t> </a:t>
            </a:r>
            <a:r>
              <a:rPr sz="2000" dirty="0">
                <a:solidFill>
                  <a:srgbClr val="292929"/>
                </a:solidFill>
                <a:latin typeface="Calibri"/>
                <a:cs typeface="Calibri"/>
              </a:rPr>
              <a:t>of</a:t>
            </a:r>
            <a:r>
              <a:rPr sz="2000" spc="-30" dirty="0">
                <a:solidFill>
                  <a:srgbClr val="292929"/>
                </a:solidFill>
                <a:latin typeface="Calibri"/>
                <a:cs typeface="Calibri"/>
              </a:rPr>
              <a:t> </a:t>
            </a:r>
            <a:r>
              <a:rPr sz="2000" dirty="0">
                <a:solidFill>
                  <a:srgbClr val="292929"/>
                </a:solidFill>
                <a:latin typeface="Calibri"/>
                <a:cs typeface="Calibri"/>
              </a:rPr>
              <a:t>new</a:t>
            </a:r>
            <a:r>
              <a:rPr sz="2000" spc="-35" dirty="0">
                <a:solidFill>
                  <a:srgbClr val="292929"/>
                </a:solidFill>
                <a:latin typeface="Calibri"/>
                <a:cs typeface="Calibri"/>
              </a:rPr>
              <a:t> </a:t>
            </a:r>
            <a:r>
              <a:rPr sz="2000" dirty="0">
                <a:solidFill>
                  <a:srgbClr val="292929"/>
                </a:solidFill>
                <a:latin typeface="Calibri"/>
                <a:cs typeface="Calibri"/>
              </a:rPr>
              <a:t>features</a:t>
            </a:r>
            <a:r>
              <a:rPr sz="2000" spc="-20" dirty="0">
                <a:solidFill>
                  <a:srgbClr val="292929"/>
                </a:solidFill>
                <a:latin typeface="Calibri"/>
                <a:cs typeface="Calibri"/>
              </a:rPr>
              <a:t> </a:t>
            </a:r>
            <a:r>
              <a:rPr sz="2000" dirty="0">
                <a:solidFill>
                  <a:srgbClr val="292929"/>
                </a:solidFill>
                <a:latin typeface="Calibri"/>
                <a:cs typeface="Calibri"/>
              </a:rPr>
              <a:t>to</a:t>
            </a:r>
            <a:r>
              <a:rPr sz="2000" spc="-30" dirty="0">
                <a:solidFill>
                  <a:srgbClr val="292929"/>
                </a:solidFill>
                <a:latin typeface="Calibri"/>
                <a:cs typeface="Calibri"/>
              </a:rPr>
              <a:t> </a:t>
            </a:r>
            <a:r>
              <a:rPr sz="2000" dirty="0">
                <a:solidFill>
                  <a:srgbClr val="292929"/>
                </a:solidFill>
                <a:latin typeface="Calibri"/>
                <a:cs typeface="Calibri"/>
              </a:rPr>
              <a:t>the</a:t>
            </a:r>
            <a:r>
              <a:rPr sz="2000" spc="-20" dirty="0">
                <a:solidFill>
                  <a:srgbClr val="292929"/>
                </a:solidFill>
                <a:latin typeface="Calibri"/>
                <a:cs typeface="Calibri"/>
              </a:rPr>
              <a:t> </a:t>
            </a:r>
            <a:r>
              <a:rPr sz="2000" dirty="0">
                <a:solidFill>
                  <a:srgbClr val="292929"/>
                </a:solidFill>
                <a:latin typeface="Calibri"/>
                <a:cs typeface="Calibri"/>
              </a:rPr>
              <a:t>model</a:t>
            </a:r>
            <a:r>
              <a:rPr sz="2000" spc="-25" dirty="0">
                <a:solidFill>
                  <a:srgbClr val="292929"/>
                </a:solidFill>
                <a:latin typeface="Calibri"/>
                <a:cs typeface="Calibri"/>
              </a:rPr>
              <a:t> </a:t>
            </a:r>
            <a:r>
              <a:rPr sz="2000" dirty="0">
                <a:solidFill>
                  <a:srgbClr val="292929"/>
                </a:solidFill>
                <a:latin typeface="Calibri"/>
                <a:cs typeface="Calibri"/>
              </a:rPr>
              <a:t>while</a:t>
            </a:r>
            <a:r>
              <a:rPr sz="2000" spc="-20" dirty="0">
                <a:solidFill>
                  <a:srgbClr val="292929"/>
                </a:solidFill>
                <a:latin typeface="Calibri"/>
                <a:cs typeface="Calibri"/>
              </a:rPr>
              <a:t> </a:t>
            </a:r>
            <a:r>
              <a:rPr sz="2000" dirty="0">
                <a:solidFill>
                  <a:srgbClr val="292929"/>
                </a:solidFill>
                <a:latin typeface="Calibri"/>
                <a:cs typeface="Calibri"/>
              </a:rPr>
              <a:t>encoding,</a:t>
            </a:r>
            <a:r>
              <a:rPr sz="2000" spc="-50" dirty="0">
                <a:solidFill>
                  <a:srgbClr val="292929"/>
                </a:solidFill>
                <a:latin typeface="Calibri"/>
                <a:cs typeface="Calibri"/>
              </a:rPr>
              <a:t> </a:t>
            </a:r>
            <a:r>
              <a:rPr sz="2000" dirty="0">
                <a:solidFill>
                  <a:srgbClr val="292929"/>
                </a:solidFill>
                <a:latin typeface="Calibri"/>
                <a:cs typeface="Calibri"/>
              </a:rPr>
              <a:t>which</a:t>
            </a:r>
            <a:r>
              <a:rPr sz="2000" spc="-40" dirty="0">
                <a:solidFill>
                  <a:srgbClr val="292929"/>
                </a:solidFill>
                <a:latin typeface="Calibri"/>
                <a:cs typeface="Calibri"/>
              </a:rPr>
              <a:t> </a:t>
            </a:r>
            <a:r>
              <a:rPr sz="2000" dirty="0">
                <a:solidFill>
                  <a:srgbClr val="292929"/>
                </a:solidFill>
                <a:latin typeface="Calibri"/>
                <a:cs typeface="Calibri"/>
              </a:rPr>
              <a:t>may</a:t>
            </a:r>
            <a:r>
              <a:rPr sz="2000" spc="-35" dirty="0">
                <a:solidFill>
                  <a:srgbClr val="292929"/>
                </a:solidFill>
                <a:latin typeface="Calibri"/>
                <a:cs typeface="Calibri"/>
              </a:rPr>
              <a:t> </a:t>
            </a:r>
            <a:r>
              <a:rPr sz="2000" dirty="0">
                <a:solidFill>
                  <a:srgbClr val="292929"/>
                </a:solidFill>
                <a:latin typeface="Calibri"/>
                <a:cs typeface="Calibri"/>
              </a:rPr>
              <a:t>result</a:t>
            </a:r>
            <a:r>
              <a:rPr sz="2000" spc="-10" dirty="0">
                <a:solidFill>
                  <a:srgbClr val="292929"/>
                </a:solidFill>
                <a:latin typeface="Calibri"/>
                <a:cs typeface="Calibri"/>
              </a:rPr>
              <a:t> </a:t>
            </a:r>
            <a:r>
              <a:rPr sz="2000" dirty="0">
                <a:solidFill>
                  <a:srgbClr val="292929"/>
                </a:solidFill>
                <a:latin typeface="Calibri"/>
                <a:cs typeface="Calibri"/>
              </a:rPr>
              <a:t>in</a:t>
            </a:r>
            <a:r>
              <a:rPr sz="2000" spc="-20" dirty="0">
                <a:solidFill>
                  <a:srgbClr val="292929"/>
                </a:solidFill>
                <a:latin typeface="Calibri"/>
                <a:cs typeface="Calibri"/>
              </a:rPr>
              <a:t> </a:t>
            </a:r>
            <a:r>
              <a:rPr sz="2000" dirty="0">
                <a:solidFill>
                  <a:srgbClr val="292929"/>
                </a:solidFill>
                <a:latin typeface="Calibri"/>
                <a:cs typeface="Calibri"/>
              </a:rPr>
              <a:t>poor</a:t>
            </a:r>
            <a:r>
              <a:rPr sz="2000" spc="-45" dirty="0">
                <a:solidFill>
                  <a:srgbClr val="292929"/>
                </a:solidFill>
                <a:latin typeface="Calibri"/>
                <a:cs typeface="Calibri"/>
              </a:rPr>
              <a:t> </a:t>
            </a:r>
            <a:r>
              <a:rPr sz="2000" spc="-10" dirty="0">
                <a:solidFill>
                  <a:srgbClr val="292929"/>
                </a:solidFill>
                <a:latin typeface="Calibri"/>
                <a:cs typeface="Calibri"/>
              </a:rPr>
              <a:t>performance</a:t>
            </a:r>
            <a:endParaRPr sz="20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849248"/>
            <a:ext cx="29762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509B"/>
                </a:solidFill>
                <a:latin typeface="Calibri"/>
                <a:cs typeface="Calibri"/>
              </a:rPr>
              <a:t>OTHER</a:t>
            </a:r>
            <a:r>
              <a:rPr sz="1800" b="1" spc="-50" dirty="0">
                <a:solidFill>
                  <a:srgbClr val="27509B"/>
                </a:solidFill>
                <a:latin typeface="Calibri"/>
                <a:cs typeface="Calibri"/>
              </a:rPr>
              <a:t> </a:t>
            </a:r>
            <a:r>
              <a:rPr sz="1800" b="1" spc="-35" dirty="0">
                <a:solidFill>
                  <a:srgbClr val="27509B"/>
                </a:solidFill>
                <a:latin typeface="Calibri"/>
                <a:cs typeface="Calibri"/>
              </a:rPr>
              <a:t>IMPUTATION</a:t>
            </a:r>
            <a:r>
              <a:rPr sz="1800" b="1" spc="-40" dirty="0">
                <a:solidFill>
                  <a:srgbClr val="27509B"/>
                </a:solidFill>
                <a:latin typeface="Calibri"/>
                <a:cs typeface="Calibri"/>
              </a:rPr>
              <a:t> </a:t>
            </a:r>
            <a:r>
              <a:rPr sz="1800" b="1" spc="-10" dirty="0">
                <a:solidFill>
                  <a:srgbClr val="27509B"/>
                </a:solidFill>
                <a:latin typeface="Calibri"/>
                <a:cs typeface="Calibri"/>
              </a:rPr>
              <a:t>METHODS</a:t>
            </a:r>
            <a:endParaRPr sz="1800">
              <a:latin typeface="Calibri"/>
              <a:cs typeface="Calibri"/>
            </a:endParaRPr>
          </a:p>
        </p:txBody>
      </p:sp>
      <p:sp>
        <p:nvSpPr>
          <p:cNvPr id="3" name="object 3"/>
          <p:cNvSpPr txBox="1">
            <a:spLocks noGrp="1"/>
          </p:cNvSpPr>
          <p:nvPr>
            <p:ph type="title"/>
          </p:nvPr>
        </p:nvSpPr>
        <p:spPr>
          <a:xfrm>
            <a:off x="617626" y="1707261"/>
            <a:ext cx="10010775" cy="6362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292929"/>
                </a:solidFill>
                <a:latin typeface="Calibri"/>
                <a:cs typeface="Calibri"/>
              </a:rPr>
              <a:t>Depending</a:t>
            </a:r>
            <a:r>
              <a:rPr sz="2000" spc="-65" dirty="0">
                <a:solidFill>
                  <a:srgbClr val="292929"/>
                </a:solidFill>
                <a:latin typeface="Calibri"/>
                <a:cs typeface="Calibri"/>
              </a:rPr>
              <a:t> </a:t>
            </a:r>
            <a:r>
              <a:rPr sz="2000" dirty="0">
                <a:solidFill>
                  <a:srgbClr val="292929"/>
                </a:solidFill>
                <a:latin typeface="Calibri"/>
                <a:cs typeface="Calibri"/>
              </a:rPr>
              <a:t>on</a:t>
            </a:r>
            <a:r>
              <a:rPr sz="2000" spc="-55"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nature</a:t>
            </a:r>
            <a:r>
              <a:rPr sz="2000" spc="-35" dirty="0">
                <a:solidFill>
                  <a:srgbClr val="292929"/>
                </a:solidFill>
                <a:latin typeface="Calibri"/>
                <a:cs typeface="Calibri"/>
              </a:rPr>
              <a:t> </a:t>
            </a:r>
            <a:r>
              <a:rPr sz="2000" dirty="0">
                <a:solidFill>
                  <a:srgbClr val="292929"/>
                </a:solidFill>
                <a:latin typeface="Calibri"/>
                <a:cs typeface="Calibri"/>
              </a:rPr>
              <a:t>of</a:t>
            </a:r>
            <a:r>
              <a:rPr sz="2000" spc="-45"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data</a:t>
            </a:r>
            <a:r>
              <a:rPr sz="2000" spc="-35" dirty="0">
                <a:solidFill>
                  <a:srgbClr val="292929"/>
                </a:solidFill>
                <a:latin typeface="Calibri"/>
                <a:cs typeface="Calibri"/>
              </a:rPr>
              <a:t> </a:t>
            </a:r>
            <a:r>
              <a:rPr sz="2000" dirty="0">
                <a:solidFill>
                  <a:srgbClr val="292929"/>
                </a:solidFill>
                <a:latin typeface="Calibri"/>
                <a:cs typeface="Calibri"/>
              </a:rPr>
              <a:t>or</a:t>
            </a:r>
            <a:r>
              <a:rPr sz="2000" spc="-45" dirty="0">
                <a:solidFill>
                  <a:srgbClr val="292929"/>
                </a:solidFill>
                <a:latin typeface="Calibri"/>
                <a:cs typeface="Calibri"/>
              </a:rPr>
              <a:t> </a:t>
            </a:r>
            <a:r>
              <a:rPr sz="2000" dirty="0">
                <a:solidFill>
                  <a:srgbClr val="292929"/>
                </a:solidFill>
                <a:latin typeface="Calibri"/>
                <a:cs typeface="Calibri"/>
              </a:rPr>
              <a:t>data</a:t>
            </a:r>
            <a:r>
              <a:rPr sz="2000" spc="-40" dirty="0">
                <a:solidFill>
                  <a:srgbClr val="292929"/>
                </a:solidFill>
                <a:latin typeface="Calibri"/>
                <a:cs typeface="Calibri"/>
              </a:rPr>
              <a:t> </a:t>
            </a:r>
            <a:r>
              <a:rPr sz="2000" dirty="0">
                <a:solidFill>
                  <a:srgbClr val="292929"/>
                </a:solidFill>
                <a:latin typeface="Calibri"/>
                <a:cs typeface="Calibri"/>
              </a:rPr>
              <a:t>type,</a:t>
            </a:r>
            <a:r>
              <a:rPr sz="2000" spc="-45" dirty="0">
                <a:solidFill>
                  <a:srgbClr val="292929"/>
                </a:solidFill>
                <a:latin typeface="Calibri"/>
                <a:cs typeface="Calibri"/>
              </a:rPr>
              <a:t> </a:t>
            </a:r>
            <a:r>
              <a:rPr sz="2000" dirty="0">
                <a:solidFill>
                  <a:srgbClr val="292929"/>
                </a:solidFill>
                <a:latin typeface="Calibri"/>
                <a:cs typeface="Calibri"/>
              </a:rPr>
              <a:t>some</a:t>
            </a:r>
            <a:r>
              <a:rPr sz="2000" spc="-30" dirty="0">
                <a:solidFill>
                  <a:srgbClr val="292929"/>
                </a:solidFill>
                <a:latin typeface="Calibri"/>
                <a:cs typeface="Calibri"/>
              </a:rPr>
              <a:t> </a:t>
            </a:r>
            <a:r>
              <a:rPr sz="2000" dirty="0">
                <a:solidFill>
                  <a:srgbClr val="292929"/>
                </a:solidFill>
                <a:latin typeface="Calibri"/>
                <a:cs typeface="Calibri"/>
              </a:rPr>
              <a:t>other</a:t>
            </a:r>
            <a:r>
              <a:rPr sz="2000" spc="-45" dirty="0">
                <a:solidFill>
                  <a:srgbClr val="292929"/>
                </a:solidFill>
                <a:latin typeface="Calibri"/>
                <a:cs typeface="Calibri"/>
              </a:rPr>
              <a:t> </a:t>
            </a:r>
            <a:r>
              <a:rPr sz="2000" dirty="0">
                <a:solidFill>
                  <a:srgbClr val="292929"/>
                </a:solidFill>
                <a:latin typeface="Calibri"/>
                <a:cs typeface="Calibri"/>
              </a:rPr>
              <a:t>imputation</a:t>
            </a:r>
            <a:r>
              <a:rPr sz="2000" spc="-35" dirty="0">
                <a:solidFill>
                  <a:srgbClr val="292929"/>
                </a:solidFill>
                <a:latin typeface="Calibri"/>
                <a:cs typeface="Calibri"/>
              </a:rPr>
              <a:t> </a:t>
            </a:r>
            <a:r>
              <a:rPr sz="2000" dirty="0">
                <a:solidFill>
                  <a:srgbClr val="292929"/>
                </a:solidFill>
                <a:latin typeface="Calibri"/>
                <a:cs typeface="Calibri"/>
              </a:rPr>
              <a:t>methods</a:t>
            </a:r>
            <a:r>
              <a:rPr sz="2000" spc="-35" dirty="0">
                <a:solidFill>
                  <a:srgbClr val="292929"/>
                </a:solidFill>
                <a:latin typeface="Calibri"/>
                <a:cs typeface="Calibri"/>
              </a:rPr>
              <a:t> </a:t>
            </a:r>
            <a:r>
              <a:rPr sz="2000" dirty="0">
                <a:solidFill>
                  <a:srgbClr val="292929"/>
                </a:solidFill>
                <a:latin typeface="Calibri"/>
                <a:cs typeface="Calibri"/>
              </a:rPr>
              <a:t>may</a:t>
            </a:r>
            <a:r>
              <a:rPr sz="2000" spc="-35" dirty="0">
                <a:solidFill>
                  <a:srgbClr val="292929"/>
                </a:solidFill>
                <a:latin typeface="Calibri"/>
                <a:cs typeface="Calibri"/>
              </a:rPr>
              <a:t> </a:t>
            </a:r>
            <a:r>
              <a:rPr sz="2000" dirty="0">
                <a:solidFill>
                  <a:srgbClr val="292929"/>
                </a:solidFill>
                <a:latin typeface="Calibri"/>
                <a:cs typeface="Calibri"/>
              </a:rPr>
              <a:t>be</a:t>
            </a:r>
            <a:r>
              <a:rPr sz="2000" spc="-50" dirty="0">
                <a:solidFill>
                  <a:srgbClr val="292929"/>
                </a:solidFill>
                <a:latin typeface="Calibri"/>
                <a:cs typeface="Calibri"/>
              </a:rPr>
              <a:t> </a:t>
            </a:r>
            <a:r>
              <a:rPr sz="2000" spc="-20" dirty="0">
                <a:solidFill>
                  <a:srgbClr val="292929"/>
                </a:solidFill>
                <a:latin typeface="Calibri"/>
                <a:cs typeface="Calibri"/>
              </a:rPr>
              <a:t>more</a:t>
            </a:r>
            <a:endParaRPr sz="2000">
              <a:latin typeface="Calibri"/>
              <a:cs typeface="Calibri"/>
            </a:endParaRPr>
          </a:p>
          <a:p>
            <a:pPr marL="12700">
              <a:lnSpc>
                <a:spcPct val="100000"/>
              </a:lnSpc>
            </a:pPr>
            <a:r>
              <a:rPr sz="2000" spc="-10" dirty="0">
                <a:solidFill>
                  <a:srgbClr val="292929"/>
                </a:solidFill>
                <a:latin typeface="Calibri"/>
                <a:cs typeface="Calibri"/>
              </a:rPr>
              <a:t>appropriate</a:t>
            </a:r>
            <a:r>
              <a:rPr sz="2000" spc="-35" dirty="0">
                <a:solidFill>
                  <a:srgbClr val="292929"/>
                </a:solidFill>
                <a:latin typeface="Calibri"/>
                <a:cs typeface="Calibri"/>
              </a:rPr>
              <a:t> </a:t>
            </a:r>
            <a:r>
              <a:rPr sz="2000" dirty="0">
                <a:solidFill>
                  <a:srgbClr val="292929"/>
                </a:solidFill>
                <a:latin typeface="Calibri"/>
                <a:cs typeface="Calibri"/>
              </a:rPr>
              <a:t>to</a:t>
            </a:r>
            <a:r>
              <a:rPr sz="2000" spc="-45" dirty="0">
                <a:solidFill>
                  <a:srgbClr val="292929"/>
                </a:solidFill>
                <a:latin typeface="Calibri"/>
                <a:cs typeface="Calibri"/>
              </a:rPr>
              <a:t> </a:t>
            </a:r>
            <a:r>
              <a:rPr sz="2000" dirty="0">
                <a:solidFill>
                  <a:srgbClr val="292929"/>
                </a:solidFill>
                <a:latin typeface="Calibri"/>
                <a:cs typeface="Calibri"/>
              </a:rPr>
              <a:t>impute</a:t>
            </a:r>
            <a:r>
              <a:rPr sz="2000" spc="-30" dirty="0">
                <a:solidFill>
                  <a:srgbClr val="292929"/>
                </a:solidFill>
                <a:latin typeface="Calibri"/>
                <a:cs typeface="Calibri"/>
              </a:rPr>
              <a:t> </a:t>
            </a:r>
            <a:r>
              <a:rPr sz="2000" dirty="0">
                <a:solidFill>
                  <a:srgbClr val="292929"/>
                </a:solidFill>
                <a:latin typeface="Calibri"/>
                <a:cs typeface="Calibri"/>
              </a:rPr>
              <a:t>missing</a:t>
            </a:r>
            <a:r>
              <a:rPr sz="2000" spc="-35" dirty="0">
                <a:solidFill>
                  <a:srgbClr val="292929"/>
                </a:solidFill>
                <a:latin typeface="Calibri"/>
                <a:cs typeface="Calibri"/>
              </a:rPr>
              <a:t> </a:t>
            </a:r>
            <a:r>
              <a:rPr sz="2000" spc="-10" dirty="0">
                <a:solidFill>
                  <a:srgbClr val="292929"/>
                </a:solidFill>
                <a:latin typeface="Calibri"/>
                <a:cs typeface="Calibri"/>
              </a:rPr>
              <a:t>values.</a:t>
            </a:r>
            <a:endParaRPr sz="2000">
              <a:latin typeface="Calibri"/>
              <a:cs typeface="Calibri"/>
            </a:endParaRPr>
          </a:p>
        </p:txBody>
      </p:sp>
      <p:sp>
        <p:nvSpPr>
          <p:cNvPr id="4" name="object 4"/>
          <p:cNvSpPr txBox="1">
            <a:spLocks noGrp="1"/>
          </p:cNvSpPr>
          <p:nvPr>
            <p:ph type="body" idx="1"/>
          </p:nvPr>
        </p:nvSpPr>
        <p:spPr>
          <a:prstGeom prst="rect">
            <a:avLst/>
          </a:prstGeom>
        </p:spPr>
        <p:txBody>
          <a:bodyPr vert="horz" wrap="square" lIns="0" tIns="13335" rIns="0" bIns="0" rtlCol="0">
            <a:spAutoFit/>
          </a:bodyPr>
          <a:lstStyle/>
          <a:p>
            <a:pPr marL="12700" marR="5080">
              <a:lnSpc>
                <a:spcPct val="100000"/>
              </a:lnSpc>
              <a:spcBef>
                <a:spcPts val="105"/>
              </a:spcBef>
            </a:pPr>
            <a:r>
              <a:rPr dirty="0"/>
              <a:t>For</a:t>
            </a:r>
            <a:r>
              <a:rPr spc="-70" dirty="0"/>
              <a:t> </a:t>
            </a:r>
            <a:r>
              <a:rPr spc="-10" dirty="0"/>
              <a:t>example,</a:t>
            </a:r>
            <a:r>
              <a:rPr spc="-35" dirty="0"/>
              <a:t> </a:t>
            </a:r>
            <a:r>
              <a:rPr dirty="0"/>
              <a:t>for</a:t>
            </a:r>
            <a:r>
              <a:rPr spc="-65" dirty="0"/>
              <a:t> </a:t>
            </a:r>
            <a:r>
              <a:rPr dirty="0"/>
              <a:t>the</a:t>
            </a:r>
            <a:r>
              <a:rPr spc="-55" dirty="0"/>
              <a:t> </a:t>
            </a:r>
            <a:r>
              <a:rPr dirty="0"/>
              <a:t>data</a:t>
            </a:r>
            <a:r>
              <a:rPr spc="-55" dirty="0"/>
              <a:t> </a:t>
            </a:r>
            <a:r>
              <a:rPr dirty="0"/>
              <a:t>variable</a:t>
            </a:r>
            <a:r>
              <a:rPr spc="-40" dirty="0"/>
              <a:t> </a:t>
            </a:r>
            <a:r>
              <a:rPr dirty="0"/>
              <a:t>having</a:t>
            </a:r>
            <a:r>
              <a:rPr spc="-60" dirty="0"/>
              <a:t> </a:t>
            </a:r>
            <a:r>
              <a:rPr dirty="0"/>
              <a:t>longitudinal</a:t>
            </a:r>
            <a:r>
              <a:rPr spc="-65" dirty="0"/>
              <a:t> </a:t>
            </a:r>
            <a:r>
              <a:rPr spc="-20" dirty="0"/>
              <a:t>behavior,</a:t>
            </a:r>
            <a:r>
              <a:rPr spc="-50" dirty="0"/>
              <a:t> </a:t>
            </a:r>
            <a:r>
              <a:rPr dirty="0"/>
              <a:t>it</a:t>
            </a:r>
            <a:r>
              <a:rPr spc="-50" dirty="0"/>
              <a:t> </a:t>
            </a:r>
            <a:r>
              <a:rPr dirty="0"/>
              <a:t>might</a:t>
            </a:r>
            <a:r>
              <a:rPr spc="-55" dirty="0"/>
              <a:t> </a:t>
            </a:r>
            <a:r>
              <a:rPr dirty="0"/>
              <a:t>make</a:t>
            </a:r>
            <a:r>
              <a:rPr spc="-50" dirty="0"/>
              <a:t> </a:t>
            </a:r>
            <a:r>
              <a:rPr dirty="0"/>
              <a:t>sense</a:t>
            </a:r>
            <a:r>
              <a:rPr spc="-55" dirty="0"/>
              <a:t> </a:t>
            </a:r>
            <a:r>
              <a:rPr dirty="0"/>
              <a:t>to</a:t>
            </a:r>
            <a:r>
              <a:rPr spc="-55" dirty="0"/>
              <a:t> </a:t>
            </a:r>
            <a:r>
              <a:rPr dirty="0"/>
              <a:t>use</a:t>
            </a:r>
            <a:r>
              <a:rPr spc="-50" dirty="0"/>
              <a:t> </a:t>
            </a:r>
            <a:r>
              <a:rPr dirty="0"/>
              <a:t>the</a:t>
            </a:r>
            <a:r>
              <a:rPr spc="-50" dirty="0"/>
              <a:t> </a:t>
            </a:r>
            <a:r>
              <a:rPr dirty="0"/>
              <a:t>last</a:t>
            </a:r>
            <a:r>
              <a:rPr spc="-45" dirty="0"/>
              <a:t> </a:t>
            </a:r>
            <a:r>
              <a:rPr spc="-10" dirty="0"/>
              <a:t>valid observation</a:t>
            </a:r>
            <a:r>
              <a:rPr spc="-50" dirty="0"/>
              <a:t> </a:t>
            </a:r>
            <a:r>
              <a:rPr dirty="0"/>
              <a:t>to</a:t>
            </a:r>
            <a:r>
              <a:rPr spc="-40" dirty="0"/>
              <a:t> </a:t>
            </a:r>
            <a:r>
              <a:rPr dirty="0"/>
              <a:t>fill</a:t>
            </a:r>
            <a:r>
              <a:rPr spc="-35" dirty="0"/>
              <a:t> </a:t>
            </a:r>
            <a:r>
              <a:rPr dirty="0"/>
              <a:t>the</a:t>
            </a:r>
            <a:r>
              <a:rPr spc="-35" dirty="0"/>
              <a:t> </a:t>
            </a:r>
            <a:r>
              <a:rPr dirty="0"/>
              <a:t>missing</a:t>
            </a:r>
            <a:r>
              <a:rPr spc="-25" dirty="0"/>
              <a:t> </a:t>
            </a:r>
            <a:r>
              <a:rPr dirty="0"/>
              <a:t>value.</a:t>
            </a:r>
            <a:r>
              <a:rPr spc="-50" dirty="0"/>
              <a:t> </a:t>
            </a:r>
            <a:r>
              <a:rPr dirty="0"/>
              <a:t>This</a:t>
            </a:r>
            <a:r>
              <a:rPr spc="-50" dirty="0"/>
              <a:t> </a:t>
            </a:r>
            <a:r>
              <a:rPr dirty="0"/>
              <a:t>is</a:t>
            </a:r>
            <a:r>
              <a:rPr spc="-35" dirty="0"/>
              <a:t> </a:t>
            </a:r>
            <a:r>
              <a:rPr dirty="0"/>
              <a:t>known</a:t>
            </a:r>
            <a:r>
              <a:rPr spc="-60" dirty="0"/>
              <a:t> </a:t>
            </a:r>
            <a:r>
              <a:rPr dirty="0"/>
              <a:t>as</a:t>
            </a:r>
            <a:r>
              <a:rPr spc="-30" dirty="0"/>
              <a:t> </a:t>
            </a:r>
            <a:r>
              <a:rPr dirty="0"/>
              <a:t>the</a:t>
            </a:r>
            <a:r>
              <a:rPr spc="-40" dirty="0"/>
              <a:t> </a:t>
            </a:r>
            <a:r>
              <a:rPr dirty="0"/>
              <a:t>Last</a:t>
            </a:r>
            <a:r>
              <a:rPr spc="-30" dirty="0"/>
              <a:t> </a:t>
            </a:r>
            <a:r>
              <a:rPr spc="-10" dirty="0"/>
              <a:t>observation</a:t>
            </a:r>
            <a:r>
              <a:rPr spc="-50" dirty="0"/>
              <a:t> </a:t>
            </a:r>
            <a:r>
              <a:rPr dirty="0"/>
              <a:t>carried</a:t>
            </a:r>
            <a:r>
              <a:rPr spc="-40" dirty="0"/>
              <a:t> </a:t>
            </a:r>
            <a:r>
              <a:rPr spc="-10" dirty="0"/>
              <a:t>forward</a:t>
            </a:r>
            <a:r>
              <a:rPr spc="-40" dirty="0"/>
              <a:t> </a:t>
            </a:r>
            <a:r>
              <a:rPr dirty="0"/>
              <a:t>(LOCF)</a:t>
            </a:r>
            <a:r>
              <a:rPr spc="-55" dirty="0"/>
              <a:t> </a:t>
            </a:r>
            <a:r>
              <a:rPr spc="-10" dirty="0"/>
              <a:t>method.</a:t>
            </a:r>
          </a:p>
          <a:p>
            <a:pPr marL="12700">
              <a:lnSpc>
                <a:spcPct val="100000"/>
              </a:lnSpc>
              <a:spcBef>
                <a:spcPts val="2400"/>
              </a:spcBef>
            </a:pPr>
            <a:r>
              <a:rPr dirty="0"/>
              <a:t>For</a:t>
            </a:r>
            <a:r>
              <a:rPr spc="-60" dirty="0"/>
              <a:t> </a:t>
            </a:r>
            <a:r>
              <a:rPr dirty="0"/>
              <a:t>the</a:t>
            </a:r>
            <a:r>
              <a:rPr spc="-45" dirty="0"/>
              <a:t> </a:t>
            </a:r>
            <a:r>
              <a:rPr spc="-20" dirty="0"/>
              <a:t>time-</a:t>
            </a:r>
            <a:r>
              <a:rPr dirty="0"/>
              <a:t>series</a:t>
            </a:r>
            <a:r>
              <a:rPr spc="-10" dirty="0"/>
              <a:t> </a:t>
            </a:r>
            <a:r>
              <a:rPr dirty="0"/>
              <a:t>dataset</a:t>
            </a:r>
            <a:r>
              <a:rPr spc="-40" dirty="0"/>
              <a:t> </a:t>
            </a:r>
            <a:r>
              <a:rPr dirty="0"/>
              <a:t>variable,</a:t>
            </a:r>
            <a:r>
              <a:rPr spc="-45" dirty="0"/>
              <a:t> </a:t>
            </a:r>
            <a:r>
              <a:rPr dirty="0"/>
              <a:t>it</a:t>
            </a:r>
            <a:r>
              <a:rPr spc="-35" dirty="0"/>
              <a:t> </a:t>
            </a:r>
            <a:r>
              <a:rPr spc="-10" dirty="0"/>
              <a:t>makes</a:t>
            </a:r>
            <a:r>
              <a:rPr spc="-55" dirty="0"/>
              <a:t> </a:t>
            </a:r>
            <a:r>
              <a:rPr dirty="0"/>
              <a:t>sense</a:t>
            </a:r>
            <a:r>
              <a:rPr spc="-40" dirty="0"/>
              <a:t> </a:t>
            </a:r>
            <a:r>
              <a:rPr dirty="0"/>
              <a:t>to</a:t>
            </a:r>
            <a:r>
              <a:rPr spc="-45" dirty="0"/>
              <a:t> </a:t>
            </a:r>
            <a:r>
              <a:rPr dirty="0"/>
              <a:t>use</a:t>
            </a:r>
            <a:r>
              <a:rPr spc="-45" dirty="0"/>
              <a:t> </a:t>
            </a:r>
            <a:r>
              <a:rPr dirty="0"/>
              <a:t>the</a:t>
            </a:r>
            <a:r>
              <a:rPr spc="-55" dirty="0"/>
              <a:t> </a:t>
            </a:r>
            <a:r>
              <a:rPr spc="-10" dirty="0"/>
              <a:t>interpolation</a:t>
            </a:r>
            <a:r>
              <a:rPr spc="-30" dirty="0"/>
              <a:t> </a:t>
            </a:r>
            <a:r>
              <a:rPr dirty="0"/>
              <a:t>of</a:t>
            </a:r>
            <a:r>
              <a:rPr spc="-45" dirty="0"/>
              <a:t> </a:t>
            </a:r>
            <a:r>
              <a:rPr dirty="0"/>
              <a:t>the</a:t>
            </a:r>
            <a:r>
              <a:rPr spc="-55" dirty="0"/>
              <a:t> </a:t>
            </a:r>
            <a:r>
              <a:rPr dirty="0"/>
              <a:t>variable</a:t>
            </a:r>
            <a:r>
              <a:rPr spc="-40" dirty="0"/>
              <a:t> </a:t>
            </a:r>
            <a:r>
              <a:rPr spc="-10" dirty="0"/>
              <a:t>before</a:t>
            </a:r>
            <a:r>
              <a:rPr spc="-70" dirty="0"/>
              <a:t> </a:t>
            </a:r>
            <a:r>
              <a:rPr spc="-25" dirty="0"/>
              <a:t>and</a:t>
            </a:r>
          </a:p>
          <a:p>
            <a:pPr marL="12700">
              <a:lnSpc>
                <a:spcPct val="100000"/>
              </a:lnSpc>
            </a:pPr>
            <a:r>
              <a:rPr dirty="0"/>
              <a:t>after</a:t>
            </a:r>
            <a:r>
              <a:rPr spc="-40" dirty="0"/>
              <a:t> </a:t>
            </a:r>
            <a:r>
              <a:rPr dirty="0"/>
              <a:t>a</a:t>
            </a:r>
            <a:r>
              <a:rPr spc="-40" dirty="0"/>
              <a:t> </a:t>
            </a:r>
            <a:r>
              <a:rPr spc="-10" dirty="0"/>
              <a:t>timestamp</a:t>
            </a:r>
            <a:r>
              <a:rPr spc="-25" dirty="0"/>
              <a:t> </a:t>
            </a:r>
            <a:r>
              <a:rPr dirty="0"/>
              <a:t>for</a:t>
            </a:r>
            <a:r>
              <a:rPr spc="-60" dirty="0"/>
              <a:t> </a:t>
            </a:r>
            <a:r>
              <a:rPr dirty="0"/>
              <a:t>a</a:t>
            </a:r>
            <a:r>
              <a:rPr spc="-45" dirty="0"/>
              <a:t> </a:t>
            </a:r>
            <a:r>
              <a:rPr dirty="0"/>
              <a:t>missing</a:t>
            </a:r>
            <a:r>
              <a:rPr spc="-25" dirty="0"/>
              <a:t> </a:t>
            </a:r>
            <a:r>
              <a:rPr spc="-10" dirty="0"/>
              <a:t>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849248"/>
            <a:ext cx="518668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509B"/>
                </a:solidFill>
                <a:latin typeface="Calibri"/>
                <a:cs typeface="Calibri"/>
              </a:rPr>
              <a:t>USING</a:t>
            </a:r>
            <a:r>
              <a:rPr sz="1800" b="1" spc="-60" dirty="0">
                <a:solidFill>
                  <a:srgbClr val="27509B"/>
                </a:solidFill>
                <a:latin typeface="Calibri"/>
                <a:cs typeface="Calibri"/>
              </a:rPr>
              <a:t> </a:t>
            </a:r>
            <a:r>
              <a:rPr sz="1800" b="1" dirty="0">
                <a:solidFill>
                  <a:srgbClr val="27509B"/>
                </a:solidFill>
                <a:latin typeface="Calibri"/>
                <a:cs typeface="Calibri"/>
              </a:rPr>
              <a:t>ALGORITHMS</a:t>
            </a:r>
            <a:r>
              <a:rPr sz="1800" b="1" spc="-40" dirty="0">
                <a:solidFill>
                  <a:srgbClr val="27509B"/>
                </a:solidFill>
                <a:latin typeface="Calibri"/>
                <a:cs typeface="Calibri"/>
              </a:rPr>
              <a:t> </a:t>
            </a:r>
            <a:r>
              <a:rPr sz="1800" b="1" spc="-20" dirty="0">
                <a:solidFill>
                  <a:srgbClr val="27509B"/>
                </a:solidFill>
                <a:latin typeface="Calibri"/>
                <a:cs typeface="Calibri"/>
              </a:rPr>
              <a:t>THAT</a:t>
            </a:r>
            <a:r>
              <a:rPr sz="1800" b="1" spc="-55" dirty="0">
                <a:solidFill>
                  <a:srgbClr val="27509B"/>
                </a:solidFill>
                <a:latin typeface="Calibri"/>
                <a:cs typeface="Calibri"/>
              </a:rPr>
              <a:t> </a:t>
            </a:r>
            <a:r>
              <a:rPr sz="1800" b="1" dirty="0">
                <a:solidFill>
                  <a:srgbClr val="27509B"/>
                </a:solidFill>
                <a:latin typeface="Calibri"/>
                <a:cs typeface="Calibri"/>
              </a:rPr>
              <a:t>SUPPORT</a:t>
            </a:r>
            <a:r>
              <a:rPr sz="1800" b="1" spc="-50" dirty="0">
                <a:solidFill>
                  <a:srgbClr val="27509B"/>
                </a:solidFill>
                <a:latin typeface="Calibri"/>
                <a:cs typeface="Calibri"/>
              </a:rPr>
              <a:t> </a:t>
            </a:r>
            <a:r>
              <a:rPr sz="1800" b="1" dirty="0">
                <a:solidFill>
                  <a:srgbClr val="27509B"/>
                </a:solidFill>
                <a:latin typeface="Calibri"/>
                <a:cs typeface="Calibri"/>
              </a:rPr>
              <a:t>MISSING</a:t>
            </a:r>
            <a:r>
              <a:rPr sz="1800" b="1" spc="-50" dirty="0">
                <a:solidFill>
                  <a:srgbClr val="27509B"/>
                </a:solidFill>
                <a:latin typeface="Calibri"/>
                <a:cs typeface="Calibri"/>
              </a:rPr>
              <a:t> </a:t>
            </a:r>
            <a:r>
              <a:rPr sz="1800" b="1" spc="-10" dirty="0">
                <a:solidFill>
                  <a:srgbClr val="27509B"/>
                </a:solidFill>
                <a:latin typeface="Calibri"/>
                <a:cs typeface="Calibri"/>
              </a:rPr>
              <a:t>VALUES:</a:t>
            </a:r>
            <a:endParaRPr sz="1800">
              <a:latin typeface="Calibri"/>
              <a:cs typeface="Calibri"/>
            </a:endParaRPr>
          </a:p>
        </p:txBody>
      </p:sp>
      <p:sp>
        <p:nvSpPr>
          <p:cNvPr id="3" name="object 3"/>
          <p:cNvSpPr txBox="1">
            <a:spLocks noGrp="1"/>
          </p:cNvSpPr>
          <p:nvPr>
            <p:ph type="title"/>
          </p:nvPr>
        </p:nvSpPr>
        <p:spPr>
          <a:xfrm>
            <a:off x="644448" y="1417446"/>
            <a:ext cx="10750550" cy="1245870"/>
          </a:xfrm>
          <a:prstGeom prst="rect">
            <a:avLst/>
          </a:prstGeom>
        </p:spPr>
        <p:txBody>
          <a:bodyPr vert="horz" wrap="square" lIns="0" tIns="13335" rIns="0" bIns="0" rtlCol="0">
            <a:spAutoFit/>
          </a:bodyPr>
          <a:lstStyle/>
          <a:p>
            <a:pPr marL="12700" marR="5080" algn="just">
              <a:lnSpc>
                <a:spcPct val="100000"/>
              </a:lnSpc>
              <a:spcBef>
                <a:spcPts val="105"/>
              </a:spcBef>
            </a:pPr>
            <a:r>
              <a:rPr sz="2000" dirty="0">
                <a:solidFill>
                  <a:srgbClr val="292929"/>
                </a:solidFill>
                <a:latin typeface="Calibri"/>
                <a:cs typeface="Calibri"/>
              </a:rPr>
              <a:t>All</a:t>
            </a:r>
            <a:r>
              <a:rPr sz="2000" spc="-40"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machine</a:t>
            </a:r>
            <a:r>
              <a:rPr sz="2000" spc="-30" dirty="0">
                <a:solidFill>
                  <a:srgbClr val="292929"/>
                </a:solidFill>
                <a:latin typeface="Calibri"/>
                <a:cs typeface="Calibri"/>
              </a:rPr>
              <a:t> </a:t>
            </a:r>
            <a:r>
              <a:rPr sz="2000" dirty="0">
                <a:solidFill>
                  <a:srgbClr val="292929"/>
                </a:solidFill>
                <a:latin typeface="Calibri"/>
                <a:cs typeface="Calibri"/>
              </a:rPr>
              <a:t>learning</a:t>
            </a:r>
            <a:r>
              <a:rPr sz="2000" spc="-40" dirty="0">
                <a:solidFill>
                  <a:srgbClr val="292929"/>
                </a:solidFill>
                <a:latin typeface="Calibri"/>
                <a:cs typeface="Calibri"/>
              </a:rPr>
              <a:t> </a:t>
            </a:r>
            <a:r>
              <a:rPr sz="2000" dirty="0">
                <a:solidFill>
                  <a:srgbClr val="292929"/>
                </a:solidFill>
                <a:latin typeface="Calibri"/>
                <a:cs typeface="Calibri"/>
              </a:rPr>
              <a:t>algorithms</a:t>
            </a:r>
            <a:r>
              <a:rPr sz="2000" spc="-25" dirty="0">
                <a:solidFill>
                  <a:srgbClr val="292929"/>
                </a:solidFill>
                <a:latin typeface="Calibri"/>
                <a:cs typeface="Calibri"/>
              </a:rPr>
              <a:t> </a:t>
            </a:r>
            <a:r>
              <a:rPr sz="2000" dirty="0">
                <a:solidFill>
                  <a:srgbClr val="292929"/>
                </a:solidFill>
                <a:latin typeface="Calibri"/>
                <a:cs typeface="Calibri"/>
              </a:rPr>
              <a:t>don’t</a:t>
            </a:r>
            <a:r>
              <a:rPr sz="2000" spc="-55" dirty="0">
                <a:solidFill>
                  <a:srgbClr val="292929"/>
                </a:solidFill>
                <a:latin typeface="Calibri"/>
                <a:cs typeface="Calibri"/>
              </a:rPr>
              <a:t> </a:t>
            </a:r>
            <a:r>
              <a:rPr sz="2000" dirty="0">
                <a:solidFill>
                  <a:srgbClr val="292929"/>
                </a:solidFill>
                <a:latin typeface="Calibri"/>
                <a:cs typeface="Calibri"/>
              </a:rPr>
              <a:t>support</a:t>
            </a:r>
            <a:r>
              <a:rPr sz="2000" spc="-55" dirty="0">
                <a:solidFill>
                  <a:srgbClr val="292929"/>
                </a:solidFill>
                <a:latin typeface="Calibri"/>
                <a:cs typeface="Calibri"/>
              </a:rPr>
              <a:t> </a:t>
            </a:r>
            <a:r>
              <a:rPr sz="2000" dirty="0">
                <a:solidFill>
                  <a:srgbClr val="292929"/>
                </a:solidFill>
                <a:latin typeface="Calibri"/>
                <a:cs typeface="Calibri"/>
              </a:rPr>
              <a:t>missing</a:t>
            </a:r>
            <a:r>
              <a:rPr sz="2000" spc="-20" dirty="0">
                <a:solidFill>
                  <a:srgbClr val="292929"/>
                </a:solidFill>
                <a:latin typeface="Calibri"/>
                <a:cs typeface="Calibri"/>
              </a:rPr>
              <a:t> </a:t>
            </a:r>
            <a:r>
              <a:rPr sz="2000" dirty="0">
                <a:solidFill>
                  <a:srgbClr val="292929"/>
                </a:solidFill>
                <a:latin typeface="Calibri"/>
                <a:cs typeface="Calibri"/>
              </a:rPr>
              <a:t>values,</a:t>
            </a:r>
            <a:r>
              <a:rPr sz="2000" spc="-20" dirty="0">
                <a:solidFill>
                  <a:srgbClr val="292929"/>
                </a:solidFill>
                <a:latin typeface="Calibri"/>
                <a:cs typeface="Calibri"/>
              </a:rPr>
              <a:t> </a:t>
            </a:r>
            <a:r>
              <a:rPr sz="2000" dirty="0">
                <a:solidFill>
                  <a:srgbClr val="292929"/>
                </a:solidFill>
                <a:latin typeface="Calibri"/>
                <a:cs typeface="Calibri"/>
              </a:rPr>
              <a:t>but</a:t>
            </a:r>
            <a:r>
              <a:rPr sz="2000" spc="-50" dirty="0">
                <a:solidFill>
                  <a:srgbClr val="292929"/>
                </a:solidFill>
                <a:latin typeface="Calibri"/>
                <a:cs typeface="Calibri"/>
              </a:rPr>
              <a:t> </a:t>
            </a:r>
            <a:r>
              <a:rPr sz="2000" dirty="0">
                <a:solidFill>
                  <a:srgbClr val="292929"/>
                </a:solidFill>
                <a:latin typeface="Calibri"/>
                <a:cs typeface="Calibri"/>
              </a:rPr>
              <a:t>some</a:t>
            </a:r>
            <a:r>
              <a:rPr sz="2000" spc="-25" dirty="0">
                <a:solidFill>
                  <a:srgbClr val="292929"/>
                </a:solidFill>
                <a:latin typeface="Calibri"/>
                <a:cs typeface="Calibri"/>
              </a:rPr>
              <a:t> </a:t>
            </a:r>
            <a:r>
              <a:rPr sz="2000" dirty="0">
                <a:solidFill>
                  <a:srgbClr val="292929"/>
                </a:solidFill>
                <a:latin typeface="Calibri"/>
                <a:cs typeface="Calibri"/>
              </a:rPr>
              <a:t>ML</a:t>
            </a:r>
            <a:r>
              <a:rPr sz="2000" spc="-40" dirty="0">
                <a:solidFill>
                  <a:srgbClr val="292929"/>
                </a:solidFill>
                <a:latin typeface="Calibri"/>
                <a:cs typeface="Calibri"/>
              </a:rPr>
              <a:t> </a:t>
            </a:r>
            <a:r>
              <a:rPr sz="2000" dirty="0">
                <a:solidFill>
                  <a:srgbClr val="292929"/>
                </a:solidFill>
                <a:latin typeface="Calibri"/>
                <a:cs typeface="Calibri"/>
              </a:rPr>
              <a:t>algorithms</a:t>
            </a:r>
            <a:r>
              <a:rPr sz="2000" spc="-35" dirty="0">
                <a:solidFill>
                  <a:srgbClr val="292929"/>
                </a:solidFill>
                <a:latin typeface="Calibri"/>
                <a:cs typeface="Calibri"/>
              </a:rPr>
              <a:t> </a:t>
            </a:r>
            <a:r>
              <a:rPr sz="2000" dirty="0">
                <a:solidFill>
                  <a:srgbClr val="292929"/>
                </a:solidFill>
                <a:latin typeface="Calibri"/>
                <a:cs typeface="Calibri"/>
              </a:rPr>
              <a:t>are</a:t>
            </a:r>
            <a:r>
              <a:rPr sz="2000" spc="-25" dirty="0">
                <a:solidFill>
                  <a:srgbClr val="292929"/>
                </a:solidFill>
                <a:latin typeface="Calibri"/>
                <a:cs typeface="Calibri"/>
              </a:rPr>
              <a:t> </a:t>
            </a:r>
            <a:r>
              <a:rPr sz="2000" dirty="0">
                <a:solidFill>
                  <a:srgbClr val="292929"/>
                </a:solidFill>
                <a:latin typeface="Calibri"/>
                <a:cs typeface="Calibri"/>
              </a:rPr>
              <a:t>robust</a:t>
            </a:r>
            <a:r>
              <a:rPr sz="2000" spc="-45" dirty="0">
                <a:solidFill>
                  <a:srgbClr val="292929"/>
                </a:solidFill>
                <a:latin typeface="Calibri"/>
                <a:cs typeface="Calibri"/>
              </a:rPr>
              <a:t> </a:t>
            </a:r>
            <a:r>
              <a:rPr sz="2000" spc="-25" dirty="0">
                <a:solidFill>
                  <a:srgbClr val="292929"/>
                </a:solidFill>
                <a:latin typeface="Calibri"/>
                <a:cs typeface="Calibri"/>
              </a:rPr>
              <a:t>to </a:t>
            </a:r>
            <a:r>
              <a:rPr sz="2000" dirty="0">
                <a:solidFill>
                  <a:srgbClr val="292929"/>
                </a:solidFill>
                <a:latin typeface="Calibri"/>
                <a:cs typeface="Calibri"/>
              </a:rPr>
              <a:t>missing</a:t>
            </a:r>
            <a:r>
              <a:rPr sz="2000" spc="-15" dirty="0">
                <a:solidFill>
                  <a:srgbClr val="292929"/>
                </a:solidFill>
                <a:latin typeface="Calibri"/>
                <a:cs typeface="Calibri"/>
              </a:rPr>
              <a:t> </a:t>
            </a:r>
            <a:r>
              <a:rPr sz="2000" dirty="0">
                <a:solidFill>
                  <a:srgbClr val="292929"/>
                </a:solidFill>
                <a:latin typeface="Calibri"/>
                <a:cs typeface="Calibri"/>
              </a:rPr>
              <a:t>values</a:t>
            </a:r>
            <a:r>
              <a:rPr sz="2000" spc="-30" dirty="0">
                <a:solidFill>
                  <a:srgbClr val="292929"/>
                </a:solidFill>
                <a:latin typeface="Calibri"/>
                <a:cs typeface="Calibri"/>
              </a:rPr>
              <a:t> </a:t>
            </a:r>
            <a:r>
              <a:rPr sz="2000" dirty="0">
                <a:solidFill>
                  <a:srgbClr val="292929"/>
                </a:solidFill>
                <a:latin typeface="Calibri"/>
                <a:cs typeface="Calibri"/>
              </a:rPr>
              <a:t>in</a:t>
            </a:r>
            <a:r>
              <a:rPr sz="2000" spc="-30" dirty="0">
                <a:solidFill>
                  <a:srgbClr val="292929"/>
                </a:solidFill>
                <a:latin typeface="Calibri"/>
                <a:cs typeface="Calibri"/>
              </a:rPr>
              <a:t> </a:t>
            </a:r>
            <a:r>
              <a:rPr sz="2000" dirty="0">
                <a:solidFill>
                  <a:srgbClr val="292929"/>
                </a:solidFill>
                <a:latin typeface="Calibri"/>
                <a:cs typeface="Calibri"/>
              </a:rPr>
              <a:t>the</a:t>
            </a:r>
            <a:r>
              <a:rPr sz="2000" spc="-25" dirty="0">
                <a:solidFill>
                  <a:srgbClr val="292929"/>
                </a:solidFill>
                <a:latin typeface="Calibri"/>
                <a:cs typeface="Calibri"/>
              </a:rPr>
              <a:t> </a:t>
            </a:r>
            <a:r>
              <a:rPr sz="2000" dirty="0">
                <a:solidFill>
                  <a:srgbClr val="292929"/>
                </a:solidFill>
                <a:latin typeface="Calibri"/>
                <a:cs typeface="Calibri"/>
              </a:rPr>
              <a:t>dataset.</a:t>
            </a:r>
            <a:r>
              <a:rPr sz="2000" spc="-35" dirty="0">
                <a:solidFill>
                  <a:srgbClr val="292929"/>
                </a:solidFill>
                <a:latin typeface="Calibri"/>
                <a:cs typeface="Calibri"/>
              </a:rPr>
              <a:t> </a:t>
            </a:r>
            <a:r>
              <a:rPr sz="2000" dirty="0">
                <a:solidFill>
                  <a:srgbClr val="292929"/>
                </a:solidFill>
                <a:latin typeface="Calibri"/>
                <a:cs typeface="Calibri"/>
              </a:rPr>
              <a:t>The</a:t>
            </a:r>
            <a:r>
              <a:rPr sz="2000" spc="-30" dirty="0">
                <a:solidFill>
                  <a:srgbClr val="292929"/>
                </a:solidFill>
                <a:latin typeface="Calibri"/>
                <a:cs typeface="Calibri"/>
              </a:rPr>
              <a:t> </a:t>
            </a:r>
            <a:r>
              <a:rPr sz="2000" dirty="0">
                <a:solidFill>
                  <a:srgbClr val="292929"/>
                </a:solidFill>
                <a:latin typeface="Calibri"/>
                <a:cs typeface="Calibri"/>
              </a:rPr>
              <a:t>k-NN</a:t>
            </a:r>
            <a:r>
              <a:rPr sz="2000" spc="-45" dirty="0">
                <a:solidFill>
                  <a:srgbClr val="292929"/>
                </a:solidFill>
                <a:latin typeface="Calibri"/>
                <a:cs typeface="Calibri"/>
              </a:rPr>
              <a:t> </a:t>
            </a:r>
            <a:r>
              <a:rPr sz="2000" dirty="0">
                <a:solidFill>
                  <a:srgbClr val="292929"/>
                </a:solidFill>
                <a:latin typeface="Calibri"/>
                <a:cs typeface="Calibri"/>
              </a:rPr>
              <a:t>algorithm</a:t>
            </a:r>
            <a:r>
              <a:rPr sz="2000" spc="-30" dirty="0">
                <a:solidFill>
                  <a:srgbClr val="292929"/>
                </a:solidFill>
                <a:latin typeface="Calibri"/>
                <a:cs typeface="Calibri"/>
              </a:rPr>
              <a:t> </a:t>
            </a:r>
            <a:r>
              <a:rPr sz="2000" dirty="0">
                <a:solidFill>
                  <a:srgbClr val="292929"/>
                </a:solidFill>
                <a:latin typeface="Calibri"/>
                <a:cs typeface="Calibri"/>
              </a:rPr>
              <a:t>can</a:t>
            </a:r>
            <a:r>
              <a:rPr sz="2000" spc="-25" dirty="0">
                <a:solidFill>
                  <a:srgbClr val="292929"/>
                </a:solidFill>
                <a:latin typeface="Calibri"/>
                <a:cs typeface="Calibri"/>
              </a:rPr>
              <a:t> </a:t>
            </a:r>
            <a:r>
              <a:rPr sz="2000" dirty="0">
                <a:solidFill>
                  <a:srgbClr val="292929"/>
                </a:solidFill>
                <a:latin typeface="Calibri"/>
                <a:cs typeface="Calibri"/>
              </a:rPr>
              <a:t>ignore</a:t>
            </a:r>
            <a:r>
              <a:rPr sz="2000" spc="-45" dirty="0">
                <a:solidFill>
                  <a:srgbClr val="292929"/>
                </a:solidFill>
                <a:latin typeface="Calibri"/>
                <a:cs typeface="Calibri"/>
              </a:rPr>
              <a:t> </a:t>
            </a:r>
            <a:r>
              <a:rPr sz="2000" dirty="0">
                <a:solidFill>
                  <a:srgbClr val="292929"/>
                </a:solidFill>
                <a:latin typeface="Calibri"/>
                <a:cs typeface="Calibri"/>
              </a:rPr>
              <a:t>a</a:t>
            </a:r>
            <a:r>
              <a:rPr sz="2000" spc="-35" dirty="0">
                <a:solidFill>
                  <a:srgbClr val="292929"/>
                </a:solidFill>
                <a:latin typeface="Calibri"/>
                <a:cs typeface="Calibri"/>
              </a:rPr>
              <a:t> </a:t>
            </a:r>
            <a:r>
              <a:rPr sz="2000" dirty="0">
                <a:solidFill>
                  <a:srgbClr val="292929"/>
                </a:solidFill>
                <a:latin typeface="Calibri"/>
                <a:cs typeface="Calibri"/>
              </a:rPr>
              <a:t>column</a:t>
            </a:r>
            <a:r>
              <a:rPr sz="2000" spc="-40" dirty="0">
                <a:solidFill>
                  <a:srgbClr val="292929"/>
                </a:solidFill>
                <a:latin typeface="Calibri"/>
                <a:cs typeface="Calibri"/>
              </a:rPr>
              <a:t> </a:t>
            </a:r>
            <a:r>
              <a:rPr sz="2000" dirty="0">
                <a:solidFill>
                  <a:srgbClr val="292929"/>
                </a:solidFill>
                <a:latin typeface="Calibri"/>
                <a:cs typeface="Calibri"/>
              </a:rPr>
              <a:t>from</a:t>
            </a:r>
            <a:r>
              <a:rPr sz="2000" spc="-35" dirty="0">
                <a:solidFill>
                  <a:srgbClr val="292929"/>
                </a:solidFill>
                <a:latin typeface="Calibri"/>
                <a:cs typeface="Calibri"/>
              </a:rPr>
              <a:t> </a:t>
            </a:r>
            <a:r>
              <a:rPr sz="2000" dirty="0">
                <a:solidFill>
                  <a:srgbClr val="292929"/>
                </a:solidFill>
                <a:latin typeface="Calibri"/>
                <a:cs typeface="Calibri"/>
              </a:rPr>
              <a:t>a</a:t>
            </a:r>
            <a:r>
              <a:rPr sz="2000" spc="-30" dirty="0">
                <a:solidFill>
                  <a:srgbClr val="292929"/>
                </a:solidFill>
                <a:latin typeface="Calibri"/>
                <a:cs typeface="Calibri"/>
              </a:rPr>
              <a:t> </a:t>
            </a:r>
            <a:r>
              <a:rPr sz="2000" dirty="0">
                <a:solidFill>
                  <a:srgbClr val="292929"/>
                </a:solidFill>
                <a:latin typeface="Calibri"/>
                <a:cs typeface="Calibri"/>
              </a:rPr>
              <a:t>distance</a:t>
            </a:r>
            <a:r>
              <a:rPr sz="2000" spc="-15" dirty="0">
                <a:solidFill>
                  <a:srgbClr val="292929"/>
                </a:solidFill>
                <a:latin typeface="Calibri"/>
                <a:cs typeface="Calibri"/>
              </a:rPr>
              <a:t> </a:t>
            </a:r>
            <a:r>
              <a:rPr sz="2000" dirty="0">
                <a:solidFill>
                  <a:srgbClr val="292929"/>
                </a:solidFill>
                <a:latin typeface="Calibri"/>
                <a:cs typeface="Calibri"/>
              </a:rPr>
              <a:t>measure</a:t>
            </a:r>
            <a:r>
              <a:rPr sz="2000" spc="-25" dirty="0">
                <a:solidFill>
                  <a:srgbClr val="292929"/>
                </a:solidFill>
                <a:latin typeface="Calibri"/>
                <a:cs typeface="Calibri"/>
              </a:rPr>
              <a:t> </a:t>
            </a:r>
            <a:r>
              <a:rPr sz="2000" dirty="0">
                <a:solidFill>
                  <a:srgbClr val="292929"/>
                </a:solidFill>
                <a:latin typeface="Calibri"/>
                <a:cs typeface="Calibri"/>
              </a:rPr>
              <a:t>when</a:t>
            </a:r>
            <a:r>
              <a:rPr sz="2000" spc="-35" dirty="0">
                <a:solidFill>
                  <a:srgbClr val="292929"/>
                </a:solidFill>
                <a:latin typeface="Calibri"/>
                <a:cs typeface="Calibri"/>
              </a:rPr>
              <a:t> </a:t>
            </a:r>
            <a:r>
              <a:rPr sz="2000" spc="-50" dirty="0">
                <a:solidFill>
                  <a:srgbClr val="292929"/>
                </a:solidFill>
                <a:latin typeface="Calibri"/>
                <a:cs typeface="Calibri"/>
              </a:rPr>
              <a:t>a </a:t>
            </a:r>
            <a:r>
              <a:rPr sz="2000" dirty="0">
                <a:solidFill>
                  <a:srgbClr val="292929"/>
                </a:solidFill>
                <a:latin typeface="Calibri"/>
                <a:cs typeface="Calibri"/>
              </a:rPr>
              <a:t>value</a:t>
            </a:r>
            <a:r>
              <a:rPr sz="2000" spc="-45" dirty="0">
                <a:solidFill>
                  <a:srgbClr val="292929"/>
                </a:solidFill>
                <a:latin typeface="Calibri"/>
                <a:cs typeface="Calibri"/>
              </a:rPr>
              <a:t> </a:t>
            </a:r>
            <a:r>
              <a:rPr sz="2000" dirty="0">
                <a:solidFill>
                  <a:srgbClr val="292929"/>
                </a:solidFill>
                <a:latin typeface="Calibri"/>
                <a:cs typeface="Calibri"/>
              </a:rPr>
              <a:t>is</a:t>
            </a:r>
            <a:r>
              <a:rPr sz="2000" spc="-30" dirty="0">
                <a:solidFill>
                  <a:srgbClr val="292929"/>
                </a:solidFill>
                <a:latin typeface="Calibri"/>
                <a:cs typeface="Calibri"/>
              </a:rPr>
              <a:t> </a:t>
            </a:r>
            <a:r>
              <a:rPr sz="2000" dirty="0">
                <a:solidFill>
                  <a:srgbClr val="292929"/>
                </a:solidFill>
                <a:latin typeface="Calibri"/>
                <a:cs typeface="Calibri"/>
              </a:rPr>
              <a:t>missing.</a:t>
            </a:r>
            <a:r>
              <a:rPr sz="2000" spc="-45" dirty="0">
                <a:solidFill>
                  <a:srgbClr val="292929"/>
                </a:solidFill>
                <a:latin typeface="Calibri"/>
                <a:cs typeface="Calibri"/>
              </a:rPr>
              <a:t> </a:t>
            </a:r>
            <a:r>
              <a:rPr sz="2000" dirty="0">
                <a:solidFill>
                  <a:srgbClr val="292929"/>
                </a:solidFill>
                <a:latin typeface="Calibri"/>
                <a:cs typeface="Calibri"/>
              </a:rPr>
              <a:t>Naive</a:t>
            </a:r>
            <a:r>
              <a:rPr sz="2000" spc="-35" dirty="0">
                <a:solidFill>
                  <a:srgbClr val="292929"/>
                </a:solidFill>
                <a:latin typeface="Calibri"/>
                <a:cs typeface="Calibri"/>
              </a:rPr>
              <a:t> </a:t>
            </a:r>
            <a:r>
              <a:rPr sz="2000" dirty="0">
                <a:solidFill>
                  <a:srgbClr val="292929"/>
                </a:solidFill>
                <a:latin typeface="Calibri"/>
                <a:cs typeface="Calibri"/>
              </a:rPr>
              <a:t>Bayes</a:t>
            </a:r>
            <a:r>
              <a:rPr sz="2000" spc="-55" dirty="0">
                <a:solidFill>
                  <a:srgbClr val="292929"/>
                </a:solidFill>
                <a:latin typeface="Calibri"/>
                <a:cs typeface="Calibri"/>
              </a:rPr>
              <a:t> </a:t>
            </a:r>
            <a:r>
              <a:rPr sz="2000" dirty="0">
                <a:solidFill>
                  <a:srgbClr val="292929"/>
                </a:solidFill>
                <a:latin typeface="Calibri"/>
                <a:cs typeface="Calibri"/>
              </a:rPr>
              <a:t>can</a:t>
            </a:r>
            <a:r>
              <a:rPr sz="2000" spc="-40" dirty="0">
                <a:solidFill>
                  <a:srgbClr val="292929"/>
                </a:solidFill>
                <a:latin typeface="Calibri"/>
                <a:cs typeface="Calibri"/>
              </a:rPr>
              <a:t> </a:t>
            </a:r>
            <a:r>
              <a:rPr sz="2000" dirty="0">
                <a:solidFill>
                  <a:srgbClr val="292929"/>
                </a:solidFill>
                <a:latin typeface="Calibri"/>
                <a:cs typeface="Calibri"/>
              </a:rPr>
              <a:t>also</a:t>
            </a:r>
            <a:r>
              <a:rPr sz="2000" spc="-30" dirty="0">
                <a:solidFill>
                  <a:srgbClr val="292929"/>
                </a:solidFill>
                <a:latin typeface="Calibri"/>
                <a:cs typeface="Calibri"/>
              </a:rPr>
              <a:t> </a:t>
            </a:r>
            <a:r>
              <a:rPr sz="2000" dirty="0">
                <a:solidFill>
                  <a:srgbClr val="292929"/>
                </a:solidFill>
                <a:latin typeface="Calibri"/>
                <a:cs typeface="Calibri"/>
              </a:rPr>
              <a:t>support</a:t>
            </a:r>
            <a:r>
              <a:rPr sz="2000" spc="-55" dirty="0">
                <a:solidFill>
                  <a:srgbClr val="292929"/>
                </a:solidFill>
                <a:latin typeface="Calibri"/>
                <a:cs typeface="Calibri"/>
              </a:rPr>
              <a:t> </a:t>
            </a:r>
            <a:r>
              <a:rPr sz="2000" dirty="0">
                <a:solidFill>
                  <a:srgbClr val="292929"/>
                </a:solidFill>
                <a:latin typeface="Calibri"/>
                <a:cs typeface="Calibri"/>
              </a:rPr>
              <a:t>missing</a:t>
            </a:r>
            <a:r>
              <a:rPr sz="2000" spc="-30" dirty="0">
                <a:solidFill>
                  <a:srgbClr val="292929"/>
                </a:solidFill>
                <a:latin typeface="Calibri"/>
                <a:cs typeface="Calibri"/>
              </a:rPr>
              <a:t> </a:t>
            </a:r>
            <a:r>
              <a:rPr sz="2000" dirty="0">
                <a:solidFill>
                  <a:srgbClr val="292929"/>
                </a:solidFill>
                <a:latin typeface="Calibri"/>
                <a:cs typeface="Calibri"/>
              </a:rPr>
              <a:t>values</a:t>
            </a:r>
            <a:r>
              <a:rPr sz="2000" spc="-30" dirty="0">
                <a:solidFill>
                  <a:srgbClr val="292929"/>
                </a:solidFill>
                <a:latin typeface="Calibri"/>
                <a:cs typeface="Calibri"/>
              </a:rPr>
              <a:t> </a:t>
            </a:r>
            <a:r>
              <a:rPr sz="2000" dirty="0">
                <a:solidFill>
                  <a:srgbClr val="292929"/>
                </a:solidFill>
                <a:latin typeface="Calibri"/>
                <a:cs typeface="Calibri"/>
              </a:rPr>
              <a:t>when</a:t>
            </a:r>
            <a:r>
              <a:rPr sz="2000" spc="-50" dirty="0">
                <a:solidFill>
                  <a:srgbClr val="292929"/>
                </a:solidFill>
                <a:latin typeface="Calibri"/>
                <a:cs typeface="Calibri"/>
              </a:rPr>
              <a:t> </a:t>
            </a:r>
            <a:r>
              <a:rPr sz="2000" dirty="0">
                <a:solidFill>
                  <a:srgbClr val="292929"/>
                </a:solidFill>
                <a:latin typeface="Calibri"/>
                <a:cs typeface="Calibri"/>
              </a:rPr>
              <a:t>making</a:t>
            </a:r>
            <a:r>
              <a:rPr sz="2000" spc="-40" dirty="0">
                <a:solidFill>
                  <a:srgbClr val="292929"/>
                </a:solidFill>
                <a:latin typeface="Calibri"/>
                <a:cs typeface="Calibri"/>
              </a:rPr>
              <a:t> </a:t>
            </a:r>
            <a:r>
              <a:rPr sz="2000" dirty="0">
                <a:solidFill>
                  <a:srgbClr val="292929"/>
                </a:solidFill>
                <a:latin typeface="Calibri"/>
                <a:cs typeface="Calibri"/>
              </a:rPr>
              <a:t>a</a:t>
            </a:r>
            <a:r>
              <a:rPr sz="2000" spc="-40" dirty="0">
                <a:solidFill>
                  <a:srgbClr val="292929"/>
                </a:solidFill>
                <a:latin typeface="Calibri"/>
                <a:cs typeface="Calibri"/>
              </a:rPr>
              <a:t> </a:t>
            </a:r>
            <a:r>
              <a:rPr sz="2000" dirty="0">
                <a:solidFill>
                  <a:srgbClr val="292929"/>
                </a:solidFill>
                <a:latin typeface="Calibri"/>
                <a:cs typeface="Calibri"/>
              </a:rPr>
              <a:t>prediction.</a:t>
            </a:r>
            <a:r>
              <a:rPr sz="2000" spc="-45" dirty="0">
                <a:solidFill>
                  <a:srgbClr val="292929"/>
                </a:solidFill>
                <a:latin typeface="Calibri"/>
                <a:cs typeface="Calibri"/>
              </a:rPr>
              <a:t> </a:t>
            </a:r>
            <a:r>
              <a:rPr sz="2000" spc="-10" dirty="0">
                <a:solidFill>
                  <a:srgbClr val="292929"/>
                </a:solidFill>
                <a:latin typeface="Calibri"/>
                <a:cs typeface="Calibri"/>
              </a:rPr>
              <a:t>These</a:t>
            </a:r>
            <a:endParaRPr sz="2000">
              <a:latin typeface="Calibri"/>
              <a:cs typeface="Calibri"/>
            </a:endParaRPr>
          </a:p>
          <a:p>
            <a:pPr marL="12700" algn="just">
              <a:lnSpc>
                <a:spcPct val="100000"/>
              </a:lnSpc>
            </a:pPr>
            <a:r>
              <a:rPr sz="2000" dirty="0">
                <a:solidFill>
                  <a:srgbClr val="292929"/>
                </a:solidFill>
                <a:latin typeface="Calibri"/>
                <a:cs typeface="Calibri"/>
              </a:rPr>
              <a:t>algorithms</a:t>
            </a:r>
            <a:r>
              <a:rPr sz="2000" spc="-40" dirty="0">
                <a:solidFill>
                  <a:srgbClr val="292929"/>
                </a:solidFill>
                <a:latin typeface="Calibri"/>
                <a:cs typeface="Calibri"/>
              </a:rPr>
              <a:t> </a:t>
            </a:r>
            <a:r>
              <a:rPr sz="2000" dirty="0">
                <a:solidFill>
                  <a:srgbClr val="292929"/>
                </a:solidFill>
                <a:latin typeface="Calibri"/>
                <a:cs typeface="Calibri"/>
              </a:rPr>
              <a:t>can</a:t>
            </a:r>
            <a:r>
              <a:rPr sz="2000" spc="-20" dirty="0">
                <a:solidFill>
                  <a:srgbClr val="292929"/>
                </a:solidFill>
                <a:latin typeface="Calibri"/>
                <a:cs typeface="Calibri"/>
              </a:rPr>
              <a:t> </a:t>
            </a:r>
            <a:r>
              <a:rPr sz="2000" dirty="0">
                <a:solidFill>
                  <a:srgbClr val="292929"/>
                </a:solidFill>
                <a:latin typeface="Calibri"/>
                <a:cs typeface="Calibri"/>
              </a:rPr>
              <a:t>be</a:t>
            </a:r>
            <a:r>
              <a:rPr sz="2000" spc="-35" dirty="0">
                <a:solidFill>
                  <a:srgbClr val="292929"/>
                </a:solidFill>
                <a:latin typeface="Calibri"/>
                <a:cs typeface="Calibri"/>
              </a:rPr>
              <a:t> </a:t>
            </a:r>
            <a:r>
              <a:rPr sz="2000" dirty="0">
                <a:solidFill>
                  <a:srgbClr val="292929"/>
                </a:solidFill>
                <a:latin typeface="Calibri"/>
                <a:cs typeface="Calibri"/>
              </a:rPr>
              <a:t>used</a:t>
            </a:r>
            <a:r>
              <a:rPr sz="2000" spc="-40" dirty="0">
                <a:solidFill>
                  <a:srgbClr val="292929"/>
                </a:solidFill>
                <a:latin typeface="Calibri"/>
                <a:cs typeface="Calibri"/>
              </a:rPr>
              <a:t> </a:t>
            </a:r>
            <a:r>
              <a:rPr sz="2000" dirty="0">
                <a:solidFill>
                  <a:srgbClr val="292929"/>
                </a:solidFill>
                <a:latin typeface="Calibri"/>
                <a:cs typeface="Calibri"/>
              </a:rPr>
              <a:t>when</a:t>
            </a:r>
            <a:r>
              <a:rPr sz="2000" spc="-35" dirty="0">
                <a:solidFill>
                  <a:srgbClr val="292929"/>
                </a:solidFill>
                <a:latin typeface="Calibri"/>
                <a:cs typeface="Calibri"/>
              </a:rPr>
              <a:t> </a:t>
            </a:r>
            <a:r>
              <a:rPr sz="2000" dirty="0">
                <a:solidFill>
                  <a:srgbClr val="292929"/>
                </a:solidFill>
                <a:latin typeface="Calibri"/>
                <a:cs typeface="Calibri"/>
              </a:rPr>
              <a:t>the</a:t>
            </a:r>
            <a:r>
              <a:rPr sz="2000" spc="-40" dirty="0">
                <a:solidFill>
                  <a:srgbClr val="292929"/>
                </a:solidFill>
                <a:latin typeface="Calibri"/>
                <a:cs typeface="Calibri"/>
              </a:rPr>
              <a:t> </a:t>
            </a:r>
            <a:r>
              <a:rPr sz="2000" dirty="0">
                <a:solidFill>
                  <a:srgbClr val="292929"/>
                </a:solidFill>
                <a:latin typeface="Calibri"/>
                <a:cs typeface="Calibri"/>
              </a:rPr>
              <a:t>dataset</a:t>
            </a:r>
            <a:r>
              <a:rPr sz="2000" spc="-15" dirty="0">
                <a:solidFill>
                  <a:srgbClr val="292929"/>
                </a:solidFill>
                <a:latin typeface="Calibri"/>
                <a:cs typeface="Calibri"/>
              </a:rPr>
              <a:t> </a:t>
            </a:r>
            <a:r>
              <a:rPr sz="2000" dirty="0">
                <a:solidFill>
                  <a:srgbClr val="292929"/>
                </a:solidFill>
                <a:latin typeface="Calibri"/>
                <a:cs typeface="Calibri"/>
              </a:rPr>
              <a:t>contains</a:t>
            </a:r>
            <a:r>
              <a:rPr sz="2000" spc="-25" dirty="0">
                <a:solidFill>
                  <a:srgbClr val="292929"/>
                </a:solidFill>
                <a:latin typeface="Calibri"/>
                <a:cs typeface="Calibri"/>
              </a:rPr>
              <a:t> </a:t>
            </a:r>
            <a:r>
              <a:rPr sz="2000" dirty="0">
                <a:solidFill>
                  <a:srgbClr val="292929"/>
                </a:solidFill>
                <a:latin typeface="Calibri"/>
                <a:cs typeface="Calibri"/>
              </a:rPr>
              <a:t>null</a:t>
            </a:r>
            <a:r>
              <a:rPr sz="2000" spc="-45" dirty="0">
                <a:solidFill>
                  <a:srgbClr val="292929"/>
                </a:solidFill>
                <a:latin typeface="Calibri"/>
                <a:cs typeface="Calibri"/>
              </a:rPr>
              <a:t> </a:t>
            </a:r>
            <a:r>
              <a:rPr sz="2000" dirty="0">
                <a:solidFill>
                  <a:srgbClr val="292929"/>
                </a:solidFill>
                <a:latin typeface="Calibri"/>
                <a:cs typeface="Calibri"/>
              </a:rPr>
              <a:t>or</a:t>
            </a:r>
            <a:r>
              <a:rPr sz="2000" spc="-30" dirty="0">
                <a:solidFill>
                  <a:srgbClr val="292929"/>
                </a:solidFill>
                <a:latin typeface="Calibri"/>
                <a:cs typeface="Calibri"/>
              </a:rPr>
              <a:t> </a:t>
            </a:r>
            <a:r>
              <a:rPr sz="2000" dirty="0">
                <a:solidFill>
                  <a:srgbClr val="292929"/>
                </a:solidFill>
                <a:latin typeface="Calibri"/>
                <a:cs typeface="Calibri"/>
              </a:rPr>
              <a:t>missing</a:t>
            </a:r>
            <a:r>
              <a:rPr sz="2000" spc="-5" dirty="0">
                <a:solidFill>
                  <a:srgbClr val="292929"/>
                </a:solidFill>
                <a:latin typeface="Calibri"/>
                <a:cs typeface="Calibri"/>
              </a:rPr>
              <a:t> </a:t>
            </a:r>
            <a:r>
              <a:rPr sz="2000" spc="-10" dirty="0">
                <a:solidFill>
                  <a:srgbClr val="292929"/>
                </a:solidFill>
                <a:latin typeface="Calibri"/>
                <a:cs typeface="Calibri"/>
              </a:rPr>
              <a:t>values.</a:t>
            </a:r>
            <a:endParaRPr sz="2000">
              <a:latin typeface="Calibri"/>
              <a:cs typeface="Calibri"/>
            </a:endParaRPr>
          </a:p>
        </p:txBody>
      </p:sp>
      <p:sp>
        <p:nvSpPr>
          <p:cNvPr id="4" name="object 4"/>
          <p:cNvSpPr txBox="1"/>
          <p:nvPr/>
        </p:nvSpPr>
        <p:spPr>
          <a:xfrm>
            <a:off x="630732" y="2941701"/>
            <a:ext cx="10771505" cy="3073400"/>
          </a:xfrm>
          <a:prstGeom prst="rect">
            <a:avLst/>
          </a:prstGeom>
        </p:spPr>
        <p:txBody>
          <a:bodyPr vert="horz" wrap="square" lIns="0" tIns="13335" rIns="0" bIns="0" rtlCol="0">
            <a:spAutoFit/>
          </a:bodyPr>
          <a:lstStyle/>
          <a:p>
            <a:pPr marL="26034" marR="5080">
              <a:lnSpc>
                <a:spcPct val="100000"/>
              </a:lnSpc>
              <a:spcBef>
                <a:spcPts val="105"/>
              </a:spcBef>
            </a:pPr>
            <a:r>
              <a:rPr sz="2000" dirty="0">
                <a:solidFill>
                  <a:srgbClr val="292929"/>
                </a:solidFill>
                <a:latin typeface="Calibri"/>
                <a:cs typeface="Calibri"/>
              </a:rPr>
              <a:t>Another</a:t>
            </a:r>
            <a:r>
              <a:rPr sz="2000" spc="-35" dirty="0">
                <a:solidFill>
                  <a:srgbClr val="292929"/>
                </a:solidFill>
                <a:latin typeface="Calibri"/>
                <a:cs typeface="Calibri"/>
              </a:rPr>
              <a:t> </a:t>
            </a:r>
            <a:r>
              <a:rPr sz="2000" dirty="0">
                <a:solidFill>
                  <a:srgbClr val="292929"/>
                </a:solidFill>
                <a:latin typeface="Calibri"/>
                <a:cs typeface="Calibri"/>
              </a:rPr>
              <a:t>algorithm</a:t>
            </a:r>
            <a:r>
              <a:rPr sz="2000" spc="-25" dirty="0">
                <a:solidFill>
                  <a:srgbClr val="292929"/>
                </a:solidFill>
                <a:latin typeface="Calibri"/>
                <a:cs typeface="Calibri"/>
              </a:rPr>
              <a:t> </a:t>
            </a:r>
            <a:r>
              <a:rPr sz="2000" dirty="0">
                <a:solidFill>
                  <a:srgbClr val="292929"/>
                </a:solidFill>
                <a:latin typeface="Calibri"/>
                <a:cs typeface="Calibri"/>
              </a:rPr>
              <a:t>that</a:t>
            </a:r>
            <a:r>
              <a:rPr sz="2000" spc="-35" dirty="0">
                <a:solidFill>
                  <a:srgbClr val="292929"/>
                </a:solidFill>
                <a:latin typeface="Calibri"/>
                <a:cs typeface="Calibri"/>
              </a:rPr>
              <a:t> </a:t>
            </a:r>
            <a:r>
              <a:rPr sz="2000" dirty="0">
                <a:solidFill>
                  <a:srgbClr val="292929"/>
                </a:solidFill>
                <a:latin typeface="Calibri"/>
                <a:cs typeface="Calibri"/>
              </a:rPr>
              <a:t>can</a:t>
            </a:r>
            <a:r>
              <a:rPr sz="2000" spc="-30" dirty="0">
                <a:solidFill>
                  <a:srgbClr val="292929"/>
                </a:solidFill>
                <a:latin typeface="Calibri"/>
                <a:cs typeface="Calibri"/>
              </a:rPr>
              <a:t> </a:t>
            </a:r>
            <a:r>
              <a:rPr sz="2000" dirty="0">
                <a:solidFill>
                  <a:srgbClr val="292929"/>
                </a:solidFill>
                <a:latin typeface="Calibri"/>
                <a:cs typeface="Calibri"/>
              </a:rPr>
              <a:t>be</a:t>
            </a:r>
            <a:r>
              <a:rPr sz="2000" spc="-25" dirty="0">
                <a:solidFill>
                  <a:srgbClr val="292929"/>
                </a:solidFill>
                <a:latin typeface="Calibri"/>
                <a:cs typeface="Calibri"/>
              </a:rPr>
              <a:t> </a:t>
            </a:r>
            <a:r>
              <a:rPr sz="2000" dirty="0">
                <a:solidFill>
                  <a:srgbClr val="292929"/>
                </a:solidFill>
                <a:latin typeface="Calibri"/>
                <a:cs typeface="Calibri"/>
              </a:rPr>
              <a:t>used</a:t>
            </a:r>
            <a:r>
              <a:rPr sz="2000" spc="-35" dirty="0">
                <a:solidFill>
                  <a:srgbClr val="292929"/>
                </a:solidFill>
                <a:latin typeface="Calibri"/>
                <a:cs typeface="Calibri"/>
              </a:rPr>
              <a:t> </a:t>
            </a:r>
            <a:r>
              <a:rPr sz="2000" dirty="0">
                <a:solidFill>
                  <a:srgbClr val="292929"/>
                </a:solidFill>
                <a:latin typeface="Calibri"/>
                <a:cs typeface="Calibri"/>
              </a:rPr>
              <a:t>here</a:t>
            </a:r>
            <a:r>
              <a:rPr sz="2000" spc="-25" dirty="0">
                <a:solidFill>
                  <a:srgbClr val="292929"/>
                </a:solidFill>
                <a:latin typeface="Calibri"/>
                <a:cs typeface="Calibri"/>
              </a:rPr>
              <a:t> </a:t>
            </a:r>
            <a:r>
              <a:rPr sz="2000" dirty="0">
                <a:solidFill>
                  <a:srgbClr val="292929"/>
                </a:solidFill>
                <a:latin typeface="Calibri"/>
                <a:cs typeface="Calibri"/>
              </a:rPr>
              <a:t>is</a:t>
            </a:r>
            <a:r>
              <a:rPr sz="2000" spc="-15" dirty="0">
                <a:solidFill>
                  <a:srgbClr val="292929"/>
                </a:solidFill>
                <a:latin typeface="Calibri"/>
                <a:cs typeface="Calibri"/>
              </a:rPr>
              <a:t> </a:t>
            </a:r>
            <a:r>
              <a:rPr sz="2000" dirty="0">
                <a:solidFill>
                  <a:srgbClr val="292929"/>
                </a:solidFill>
                <a:latin typeface="Calibri"/>
                <a:cs typeface="Calibri"/>
              </a:rPr>
              <a:t>RandomForest</a:t>
            </a:r>
            <a:r>
              <a:rPr sz="2000" spc="-30" dirty="0">
                <a:solidFill>
                  <a:srgbClr val="292929"/>
                </a:solidFill>
                <a:latin typeface="Calibri"/>
                <a:cs typeface="Calibri"/>
              </a:rPr>
              <a:t> </a:t>
            </a:r>
            <a:r>
              <a:rPr sz="2000" dirty="0">
                <a:solidFill>
                  <a:srgbClr val="292929"/>
                </a:solidFill>
                <a:latin typeface="Calibri"/>
                <a:cs typeface="Calibri"/>
              </a:rPr>
              <a:t>that</a:t>
            </a:r>
            <a:r>
              <a:rPr sz="2000" spc="-20" dirty="0">
                <a:solidFill>
                  <a:srgbClr val="292929"/>
                </a:solidFill>
                <a:latin typeface="Calibri"/>
                <a:cs typeface="Calibri"/>
              </a:rPr>
              <a:t> </a:t>
            </a:r>
            <a:r>
              <a:rPr sz="2000" dirty="0">
                <a:solidFill>
                  <a:srgbClr val="292929"/>
                </a:solidFill>
                <a:latin typeface="Calibri"/>
                <a:cs typeface="Calibri"/>
              </a:rPr>
              <a:t>works</a:t>
            </a:r>
            <a:r>
              <a:rPr sz="2000" spc="-25" dirty="0">
                <a:solidFill>
                  <a:srgbClr val="292929"/>
                </a:solidFill>
                <a:latin typeface="Calibri"/>
                <a:cs typeface="Calibri"/>
              </a:rPr>
              <a:t> </a:t>
            </a:r>
            <a:r>
              <a:rPr sz="2000" dirty="0">
                <a:solidFill>
                  <a:srgbClr val="292929"/>
                </a:solidFill>
                <a:latin typeface="Calibri"/>
                <a:cs typeface="Calibri"/>
              </a:rPr>
              <a:t>well</a:t>
            </a:r>
            <a:r>
              <a:rPr sz="2000" spc="-35" dirty="0">
                <a:solidFill>
                  <a:srgbClr val="292929"/>
                </a:solidFill>
                <a:latin typeface="Calibri"/>
                <a:cs typeface="Calibri"/>
              </a:rPr>
              <a:t> </a:t>
            </a:r>
            <a:r>
              <a:rPr sz="2000" dirty="0">
                <a:solidFill>
                  <a:srgbClr val="292929"/>
                </a:solidFill>
                <a:latin typeface="Calibri"/>
                <a:cs typeface="Calibri"/>
              </a:rPr>
              <a:t>on</a:t>
            </a:r>
            <a:r>
              <a:rPr sz="2000" spc="-30" dirty="0">
                <a:solidFill>
                  <a:srgbClr val="292929"/>
                </a:solidFill>
                <a:latin typeface="Calibri"/>
                <a:cs typeface="Calibri"/>
              </a:rPr>
              <a:t> </a:t>
            </a:r>
            <a:r>
              <a:rPr sz="2000" spc="-10" dirty="0">
                <a:solidFill>
                  <a:srgbClr val="292929"/>
                </a:solidFill>
                <a:latin typeface="Calibri"/>
                <a:cs typeface="Calibri"/>
              </a:rPr>
              <a:t>non-</a:t>
            </a:r>
            <a:r>
              <a:rPr sz="2000" dirty="0">
                <a:solidFill>
                  <a:srgbClr val="292929"/>
                </a:solidFill>
                <a:latin typeface="Calibri"/>
                <a:cs typeface="Calibri"/>
              </a:rPr>
              <a:t>linear</a:t>
            </a:r>
            <a:r>
              <a:rPr sz="2000" spc="-35" dirty="0">
                <a:solidFill>
                  <a:srgbClr val="292929"/>
                </a:solidFill>
                <a:latin typeface="Calibri"/>
                <a:cs typeface="Calibri"/>
              </a:rPr>
              <a:t> </a:t>
            </a:r>
            <a:r>
              <a:rPr sz="2000" dirty="0">
                <a:solidFill>
                  <a:srgbClr val="292929"/>
                </a:solidFill>
                <a:latin typeface="Calibri"/>
                <a:cs typeface="Calibri"/>
              </a:rPr>
              <a:t>and</a:t>
            </a:r>
            <a:r>
              <a:rPr sz="2000" spc="-30" dirty="0">
                <a:solidFill>
                  <a:srgbClr val="292929"/>
                </a:solidFill>
                <a:latin typeface="Calibri"/>
                <a:cs typeface="Calibri"/>
              </a:rPr>
              <a:t> </a:t>
            </a:r>
            <a:r>
              <a:rPr sz="2000" spc="-10" dirty="0">
                <a:solidFill>
                  <a:srgbClr val="292929"/>
                </a:solidFill>
                <a:latin typeface="Calibri"/>
                <a:cs typeface="Calibri"/>
              </a:rPr>
              <a:t>categorical </a:t>
            </a:r>
            <a:r>
              <a:rPr sz="2000" dirty="0">
                <a:solidFill>
                  <a:srgbClr val="292929"/>
                </a:solidFill>
                <a:latin typeface="Calibri"/>
                <a:cs typeface="Calibri"/>
              </a:rPr>
              <a:t>data.</a:t>
            </a:r>
            <a:r>
              <a:rPr sz="2000" spc="-45" dirty="0">
                <a:solidFill>
                  <a:srgbClr val="292929"/>
                </a:solidFill>
                <a:latin typeface="Calibri"/>
                <a:cs typeface="Calibri"/>
              </a:rPr>
              <a:t> </a:t>
            </a:r>
            <a:r>
              <a:rPr sz="2000" dirty="0">
                <a:solidFill>
                  <a:srgbClr val="292929"/>
                </a:solidFill>
                <a:latin typeface="Calibri"/>
                <a:cs typeface="Calibri"/>
              </a:rPr>
              <a:t>It</a:t>
            </a:r>
            <a:r>
              <a:rPr sz="2000" spc="-30" dirty="0">
                <a:solidFill>
                  <a:srgbClr val="292929"/>
                </a:solidFill>
                <a:latin typeface="Calibri"/>
                <a:cs typeface="Calibri"/>
              </a:rPr>
              <a:t> </a:t>
            </a:r>
            <a:r>
              <a:rPr sz="2000" dirty="0">
                <a:solidFill>
                  <a:srgbClr val="292929"/>
                </a:solidFill>
                <a:latin typeface="Calibri"/>
                <a:cs typeface="Calibri"/>
              </a:rPr>
              <a:t>adapts</a:t>
            </a:r>
            <a:r>
              <a:rPr sz="2000" spc="-35" dirty="0">
                <a:solidFill>
                  <a:srgbClr val="292929"/>
                </a:solidFill>
                <a:latin typeface="Calibri"/>
                <a:cs typeface="Calibri"/>
              </a:rPr>
              <a:t> </a:t>
            </a:r>
            <a:r>
              <a:rPr sz="2000" dirty="0">
                <a:solidFill>
                  <a:srgbClr val="292929"/>
                </a:solidFill>
                <a:latin typeface="Calibri"/>
                <a:cs typeface="Calibri"/>
              </a:rPr>
              <a:t>to</a:t>
            </a:r>
            <a:r>
              <a:rPr sz="2000" spc="-35" dirty="0">
                <a:solidFill>
                  <a:srgbClr val="292929"/>
                </a:solidFill>
                <a:latin typeface="Calibri"/>
                <a:cs typeface="Calibri"/>
              </a:rPr>
              <a:t> </a:t>
            </a:r>
            <a:r>
              <a:rPr sz="2000" dirty="0">
                <a:solidFill>
                  <a:srgbClr val="292929"/>
                </a:solidFill>
                <a:latin typeface="Calibri"/>
                <a:cs typeface="Calibri"/>
              </a:rPr>
              <a:t>the</a:t>
            </a:r>
            <a:r>
              <a:rPr sz="2000" spc="-40" dirty="0">
                <a:solidFill>
                  <a:srgbClr val="292929"/>
                </a:solidFill>
                <a:latin typeface="Calibri"/>
                <a:cs typeface="Calibri"/>
              </a:rPr>
              <a:t> </a:t>
            </a:r>
            <a:r>
              <a:rPr sz="2000" dirty="0">
                <a:solidFill>
                  <a:srgbClr val="292929"/>
                </a:solidFill>
                <a:latin typeface="Calibri"/>
                <a:cs typeface="Calibri"/>
              </a:rPr>
              <a:t>data</a:t>
            </a:r>
            <a:r>
              <a:rPr sz="2000" spc="-30" dirty="0">
                <a:solidFill>
                  <a:srgbClr val="292929"/>
                </a:solidFill>
                <a:latin typeface="Calibri"/>
                <a:cs typeface="Calibri"/>
              </a:rPr>
              <a:t> </a:t>
            </a:r>
            <a:r>
              <a:rPr sz="2000" dirty="0">
                <a:solidFill>
                  <a:srgbClr val="292929"/>
                </a:solidFill>
                <a:latin typeface="Calibri"/>
                <a:cs typeface="Calibri"/>
              </a:rPr>
              <a:t>structure</a:t>
            </a:r>
            <a:r>
              <a:rPr sz="2000" spc="-20" dirty="0">
                <a:solidFill>
                  <a:srgbClr val="292929"/>
                </a:solidFill>
                <a:latin typeface="Calibri"/>
                <a:cs typeface="Calibri"/>
              </a:rPr>
              <a:t> </a:t>
            </a:r>
            <a:r>
              <a:rPr sz="2000" dirty="0">
                <a:solidFill>
                  <a:srgbClr val="292929"/>
                </a:solidFill>
                <a:latin typeface="Calibri"/>
                <a:cs typeface="Calibri"/>
              </a:rPr>
              <a:t>taking</a:t>
            </a:r>
            <a:r>
              <a:rPr sz="2000" spc="-35" dirty="0">
                <a:solidFill>
                  <a:srgbClr val="292929"/>
                </a:solidFill>
                <a:latin typeface="Calibri"/>
                <a:cs typeface="Calibri"/>
              </a:rPr>
              <a:t> </a:t>
            </a:r>
            <a:r>
              <a:rPr sz="2000" dirty="0">
                <a:solidFill>
                  <a:srgbClr val="292929"/>
                </a:solidFill>
                <a:latin typeface="Calibri"/>
                <a:cs typeface="Calibri"/>
              </a:rPr>
              <a:t>into</a:t>
            </a:r>
            <a:r>
              <a:rPr sz="2000" spc="-30" dirty="0">
                <a:solidFill>
                  <a:srgbClr val="292929"/>
                </a:solidFill>
                <a:latin typeface="Calibri"/>
                <a:cs typeface="Calibri"/>
              </a:rPr>
              <a:t> </a:t>
            </a:r>
            <a:r>
              <a:rPr sz="2000" dirty="0">
                <a:solidFill>
                  <a:srgbClr val="292929"/>
                </a:solidFill>
                <a:latin typeface="Calibri"/>
                <a:cs typeface="Calibri"/>
              </a:rPr>
              <a:t>consideration</a:t>
            </a:r>
            <a:r>
              <a:rPr sz="2000" spc="-35" dirty="0">
                <a:solidFill>
                  <a:srgbClr val="292929"/>
                </a:solidFill>
                <a:latin typeface="Calibri"/>
                <a:cs typeface="Calibri"/>
              </a:rPr>
              <a:t> </a:t>
            </a:r>
            <a:r>
              <a:rPr sz="2000" dirty="0">
                <a:solidFill>
                  <a:srgbClr val="292929"/>
                </a:solidFill>
                <a:latin typeface="Calibri"/>
                <a:cs typeface="Calibri"/>
              </a:rPr>
              <a:t>the</a:t>
            </a:r>
            <a:r>
              <a:rPr sz="2000" spc="-40" dirty="0">
                <a:solidFill>
                  <a:srgbClr val="292929"/>
                </a:solidFill>
                <a:latin typeface="Calibri"/>
                <a:cs typeface="Calibri"/>
              </a:rPr>
              <a:t> </a:t>
            </a:r>
            <a:r>
              <a:rPr sz="2000" dirty="0">
                <a:solidFill>
                  <a:srgbClr val="292929"/>
                </a:solidFill>
                <a:latin typeface="Calibri"/>
                <a:cs typeface="Calibri"/>
              </a:rPr>
              <a:t>high</a:t>
            </a:r>
            <a:r>
              <a:rPr sz="2000" spc="-55" dirty="0">
                <a:solidFill>
                  <a:srgbClr val="292929"/>
                </a:solidFill>
                <a:latin typeface="Calibri"/>
                <a:cs typeface="Calibri"/>
              </a:rPr>
              <a:t> </a:t>
            </a:r>
            <a:r>
              <a:rPr sz="2000" dirty="0">
                <a:solidFill>
                  <a:srgbClr val="292929"/>
                </a:solidFill>
                <a:latin typeface="Calibri"/>
                <a:cs typeface="Calibri"/>
              </a:rPr>
              <a:t>variance</a:t>
            </a:r>
            <a:r>
              <a:rPr sz="2000" spc="-15" dirty="0">
                <a:solidFill>
                  <a:srgbClr val="292929"/>
                </a:solidFill>
                <a:latin typeface="Calibri"/>
                <a:cs typeface="Calibri"/>
              </a:rPr>
              <a:t> </a:t>
            </a:r>
            <a:r>
              <a:rPr sz="2000" dirty="0">
                <a:solidFill>
                  <a:srgbClr val="292929"/>
                </a:solidFill>
                <a:latin typeface="Calibri"/>
                <a:cs typeface="Calibri"/>
              </a:rPr>
              <a:t>or</a:t>
            </a:r>
            <a:r>
              <a:rPr sz="2000" spc="-50" dirty="0">
                <a:solidFill>
                  <a:srgbClr val="292929"/>
                </a:solidFill>
                <a:latin typeface="Calibri"/>
                <a:cs typeface="Calibri"/>
              </a:rPr>
              <a:t> </a:t>
            </a:r>
            <a:r>
              <a:rPr sz="2000" dirty="0">
                <a:solidFill>
                  <a:srgbClr val="292929"/>
                </a:solidFill>
                <a:latin typeface="Calibri"/>
                <a:cs typeface="Calibri"/>
              </a:rPr>
              <a:t>the</a:t>
            </a:r>
            <a:r>
              <a:rPr sz="2000" spc="-30" dirty="0">
                <a:solidFill>
                  <a:srgbClr val="292929"/>
                </a:solidFill>
                <a:latin typeface="Calibri"/>
                <a:cs typeface="Calibri"/>
              </a:rPr>
              <a:t> </a:t>
            </a:r>
            <a:r>
              <a:rPr sz="2000" dirty="0">
                <a:solidFill>
                  <a:srgbClr val="292929"/>
                </a:solidFill>
                <a:latin typeface="Calibri"/>
                <a:cs typeface="Calibri"/>
              </a:rPr>
              <a:t>bias,</a:t>
            </a:r>
            <a:r>
              <a:rPr sz="2000" spc="-30" dirty="0">
                <a:solidFill>
                  <a:srgbClr val="292929"/>
                </a:solidFill>
                <a:latin typeface="Calibri"/>
                <a:cs typeface="Calibri"/>
              </a:rPr>
              <a:t> </a:t>
            </a:r>
            <a:r>
              <a:rPr sz="2000" spc="-10" dirty="0">
                <a:solidFill>
                  <a:srgbClr val="292929"/>
                </a:solidFill>
                <a:latin typeface="Calibri"/>
                <a:cs typeface="Calibri"/>
              </a:rPr>
              <a:t>producing</a:t>
            </a:r>
            <a:endParaRPr sz="2000">
              <a:latin typeface="Calibri"/>
              <a:cs typeface="Calibri"/>
            </a:endParaRPr>
          </a:p>
          <a:p>
            <a:pPr marL="26034">
              <a:lnSpc>
                <a:spcPct val="100000"/>
              </a:lnSpc>
            </a:pPr>
            <a:r>
              <a:rPr sz="2000" dirty="0">
                <a:solidFill>
                  <a:srgbClr val="292929"/>
                </a:solidFill>
                <a:latin typeface="Calibri"/>
                <a:cs typeface="Calibri"/>
              </a:rPr>
              <a:t>better</a:t>
            </a:r>
            <a:r>
              <a:rPr sz="2000" spc="-50" dirty="0">
                <a:solidFill>
                  <a:srgbClr val="292929"/>
                </a:solidFill>
                <a:latin typeface="Calibri"/>
                <a:cs typeface="Calibri"/>
              </a:rPr>
              <a:t> </a:t>
            </a:r>
            <a:r>
              <a:rPr sz="2000" dirty="0">
                <a:solidFill>
                  <a:srgbClr val="292929"/>
                </a:solidFill>
                <a:latin typeface="Calibri"/>
                <a:cs typeface="Calibri"/>
              </a:rPr>
              <a:t>results</a:t>
            </a:r>
            <a:r>
              <a:rPr sz="2000" spc="-30" dirty="0">
                <a:solidFill>
                  <a:srgbClr val="292929"/>
                </a:solidFill>
                <a:latin typeface="Calibri"/>
                <a:cs typeface="Calibri"/>
              </a:rPr>
              <a:t> </a:t>
            </a:r>
            <a:r>
              <a:rPr sz="2000" dirty="0">
                <a:solidFill>
                  <a:srgbClr val="292929"/>
                </a:solidFill>
                <a:latin typeface="Calibri"/>
                <a:cs typeface="Calibri"/>
              </a:rPr>
              <a:t>on</a:t>
            </a:r>
            <a:r>
              <a:rPr sz="2000" spc="-50" dirty="0">
                <a:solidFill>
                  <a:srgbClr val="292929"/>
                </a:solidFill>
                <a:latin typeface="Calibri"/>
                <a:cs typeface="Calibri"/>
              </a:rPr>
              <a:t> </a:t>
            </a:r>
            <a:r>
              <a:rPr sz="2000" dirty="0">
                <a:solidFill>
                  <a:srgbClr val="292929"/>
                </a:solidFill>
                <a:latin typeface="Calibri"/>
                <a:cs typeface="Calibri"/>
              </a:rPr>
              <a:t>large</a:t>
            </a:r>
            <a:r>
              <a:rPr sz="2000" spc="-50" dirty="0">
                <a:solidFill>
                  <a:srgbClr val="292929"/>
                </a:solidFill>
                <a:latin typeface="Calibri"/>
                <a:cs typeface="Calibri"/>
              </a:rPr>
              <a:t> </a:t>
            </a:r>
            <a:r>
              <a:rPr sz="2000" spc="-10" dirty="0">
                <a:solidFill>
                  <a:srgbClr val="292929"/>
                </a:solidFill>
                <a:latin typeface="Calibri"/>
                <a:cs typeface="Calibri"/>
              </a:rPr>
              <a:t>datasets.</a:t>
            </a:r>
            <a:endParaRPr sz="2000">
              <a:latin typeface="Calibri"/>
              <a:cs typeface="Calibri"/>
            </a:endParaRPr>
          </a:p>
          <a:p>
            <a:pPr>
              <a:lnSpc>
                <a:spcPct val="100000"/>
              </a:lnSpc>
              <a:spcBef>
                <a:spcPts val="2345"/>
              </a:spcBef>
            </a:pPr>
            <a:endParaRPr sz="2000">
              <a:latin typeface="Calibri"/>
              <a:cs typeface="Calibri"/>
            </a:endParaRPr>
          </a:p>
          <a:p>
            <a:pPr marL="12700">
              <a:lnSpc>
                <a:spcPct val="100000"/>
              </a:lnSpc>
            </a:pPr>
            <a:r>
              <a:rPr sz="2000" b="1" spc="-10" dirty="0">
                <a:solidFill>
                  <a:srgbClr val="292929"/>
                </a:solidFill>
                <a:latin typeface="Calibri"/>
                <a:cs typeface="Calibri"/>
              </a:rPr>
              <a:t>Pros:</a:t>
            </a:r>
            <a:endParaRPr sz="2000">
              <a:latin typeface="Calibri"/>
              <a:cs typeface="Calibri"/>
            </a:endParaRPr>
          </a:p>
          <a:p>
            <a:pPr marL="299085" indent="-286385">
              <a:lnSpc>
                <a:spcPct val="100000"/>
              </a:lnSpc>
              <a:spcBef>
                <a:spcPts val="5"/>
              </a:spcBef>
              <a:buFont typeface="Arial MT"/>
              <a:buChar char="•"/>
              <a:tabLst>
                <a:tab pos="299085" algn="l"/>
              </a:tabLst>
            </a:pPr>
            <a:r>
              <a:rPr sz="2000" dirty="0">
                <a:solidFill>
                  <a:srgbClr val="292929"/>
                </a:solidFill>
                <a:latin typeface="Calibri"/>
                <a:cs typeface="Calibri"/>
              </a:rPr>
              <a:t>No</a:t>
            </a:r>
            <a:r>
              <a:rPr sz="2000" spc="-55" dirty="0">
                <a:solidFill>
                  <a:srgbClr val="292929"/>
                </a:solidFill>
                <a:latin typeface="Calibri"/>
                <a:cs typeface="Calibri"/>
              </a:rPr>
              <a:t> </a:t>
            </a:r>
            <a:r>
              <a:rPr sz="2000" dirty="0">
                <a:solidFill>
                  <a:srgbClr val="292929"/>
                </a:solidFill>
                <a:latin typeface="Calibri"/>
                <a:cs typeface="Calibri"/>
              </a:rPr>
              <a:t>need</a:t>
            </a:r>
            <a:r>
              <a:rPr sz="2000" spc="-30" dirty="0">
                <a:solidFill>
                  <a:srgbClr val="292929"/>
                </a:solidFill>
                <a:latin typeface="Calibri"/>
                <a:cs typeface="Calibri"/>
              </a:rPr>
              <a:t> </a:t>
            </a:r>
            <a:r>
              <a:rPr sz="2000" dirty="0">
                <a:solidFill>
                  <a:srgbClr val="292929"/>
                </a:solidFill>
                <a:latin typeface="Calibri"/>
                <a:cs typeface="Calibri"/>
              </a:rPr>
              <a:t>to</a:t>
            </a:r>
            <a:r>
              <a:rPr sz="2000" spc="-35" dirty="0">
                <a:solidFill>
                  <a:srgbClr val="292929"/>
                </a:solidFill>
                <a:latin typeface="Calibri"/>
                <a:cs typeface="Calibri"/>
              </a:rPr>
              <a:t> </a:t>
            </a:r>
            <a:r>
              <a:rPr sz="2000" dirty="0">
                <a:solidFill>
                  <a:srgbClr val="292929"/>
                </a:solidFill>
                <a:latin typeface="Calibri"/>
                <a:cs typeface="Calibri"/>
              </a:rPr>
              <a:t>handle</a:t>
            </a:r>
            <a:r>
              <a:rPr sz="2000" spc="-50" dirty="0">
                <a:solidFill>
                  <a:srgbClr val="292929"/>
                </a:solidFill>
                <a:latin typeface="Calibri"/>
                <a:cs typeface="Calibri"/>
              </a:rPr>
              <a:t> </a:t>
            </a:r>
            <a:r>
              <a:rPr sz="2000" dirty="0">
                <a:solidFill>
                  <a:srgbClr val="292929"/>
                </a:solidFill>
                <a:latin typeface="Calibri"/>
                <a:cs typeface="Calibri"/>
              </a:rPr>
              <a:t>missing</a:t>
            </a:r>
            <a:r>
              <a:rPr sz="2000" spc="-15" dirty="0">
                <a:solidFill>
                  <a:srgbClr val="292929"/>
                </a:solidFill>
                <a:latin typeface="Calibri"/>
                <a:cs typeface="Calibri"/>
              </a:rPr>
              <a:t> </a:t>
            </a:r>
            <a:r>
              <a:rPr sz="2000" dirty="0">
                <a:solidFill>
                  <a:srgbClr val="292929"/>
                </a:solidFill>
                <a:latin typeface="Calibri"/>
                <a:cs typeface="Calibri"/>
              </a:rPr>
              <a:t>values</a:t>
            </a:r>
            <a:r>
              <a:rPr sz="2000" spc="-45" dirty="0">
                <a:solidFill>
                  <a:srgbClr val="292929"/>
                </a:solidFill>
                <a:latin typeface="Calibri"/>
                <a:cs typeface="Calibri"/>
              </a:rPr>
              <a:t> </a:t>
            </a:r>
            <a:r>
              <a:rPr sz="2000" dirty="0">
                <a:solidFill>
                  <a:srgbClr val="292929"/>
                </a:solidFill>
                <a:latin typeface="Calibri"/>
                <a:cs typeface="Calibri"/>
              </a:rPr>
              <a:t>in</a:t>
            </a:r>
            <a:r>
              <a:rPr sz="2000" spc="-30" dirty="0">
                <a:solidFill>
                  <a:srgbClr val="292929"/>
                </a:solidFill>
                <a:latin typeface="Calibri"/>
                <a:cs typeface="Calibri"/>
              </a:rPr>
              <a:t> </a:t>
            </a:r>
            <a:r>
              <a:rPr sz="2000" dirty="0">
                <a:solidFill>
                  <a:srgbClr val="292929"/>
                </a:solidFill>
                <a:latin typeface="Calibri"/>
                <a:cs typeface="Calibri"/>
              </a:rPr>
              <a:t>each</a:t>
            </a:r>
            <a:r>
              <a:rPr sz="2000" spc="-35" dirty="0">
                <a:solidFill>
                  <a:srgbClr val="292929"/>
                </a:solidFill>
                <a:latin typeface="Calibri"/>
                <a:cs typeface="Calibri"/>
              </a:rPr>
              <a:t> </a:t>
            </a:r>
            <a:r>
              <a:rPr sz="2000" dirty="0">
                <a:solidFill>
                  <a:srgbClr val="292929"/>
                </a:solidFill>
                <a:latin typeface="Calibri"/>
                <a:cs typeface="Calibri"/>
              </a:rPr>
              <a:t>column</a:t>
            </a:r>
            <a:r>
              <a:rPr sz="2000" spc="-50" dirty="0">
                <a:solidFill>
                  <a:srgbClr val="292929"/>
                </a:solidFill>
                <a:latin typeface="Calibri"/>
                <a:cs typeface="Calibri"/>
              </a:rPr>
              <a:t> </a:t>
            </a:r>
            <a:r>
              <a:rPr sz="2000" dirty="0">
                <a:solidFill>
                  <a:srgbClr val="292929"/>
                </a:solidFill>
                <a:latin typeface="Calibri"/>
                <a:cs typeface="Calibri"/>
              </a:rPr>
              <a:t>as</a:t>
            </a:r>
            <a:r>
              <a:rPr sz="2000" spc="-25" dirty="0">
                <a:solidFill>
                  <a:srgbClr val="292929"/>
                </a:solidFill>
                <a:latin typeface="Calibri"/>
                <a:cs typeface="Calibri"/>
              </a:rPr>
              <a:t> </a:t>
            </a:r>
            <a:r>
              <a:rPr sz="2000" dirty="0">
                <a:solidFill>
                  <a:srgbClr val="292929"/>
                </a:solidFill>
                <a:latin typeface="Calibri"/>
                <a:cs typeface="Calibri"/>
              </a:rPr>
              <a:t>ML</a:t>
            </a:r>
            <a:r>
              <a:rPr sz="2000" spc="-45" dirty="0">
                <a:solidFill>
                  <a:srgbClr val="292929"/>
                </a:solidFill>
                <a:latin typeface="Calibri"/>
                <a:cs typeface="Calibri"/>
              </a:rPr>
              <a:t> </a:t>
            </a:r>
            <a:r>
              <a:rPr sz="2000" dirty="0">
                <a:solidFill>
                  <a:srgbClr val="292929"/>
                </a:solidFill>
                <a:latin typeface="Calibri"/>
                <a:cs typeface="Calibri"/>
              </a:rPr>
              <a:t>algorithms</a:t>
            </a:r>
            <a:r>
              <a:rPr sz="2000" spc="-30" dirty="0">
                <a:solidFill>
                  <a:srgbClr val="292929"/>
                </a:solidFill>
                <a:latin typeface="Calibri"/>
                <a:cs typeface="Calibri"/>
              </a:rPr>
              <a:t> </a:t>
            </a:r>
            <a:r>
              <a:rPr sz="2000" dirty="0">
                <a:solidFill>
                  <a:srgbClr val="292929"/>
                </a:solidFill>
                <a:latin typeface="Calibri"/>
                <a:cs typeface="Calibri"/>
              </a:rPr>
              <a:t>will</a:t>
            </a:r>
            <a:r>
              <a:rPr sz="2000" spc="-30" dirty="0">
                <a:solidFill>
                  <a:srgbClr val="292929"/>
                </a:solidFill>
                <a:latin typeface="Calibri"/>
                <a:cs typeface="Calibri"/>
              </a:rPr>
              <a:t> </a:t>
            </a:r>
            <a:r>
              <a:rPr sz="2000" dirty="0">
                <a:solidFill>
                  <a:srgbClr val="292929"/>
                </a:solidFill>
                <a:latin typeface="Calibri"/>
                <a:cs typeface="Calibri"/>
              </a:rPr>
              <a:t>handle</a:t>
            </a:r>
            <a:r>
              <a:rPr sz="2000" spc="-50" dirty="0">
                <a:solidFill>
                  <a:srgbClr val="292929"/>
                </a:solidFill>
                <a:latin typeface="Calibri"/>
                <a:cs typeface="Calibri"/>
              </a:rPr>
              <a:t> </a:t>
            </a:r>
            <a:r>
              <a:rPr sz="2000" dirty="0">
                <a:solidFill>
                  <a:srgbClr val="292929"/>
                </a:solidFill>
                <a:latin typeface="Calibri"/>
                <a:cs typeface="Calibri"/>
              </a:rPr>
              <a:t>them</a:t>
            </a:r>
            <a:r>
              <a:rPr sz="2000" spc="-30" dirty="0">
                <a:solidFill>
                  <a:srgbClr val="292929"/>
                </a:solidFill>
                <a:latin typeface="Calibri"/>
                <a:cs typeface="Calibri"/>
              </a:rPr>
              <a:t> </a:t>
            </a:r>
            <a:r>
              <a:rPr sz="2000" spc="-10" dirty="0">
                <a:solidFill>
                  <a:srgbClr val="292929"/>
                </a:solidFill>
                <a:latin typeface="Calibri"/>
                <a:cs typeface="Calibri"/>
              </a:rPr>
              <a:t>efficiently.</a:t>
            </a:r>
            <a:endParaRPr sz="2000">
              <a:latin typeface="Calibri"/>
              <a:cs typeface="Calibri"/>
            </a:endParaRPr>
          </a:p>
          <a:p>
            <a:pPr marL="12700">
              <a:lnSpc>
                <a:spcPct val="100000"/>
              </a:lnSpc>
              <a:spcBef>
                <a:spcPts val="2400"/>
              </a:spcBef>
            </a:pPr>
            <a:r>
              <a:rPr sz="2000" b="1" spc="-10" dirty="0">
                <a:solidFill>
                  <a:srgbClr val="292929"/>
                </a:solidFill>
                <a:latin typeface="Calibri"/>
                <a:cs typeface="Calibri"/>
              </a:rPr>
              <a:t>Cons:</a:t>
            </a:r>
            <a:endParaRPr sz="2000">
              <a:latin typeface="Calibri"/>
              <a:cs typeface="Calibri"/>
            </a:endParaRPr>
          </a:p>
          <a:p>
            <a:pPr marL="299085" indent="-286385">
              <a:lnSpc>
                <a:spcPct val="100000"/>
              </a:lnSpc>
              <a:buFont typeface="Arial MT"/>
              <a:buChar char="•"/>
              <a:tabLst>
                <a:tab pos="299085" algn="l"/>
              </a:tabLst>
            </a:pPr>
            <a:r>
              <a:rPr sz="2000" dirty="0">
                <a:solidFill>
                  <a:srgbClr val="292929"/>
                </a:solidFill>
                <a:latin typeface="Calibri"/>
                <a:cs typeface="Calibri"/>
              </a:rPr>
              <a:t>No</a:t>
            </a:r>
            <a:r>
              <a:rPr sz="2000" spc="-50" dirty="0">
                <a:solidFill>
                  <a:srgbClr val="292929"/>
                </a:solidFill>
                <a:latin typeface="Calibri"/>
                <a:cs typeface="Calibri"/>
              </a:rPr>
              <a:t> </a:t>
            </a:r>
            <a:r>
              <a:rPr sz="2000" spc="-10" dirty="0">
                <a:solidFill>
                  <a:srgbClr val="292929"/>
                </a:solidFill>
                <a:latin typeface="Calibri"/>
                <a:cs typeface="Calibri"/>
              </a:rPr>
              <a:t>implementation </a:t>
            </a:r>
            <a:r>
              <a:rPr sz="2000" dirty="0">
                <a:solidFill>
                  <a:srgbClr val="292929"/>
                </a:solidFill>
                <a:latin typeface="Calibri"/>
                <a:cs typeface="Calibri"/>
              </a:rPr>
              <a:t>of</a:t>
            </a:r>
            <a:r>
              <a:rPr sz="2000" spc="-40" dirty="0">
                <a:solidFill>
                  <a:srgbClr val="292929"/>
                </a:solidFill>
                <a:latin typeface="Calibri"/>
                <a:cs typeface="Calibri"/>
              </a:rPr>
              <a:t> </a:t>
            </a:r>
            <a:r>
              <a:rPr sz="2000" dirty="0">
                <a:solidFill>
                  <a:srgbClr val="292929"/>
                </a:solidFill>
                <a:latin typeface="Calibri"/>
                <a:cs typeface="Calibri"/>
              </a:rPr>
              <a:t>these</a:t>
            </a:r>
            <a:r>
              <a:rPr sz="2000" spc="-20" dirty="0">
                <a:solidFill>
                  <a:srgbClr val="292929"/>
                </a:solidFill>
                <a:latin typeface="Calibri"/>
                <a:cs typeface="Calibri"/>
              </a:rPr>
              <a:t> </a:t>
            </a:r>
            <a:r>
              <a:rPr sz="2000" dirty="0">
                <a:solidFill>
                  <a:srgbClr val="292929"/>
                </a:solidFill>
                <a:latin typeface="Calibri"/>
                <a:cs typeface="Calibri"/>
              </a:rPr>
              <a:t>ML</a:t>
            </a:r>
            <a:r>
              <a:rPr sz="2000" spc="-40" dirty="0">
                <a:solidFill>
                  <a:srgbClr val="292929"/>
                </a:solidFill>
                <a:latin typeface="Calibri"/>
                <a:cs typeface="Calibri"/>
              </a:rPr>
              <a:t> </a:t>
            </a:r>
            <a:r>
              <a:rPr sz="2000" dirty="0">
                <a:solidFill>
                  <a:srgbClr val="292929"/>
                </a:solidFill>
                <a:latin typeface="Calibri"/>
                <a:cs typeface="Calibri"/>
              </a:rPr>
              <a:t>algorithms</a:t>
            </a:r>
            <a:r>
              <a:rPr sz="2000" spc="-30" dirty="0">
                <a:solidFill>
                  <a:srgbClr val="292929"/>
                </a:solidFill>
                <a:latin typeface="Calibri"/>
                <a:cs typeface="Calibri"/>
              </a:rPr>
              <a:t> </a:t>
            </a:r>
            <a:r>
              <a:rPr sz="2000" dirty="0">
                <a:solidFill>
                  <a:srgbClr val="292929"/>
                </a:solidFill>
                <a:latin typeface="Calibri"/>
                <a:cs typeface="Calibri"/>
              </a:rPr>
              <a:t>in</a:t>
            </a:r>
            <a:r>
              <a:rPr sz="2000" spc="-30"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spc="-10" dirty="0">
                <a:solidFill>
                  <a:srgbClr val="292929"/>
                </a:solidFill>
                <a:latin typeface="Calibri"/>
                <a:cs typeface="Calibri"/>
              </a:rPr>
              <a:t>scikit-</a:t>
            </a:r>
            <a:r>
              <a:rPr sz="2000" dirty="0">
                <a:solidFill>
                  <a:srgbClr val="292929"/>
                </a:solidFill>
                <a:latin typeface="Calibri"/>
                <a:cs typeface="Calibri"/>
              </a:rPr>
              <a:t>learn</a:t>
            </a:r>
            <a:r>
              <a:rPr sz="2000" spc="5" dirty="0">
                <a:solidFill>
                  <a:srgbClr val="292929"/>
                </a:solidFill>
                <a:latin typeface="Calibri"/>
                <a:cs typeface="Calibri"/>
              </a:rPr>
              <a:t> </a:t>
            </a:r>
            <a:r>
              <a:rPr sz="2000" spc="-10" dirty="0">
                <a:solidFill>
                  <a:srgbClr val="292929"/>
                </a:solidFill>
                <a:latin typeface="Calibri"/>
                <a:cs typeface="Calibri"/>
              </a:rPr>
              <a:t>library.</a:t>
            </a:r>
            <a:endParaRPr sz="20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6945" y="704215"/>
            <a:ext cx="322199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509B"/>
                </a:solidFill>
                <a:latin typeface="Calibri"/>
                <a:cs typeface="Calibri"/>
              </a:rPr>
              <a:t>PREDICTION</a:t>
            </a:r>
            <a:r>
              <a:rPr sz="1800" b="1" spc="-40" dirty="0">
                <a:solidFill>
                  <a:srgbClr val="27509B"/>
                </a:solidFill>
                <a:latin typeface="Calibri"/>
                <a:cs typeface="Calibri"/>
              </a:rPr>
              <a:t> </a:t>
            </a:r>
            <a:r>
              <a:rPr sz="1800" b="1" dirty="0">
                <a:solidFill>
                  <a:srgbClr val="27509B"/>
                </a:solidFill>
                <a:latin typeface="Calibri"/>
                <a:cs typeface="Calibri"/>
              </a:rPr>
              <a:t>OF</a:t>
            </a:r>
            <a:r>
              <a:rPr sz="1800" b="1" spc="-40" dirty="0">
                <a:solidFill>
                  <a:srgbClr val="27509B"/>
                </a:solidFill>
                <a:latin typeface="Calibri"/>
                <a:cs typeface="Calibri"/>
              </a:rPr>
              <a:t> </a:t>
            </a:r>
            <a:r>
              <a:rPr sz="1800" b="1" dirty="0">
                <a:solidFill>
                  <a:srgbClr val="27509B"/>
                </a:solidFill>
                <a:latin typeface="Calibri"/>
                <a:cs typeface="Calibri"/>
              </a:rPr>
              <a:t>MISSING</a:t>
            </a:r>
            <a:r>
              <a:rPr sz="1800" b="1" spc="-50" dirty="0">
                <a:solidFill>
                  <a:srgbClr val="27509B"/>
                </a:solidFill>
                <a:latin typeface="Calibri"/>
                <a:cs typeface="Calibri"/>
              </a:rPr>
              <a:t> </a:t>
            </a:r>
            <a:r>
              <a:rPr sz="1800" b="1" spc="-10" dirty="0">
                <a:solidFill>
                  <a:srgbClr val="27509B"/>
                </a:solidFill>
                <a:latin typeface="Calibri"/>
                <a:cs typeface="Calibri"/>
              </a:rPr>
              <a:t>VALUES:</a:t>
            </a:r>
            <a:endParaRPr sz="1800">
              <a:latin typeface="Calibri"/>
              <a:cs typeface="Calibri"/>
            </a:endParaRPr>
          </a:p>
        </p:txBody>
      </p:sp>
      <p:sp>
        <p:nvSpPr>
          <p:cNvPr id="3" name="object 3"/>
          <p:cNvSpPr txBox="1">
            <a:spLocks noGrp="1"/>
          </p:cNvSpPr>
          <p:nvPr>
            <p:ph type="title"/>
          </p:nvPr>
        </p:nvSpPr>
        <p:spPr>
          <a:xfrm>
            <a:off x="656945" y="1486915"/>
            <a:ext cx="10781665" cy="941069"/>
          </a:xfrm>
          <a:prstGeom prst="rect">
            <a:avLst/>
          </a:prstGeom>
        </p:spPr>
        <p:txBody>
          <a:bodyPr vert="horz" wrap="square" lIns="0" tIns="13335" rIns="0" bIns="0" rtlCol="0">
            <a:spAutoFit/>
          </a:bodyPr>
          <a:lstStyle/>
          <a:p>
            <a:pPr marL="12700" marR="5080" algn="just">
              <a:lnSpc>
                <a:spcPct val="100000"/>
              </a:lnSpc>
              <a:spcBef>
                <a:spcPts val="105"/>
              </a:spcBef>
            </a:pPr>
            <a:r>
              <a:rPr sz="2000" dirty="0">
                <a:solidFill>
                  <a:srgbClr val="292929"/>
                </a:solidFill>
                <a:latin typeface="Calibri"/>
                <a:cs typeface="Calibri"/>
              </a:rPr>
              <a:t>In</a:t>
            </a:r>
            <a:r>
              <a:rPr sz="2000" spc="-30" dirty="0">
                <a:solidFill>
                  <a:srgbClr val="292929"/>
                </a:solidFill>
                <a:latin typeface="Calibri"/>
                <a:cs typeface="Calibri"/>
              </a:rPr>
              <a:t> </a:t>
            </a:r>
            <a:r>
              <a:rPr sz="2000" dirty="0">
                <a:solidFill>
                  <a:srgbClr val="292929"/>
                </a:solidFill>
                <a:latin typeface="Calibri"/>
                <a:cs typeface="Calibri"/>
              </a:rPr>
              <a:t>the</a:t>
            </a:r>
            <a:r>
              <a:rPr sz="2000" spc="-45" dirty="0">
                <a:solidFill>
                  <a:srgbClr val="292929"/>
                </a:solidFill>
                <a:latin typeface="Calibri"/>
                <a:cs typeface="Calibri"/>
              </a:rPr>
              <a:t> </a:t>
            </a:r>
            <a:r>
              <a:rPr sz="2000" dirty="0">
                <a:solidFill>
                  <a:srgbClr val="292929"/>
                </a:solidFill>
                <a:latin typeface="Calibri"/>
                <a:cs typeface="Calibri"/>
              </a:rPr>
              <a:t>earlier</a:t>
            </a:r>
            <a:r>
              <a:rPr sz="2000" spc="-5" dirty="0">
                <a:solidFill>
                  <a:srgbClr val="292929"/>
                </a:solidFill>
                <a:latin typeface="Calibri"/>
                <a:cs typeface="Calibri"/>
              </a:rPr>
              <a:t> </a:t>
            </a:r>
            <a:r>
              <a:rPr sz="2000" dirty="0">
                <a:solidFill>
                  <a:srgbClr val="292929"/>
                </a:solidFill>
                <a:latin typeface="Calibri"/>
                <a:cs typeface="Calibri"/>
              </a:rPr>
              <a:t>methods</a:t>
            </a:r>
            <a:r>
              <a:rPr sz="2000" spc="-30" dirty="0">
                <a:solidFill>
                  <a:srgbClr val="292929"/>
                </a:solidFill>
                <a:latin typeface="Calibri"/>
                <a:cs typeface="Calibri"/>
              </a:rPr>
              <a:t> </a:t>
            </a:r>
            <a:r>
              <a:rPr sz="2000" dirty="0">
                <a:solidFill>
                  <a:srgbClr val="292929"/>
                </a:solidFill>
                <a:latin typeface="Calibri"/>
                <a:cs typeface="Calibri"/>
              </a:rPr>
              <a:t>to</a:t>
            </a:r>
            <a:r>
              <a:rPr sz="2000" spc="-35" dirty="0">
                <a:solidFill>
                  <a:srgbClr val="292929"/>
                </a:solidFill>
                <a:latin typeface="Calibri"/>
                <a:cs typeface="Calibri"/>
              </a:rPr>
              <a:t> </a:t>
            </a:r>
            <a:r>
              <a:rPr sz="2000" dirty="0">
                <a:solidFill>
                  <a:srgbClr val="292929"/>
                </a:solidFill>
                <a:latin typeface="Calibri"/>
                <a:cs typeface="Calibri"/>
              </a:rPr>
              <a:t>handle</a:t>
            </a:r>
            <a:r>
              <a:rPr sz="2000" spc="-45" dirty="0">
                <a:solidFill>
                  <a:srgbClr val="292929"/>
                </a:solidFill>
                <a:latin typeface="Calibri"/>
                <a:cs typeface="Calibri"/>
              </a:rPr>
              <a:t> </a:t>
            </a:r>
            <a:r>
              <a:rPr sz="2000" dirty="0">
                <a:solidFill>
                  <a:srgbClr val="292929"/>
                </a:solidFill>
                <a:latin typeface="Calibri"/>
                <a:cs typeface="Calibri"/>
              </a:rPr>
              <a:t>missing</a:t>
            </a:r>
            <a:r>
              <a:rPr sz="2000" spc="-15" dirty="0">
                <a:solidFill>
                  <a:srgbClr val="292929"/>
                </a:solidFill>
                <a:latin typeface="Calibri"/>
                <a:cs typeface="Calibri"/>
              </a:rPr>
              <a:t> </a:t>
            </a:r>
            <a:r>
              <a:rPr sz="2000" dirty="0">
                <a:solidFill>
                  <a:srgbClr val="292929"/>
                </a:solidFill>
                <a:latin typeface="Calibri"/>
                <a:cs typeface="Calibri"/>
              </a:rPr>
              <a:t>values,</a:t>
            </a:r>
            <a:r>
              <a:rPr sz="2000" spc="-25" dirty="0">
                <a:solidFill>
                  <a:srgbClr val="292929"/>
                </a:solidFill>
                <a:latin typeface="Calibri"/>
                <a:cs typeface="Calibri"/>
              </a:rPr>
              <a:t> </a:t>
            </a:r>
            <a:r>
              <a:rPr sz="2000" dirty="0">
                <a:solidFill>
                  <a:srgbClr val="292929"/>
                </a:solidFill>
                <a:latin typeface="Calibri"/>
                <a:cs typeface="Calibri"/>
              </a:rPr>
              <a:t>we</a:t>
            </a:r>
            <a:r>
              <a:rPr sz="2000" spc="-30" dirty="0">
                <a:solidFill>
                  <a:srgbClr val="292929"/>
                </a:solidFill>
                <a:latin typeface="Calibri"/>
                <a:cs typeface="Calibri"/>
              </a:rPr>
              <a:t> </a:t>
            </a:r>
            <a:r>
              <a:rPr sz="2000" dirty="0">
                <a:solidFill>
                  <a:srgbClr val="292929"/>
                </a:solidFill>
                <a:latin typeface="Calibri"/>
                <a:cs typeface="Calibri"/>
              </a:rPr>
              <a:t>do</a:t>
            </a:r>
            <a:r>
              <a:rPr sz="2000" spc="-30" dirty="0">
                <a:solidFill>
                  <a:srgbClr val="292929"/>
                </a:solidFill>
                <a:latin typeface="Calibri"/>
                <a:cs typeface="Calibri"/>
              </a:rPr>
              <a:t> </a:t>
            </a:r>
            <a:r>
              <a:rPr sz="2000" dirty="0">
                <a:solidFill>
                  <a:srgbClr val="292929"/>
                </a:solidFill>
                <a:latin typeface="Calibri"/>
                <a:cs typeface="Calibri"/>
              </a:rPr>
              <a:t>not</a:t>
            </a:r>
            <a:r>
              <a:rPr sz="2000" spc="-45" dirty="0">
                <a:solidFill>
                  <a:srgbClr val="292929"/>
                </a:solidFill>
                <a:latin typeface="Calibri"/>
                <a:cs typeface="Calibri"/>
              </a:rPr>
              <a:t> </a:t>
            </a:r>
            <a:r>
              <a:rPr sz="2000" dirty="0">
                <a:solidFill>
                  <a:srgbClr val="292929"/>
                </a:solidFill>
                <a:latin typeface="Calibri"/>
                <a:cs typeface="Calibri"/>
              </a:rPr>
              <a:t>use</a:t>
            </a:r>
            <a:r>
              <a:rPr sz="2000" spc="-30" dirty="0">
                <a:solidFill>
                  <a:srgbClr val="292929"/>
                </a:solidFill>
                <a:latin typeface="Calibri"/>
                <a:cs typeface="Calibri"/>
              </a:rPr>
              <a:t> </a:t>
            </a:r>
            <a:r>
              <a:rPr sz="2000" dirty="0">
                <a:solidFill>
                  <a:srgbClr val="292929"/>
                </a:solidFill>
                <a:latin typeface="Calibri"/>
                <a:cs typeface="Calibri"/>
              </a:rPr>
              <a:t>the</a:t>
            </a:r>
            <a:r>
              <a:rPr sz="2000" spc="-20" dirty="0">
                <a:solidFill>
                  <a:srgbClr val="292929"/>
                </a:solidFill>
                <a:latin typeface="Calibri"/>
                <a:cs typeface="Calibri"/>
              </a:rPr>
              <a:t> </a:t>
            </a:r>
            <a:r>
              <a:rPr sz="2000" dirty="0">
                <a:solidFill>
                  <a:srgbClr val="292929"/>
                </a:solidFill>
                <a:latin typeface="Calibri"/>
                <a:cs typeface="Calibri"/>
              </a:rPr>
              <a:t>correlation</a:t>
            </a:r>
            <a:r>
              <a:rPr sz="2000" spc="-30" dirty="0">
                <a:solidFill>
                  <a:srgbClr val="292929"/>
                </a:solidFill>
                <a:latin typeface="Calibri"/>
                <a:cs typeface="Calibri"/>
              </a:rPr>
              <a:t> </a:t>
            </a:r>
            <a:r>
              <a:rPr sz="2000" dirty="0">
                <a:solidFill>
                  <a:srgbClr val="292929"/>
                </a:solidFill>
                <a:latin typeface="Calibri"/>
                <a:cs typeface="Calibri"/>
              </a:rPr>
              <a:t>advantage</a:t>
            </a:r>
            <a:r>
              <a:rPr sz="2000" spc="-35" dirty="0">
                <a:solidFill>
                  <a:srgbClr val="292929"/>
                </a:solidFill>
                <a:latin typeface="Calibri"/>
                <a:cs typeface="Calibri"/>
              </a:rPr>
              <a:t> </a:t>
            </a:r>
            <a:r>
              <a:rPr sz="2000" dirty="0">
                <a:solidFill>
                  <a:srgbClr val="292929"/>
                </a:solidFill>
                <a:latin typeface="Calibri"/>
                <a:cs typeface="Calibri"/>
              </a:rPr>
              <a:t>of</a:t>
            </a:r>
            <a:r>
              <a:rPr sz="2000" spc="-40" dirty="0">
                <a:solidFill>
                  <a:srgbClr val="292929"/>
                </a:solidFill>
                <a:latin typeface="Calibri"/>
                <a:cs typeface="Calibri"/>
              </a:rPr>
              <a:t> </a:t>
            </a:r>
            <a:r>
              <a:rPr sz="2000" dirty="0">
                <a:solidFill>
                  <a:srgbClr val="292929"/>
                </a:solidFill>
                <a:latin typeface="Calibri"/>
                <a:cs typeface="Calibri"/>
              </a:rPr>
              <a:t>the</a:t>
            </a:r>
            <a:r>
              <a:rPr sz="2000" spc="-25" dirty="0">
                <a:solidFill>
                  <a:srgbClr val="292929"/>
                </a:solidFill>
                <a:latin typeface="Calibri"/>
                <a:cs typeface="Calibri"/>
              </a:rPr>
              <a:t> </a:t>
            </a:r>
            <a:r>
              <a:rPr sz="2000" spc="-10" dirty="0">
                <a:solidFill>
                  <a:srgbClr val="292929"/>
                </a:solidFill>
                <a:latin typeface="Calibri"/>
                <a:cs typeface="Calibri"/>
              </a:rPr>
              <a:t>variable </a:t>
            </a:r>
            <a:r>
              <a:rPr sz="2000" dirty="0">
                <a:solidFill>
                  <a:srgbClr val="292929"/>
                </a:solidFill>
                <a:latin typeface="Calibri"/>
                <a:cs typeface="Calibri"/>
              </a:rPr>
              <a:t>containing</a:t>
            </a:r>
            <a:r>
              <a:rPr sz="2000" spc="-50" dirty="0">
                <a:solidFill>
                  <a:srgbClr val="292929"/>
                </a:solidFill>
                <a:latin typeface="Calibri"/>
                <a:cs typeface="Calibri"/>
              </a:rPr>
              <a:t> </a:t>
            </a:r>
            <a:r>
              <a:rPr sz="2000" dirty="0">
                <a:solidFill>
                  <a:srgbClr val="292929"/>
                </a:solidFill>
                <a:latin typeface="Calibri"/>
                <a:cs typeface="Calibri"/>
              </a:rPr>
              <a:t>the</a:t>
            </a:r>
            <a:r>
              <a:rPr sz="2000" spc="-30" dirty="0">
                <a:solidFill>
                  <a:srgbClr val="292929"/>
                </a:solidFill>
                <a:latin typeface="Calibri"/>
                <a:cs typeface="Calibri"/>
              </a:rPr>
              <a:t> </a:t>
            </a:r>
            <a:r>
              <a:rPr sz="2000" dirty="0">
                <a:solidFill>
                  <a:srgbClr val="292929"/>
                </a:solidFill>
                <a:latin typeface="Calibri"/>
                <a:cs typeface="Calibri"/>
              </a:rPr>
              <a:t>missing</a:t>
            </a:r>
            <a:r>
              <a:rPr sz="2000" spc="-25" dirty="0">
                <a:solidFill>
                  <a:srgbClr val="292929"/>
                </a:solidFill>
                <a:latin typeface="Calibri"/>
                <a:cs typeface="Calibri"/>
              </a:rPr>
              <a:t> </a:t>
            </a:r>
            <a:r>
              <a:rPr sz="2000" dirty="0">
                <a:solidFill>
                  <a:srgbClr val="292929"/>
                </a:solidFill>
                <a:latin typeface="Calibri"/>
                <a:cs typeface="Calibri"/>
              </a:rPr>
              <a:t>value</a:t>
            </a:r>
            <a:r>
              <a:rPr sz="2000" spc="-30" dirty="0">
                <a:solidFill>
                  <a:srgbClr val="292929"/>
                </a:solidFill>
                <a:latin typeface="Calibri"/>
                <a:cs typeface="Calibri"/>
              </a:rPr>
              <a:t> </a:t>
            </a:r>
            <a:r>
              <a:rPr sz="2000" dirty="0">
                <a:solidFill>
                  <a:srgbClr val="292929"/>
                </a:solidFill>
                <a:latin typeface="Calibri"/>
                <a:cs typeface="Calibri"/>
              </a:rPr>
              <a:t>and</a:t>
            </a:r>
            <a:r>
              <a:rPr sz="2000" spc="-30" dirty="0">
                <a:solidFill>
                  <a:srgbClr val="292929"/>
                </a:solidFill>
                <a:latin typeface="Calibri"/>
                <a:cs typeface="Calibri"/>
              </a:rPr>
              <a:t> </a:t>
            </a:r>
            <a:r>
              <a:rPr sz="2000" dirty="0">
                <a:solidFill>
                  <a:srgbClr val="292929"/>
                </a:solidFill>
                <a:latin typeface="Calibri"/>
                <a:cs typeface="Calibri"/>
              </a:rPr>
              <a:t>other</a:t>
            </a:r>
            <a:r>
              <a:rPr sz="2000" spc="-30" dirty="0">
                <a:solidFill>
                  <a:srgbClr val="292929"/>
                </a:solidFill>
                <a:latin typeface="Calibri"/>
                <a:cs typeface="Calibri"/>
              </a:rPr>
              <a:t> </a:t>
            </a:r>
            <a:r>
              <a:rPr sz="2000" dirty="0">
                <a:solidFill>
                  <a:srgbClr val="292929"/>
                </a:solidFill>
                <a:latin typeface="Calibri"/>
                <a:cs typeface="Calibri"/>
              </a:rPr>
              <a:t>variables.</a:t>
            </a:r>
            <a:r>
              <a:rPr sz="2000" spc="-20" dirty="0">
                <a:solidFill>
                  <a:srgbClr val="292929"/>
                </a:solidFill>
                <a:latin typeface="Calibri"/>
                <a:cs typeface="Calibri"/>
              </a:rPr>
              <a:t> </a:t>
            </a:r>
            <a:r>
              <a:rPr sz="2000" dirty="0">
                <a:solidFill>
                  <a:srgbClr val="292929"/>
                </a:solidFill>
                <a:latin typeface="Calibri"/>
                <a:cs typeface="Calibri"/>
              </a:rPr>
              <a:t>Using</a:t>
            </a:r>
            <a:r>
              <a:rPr sz="2000" spc="-25" dirty="0">
                <a:solidFill>
                  <a:srgbClr val="292929"/>
                </a:solidFill>
                <a:latin typeface="Calibri"/>
                <a:cs typeface="Calibri"/>
              </a:rPr>
              <a:t> </a:t>
            </a:r>
            <a:r>
              <a:rPr sz="2000" dirty="0">
                <a:solidFill>
                  <a:srgbClr val="292929"/>
                </a:solidFill>
                <a:latin typeface="Calibri"/>
                <a:cs typeface="Calibri"/>
              </a:rPr>
              <a:t>the</a:t>
            </a:r>
            <a:r>
              <a:rPr sz="2000" spc="-30" dirty="0">
                <a:solidFill>
                  <a:srgbClr val="292929"/>
                </a:solidFill>
                <a:latin typeface="Calibri"/>
                <a:cs typeface="Calibri"/>
              </a:rPr>
              <a:t> </a:t>
            </a:r>
            <a:r>
              <a:rPr sz="2000" dirty="0">
                <a:solidFill>
                  <a:srgbClr val="292929"/>
                </a:solidFill>
                <a:latin typeface="Calibri"/>
                <a:cs typeface="Calibri"/>
              </a:rPr>
              <a:t>other</a:t>
            </a:r>
            <a:r>
              <a:rPr sz="2000" spc="-30" dirty="0">
                <a:solidFill>
                  <a:srgbClr val="292929"/>
                </a:solidFill>
                <a:latin typeface="Calibri"/>
                <a:cs typeface="Calibri"/>
              </a:rPr>
              <a:t> </a:t>
            </a:r>
            <a:r>
              <a:rPr sz="2000" dirty="0">
                <a:solidFill>
                  <a:srgbClr val="292929"/>
                </a:solidFill>
                <a:latin typeface="Calibri"/>
                <a:cs typeface="Calibri"/>
              </a:rPr>
              <a:t>features</a:t>
            </a:r>
            <a:r>
              <a:rPr sz="2000" spc="-20" dirty="0">
                <a:solidFill>
                  <a:srgbClr val="292929"/>
                </a:solidFill>
                <a:latin typeface="Calibri"/>
                <a:cs typeface="Calibri"/>
              </a:rPr>
              <a:t> </a:t>
            </a:r>
            <a:r>
              <a:rPr sz="2000" dirty="0">
                <a:solidFill>
                  <a:srgbClr val="292929"/>
                </a:solidFill>
                <a:latin typeface="Calibri"/>
                <a:cs typeface="Calibri"/>
              </a:rPr>
              <a:t>which</a:t>
            </a:r>
            <a:r>
              <a:rPr sz="2000" spc="-50" dirty="0">
                <a:solidFill>
                  <a:srgbClr val="292929"/>
                </a:solidFill>
                <a:latin typeface="Calibri"/>
                <a:cs typeface="Calibri"/>
              </a:rPr>
              <a:t> </a:t>
            </a:r>
            <a:r>
              <a:rPr sz="2000" dirty="0">
                <a:solidFill>
                  <a:srgbClr val="292929"/>
                </a:solidFill>
                <a:latin typeface="Calibri"/>
                <a:cs typeface="Calibri"/>
              </a:rPr>
              <a:t>don’t</a:t>
            </a:r>
            <a:r>
              <a:rPr sz="2000" spc="-50" dirty="0">
                <a:solidFill>
                  <a:srgbClr val="292929"/>
                </a:solidFill>
                <a:latin typeface="Calibri"/>
                <a:cs typeface="Calibri"/>
              </a:rPr>
              <a:t> </a:t>
            </a:r>
            <a:r>
              <a:rPr sz="2000" dirty="0">
                <a:solidFill>
                  <a:srgbClr val="292929"/>
                </a:solidFill>
                <a:latin typeface="Calibri"/>
                <a:cs typeface="Calibri"/>
              </a:rPr>
              <a:t>have</a:t>
            </a:r>
            <a:r>
              <a:rPr sz="2000" spc="-30" dirty="0">
                <a:solidFill>
                  <a:srgbClr val="292929"/>
                </a:solidFill>
                <a:latin typeface="Calibri"/>
                <a:cs typeface="Calibri"/>
              </a:rPr>
              <a:t> </a:t>
            </a:r>
            <a:r>
              <a:rPr sz="2000" dirty="0">
                <a:solidFill>
                  <a:srgbClr val="292929"/>
                </a:solidFill>
                <a:latin typeface="Calibri"/>
                <a:cs typeface="Calibri"/>
              </a:rPr>
              <a:t>nulls</a:t>
            </a:r>
            <a:r>
              <a:rPr sz="2000" spc="-25" dirty="0">
                <a:solidFill>
                  <a:srgbClr val="292929"/>
                </a:solidFill>
                <a:latin typeface="Calibri"/>
                <a:cs typeface="Calibri"/>
              </a:rPr>
              <a:t> </a:t>
            </a:r>
            <a:r>
              <a:rPr sz="2000" dirty="0">
                <a:solidFill>
                  <a:srgbClr val="292929"/>
                </a:solidFill>
                <a:latin typeface="Calibri"/>
                <a:cs typeface="Calibri"/>
              </a:rPr>
              <a:t>can</a:t>
            </a:r>
            <a:r>
              <a:rPr sz="2000" spc="-35" dirty="0">
                <a:solidFill>
                  <a:srgbClr val="292929"/>
                </a:solidFill>
                <a:latin typeface="Calibri"/>
                <a:cs typeface="Calibri"/>
              </a:rPr>
              <a:t> </a:t>
            </a:r>
            <a:r>
              <a:rPr sz="2000" spc="-25" dirty="0">
                <a:solidFill>
                  <a:srgbClr val="292929"/>
                </a:solidFill>
                <a:latin typeface="Calibri"/>
                <a:cs typeface="Calibri"/>
              </a:rPr>
              <a:t>be </a:t>
            </a:r>
            <a:r>
              <a:rPr sz="2000" dirty="0">
                <a:solidFill>
                  <a:srgbClr val="292929"/>
                </a:solidFill>
                <a:latin typeface="Calibri"/>
                <a:cs typeface="Calibri"/>
              </a:rPr>
              <a:t>used</a:t>
            </a:r>
            <a:r>
              <a:rPr sz="2000" spc="-35" dirty="0">
                <a:solidFill>
                  <a:srgbClr val="292929"/>
                </a:solidFill>
                <a:latin typeface="Calibri"/>
                <a:cs typeface="Calibri"/>
              </a:rPr>
              <a:t> </a:t>
            </a:r>
            <a:r>
              <a:rPr sz="2000" dirty="0">
                <a:solidFill>
                  <a:srgbClr val="292929"/>
                </a:solidFill>
                <a:latin typeface="Calibri"/>
                <a:cs typeface="Calibri"/>
              </a:rPr>
              <a:t>to</a:t>
            </a:r>
            <a:r>
              <a:rPr sz="2000" spc="-20" dirty="0">
                <a:solidFill>
                  <a:srgbClr val="292929"/>
                </a:solidFill>
                <a:latin typeface="Calibri"/>
                <a:cs typeface="Calibri"/>
              </a:rPr>
              <a:t> </a:t>
            </a:r>
            <a:r>
              <a:rPr sz="2000" dirty="0">
                <a:solidFill>
                  <a:srgbClr val="292929"/>
                </a:solidFill>
                <a:latin typeface="Calibri"/>
                <a:cs typeface="Calibri"/>
              </a:rPr>
              <a:t>predict</a:t>
            </a:r>
            <a:r>
              <a:rPr sz="2000" spc="-20" dirty="0">
                <a:solidFill>
                  <a:srgbClr val="292929"/>
                </a:solidFill>
                <a:latin typeface="Calibri"/>
                <a:cs typeface="Calibri"/>
              </a:rPr>
              <a:t> </a:t>
            </a:r>
            <a:r>
              <a:rPr sz="2000" dirty="0">
                <a:solidFill>
                  <a:srgbClr val="292929"/>
                </a:solidFill>
                <a:latin typeface="Calibri"/>
                <a:cs typeface="Calibri"/>
              </a:rPr>
              <a:t>missing</a:t>
            </a:r>
            <a:r>
              <a:rPr sz="2000" spc="-20" dirty="0">
                <a:solidFill>
                  <a:srgbClr val="292929"/>
                </a:solidFill>
                <a:latin typeface="Calibri"/>
                <a:cs typeface="Calibri"/>
              </a:rPr>
              <a:t> </a:t>
            </a:r>
            <a:r>
              <a:rPr sz="2000" spc="-10" dirty="0">
                <a:solidFill>
                  <a:srgbClr val="292929"/>
                </a:solidFill>
                <a:latin typeface="Calibri"/>
                <a:cs typeface="Calibri"/>
              </a:rPr>
              <a:t>values.</a:t>
            </a:r>
            <a:endParaRPr sz="2000">
              <a:latin typeface="Calibri"/>
              <a:cs typeface="Calibri"/>
            </a:endParaRPr>
          </a:p>
        </p:txBody>
      </p:sp>
      <p:sp>
        <p:nvSpPr>
          <p:cNvPr id="4" name="object 4"/>
          <p:cNvSpPr txBox="1"/>
          <p:nvPr/>
        </p:nvSpPr>
        <p:spPr>
          <a:xfrm>
            <a:off x="656945" y="2706370"/>
            <a:ext cx="10777220" cy="3711575"/>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292929"/>
                </a:solidFill>
                <a:latin typeface="Calibri"/>
                <a:cs typeface="Calibri"/>
              </a:rPr>
              <a:t>The</a:t>
            </a:r>
            <a:r>
              <a:rPr sz="2000" spc="-20" dirty="0">
                <a:solidFill>
                  <a:srgbClr val="292929"/>
                </a:solidFill>
                <a:latin typeface="Calibri"/>
                <a:cs typeface="Calibri"/>
              </a:rPr>
              <a:t> </a:t>
            </a:r>
            <a:r>
              <a:rPr sz="2000" spc="-10" dirty="0">
                <a:solidFill>
                  <a:srgbClr val="292929"/>
                </a:solidFill>
                <a:latin typeface="Calibri"/>
                <a:cs typeface="Calibri"/>
              </a:rPr>
              <a:t>regression</a:t>
            </a:r>
            <a:r>
              <a:rPr sz="2000" spc="-20" dirty="0">
                <a:solidFill>
                  <a:srgbClr val="292929"/>
                </a:solidFill>
                <a:latin typeface="Calibri"/>
                <a:cs typeface="Calibri"/>
              </a:rPr>
              <a:t> </a:t>
            </a:r>
            <a:r>
              <a:rPr sz="2000" dirty="0">
                <a:solidFill>
                  <a:srgbClr val="292929"/>
                </a:solidFill>
                <a:latin typeface="Calibri"/>
                <a:cs typeface="Calibri"/>
              </a:rPr>
              <a:t>or</a:t>
            </a:r>
            <a:r>
              <a:rPr sz="2000" spc="-20" dirty="0">
                <a:solidFill>
                  <a:srgbClr val="292929"/>
                </a:solidFill>
                <a:latin typeface="Calibri"/>
                <a:cs typeface="Calibri"/>
              </a:rPr>
              <a:t> </a:t>
            </a:r>
            <a:r>
              <a:rPr sz="2000" spc="-10" dirty="0">
                <a:solidFill>
                  <a:srgbClr val="292929"/>
                </a:solidFill>
                <a:latin typeface="Calibri"/>
                <a:cs typeface="Calibri"/>
              </a:rPr>
              <a:t>classification</a:t>
            </a:r>
            <a:r>
              <a:rPr sz="2000" spc="5" dirty="0">
                <a:solidFill>
                  <a:srgbClr val="292929"/>
                </a:solidFill>
                <a:latin typeface="Calibri"/>
                <a:cs typeface="Calibri"/>
              </a:rPr>
              <a:t> </a:t>
            </a:r>
            <a:r>
              <a:rPr sz="2000" dirty="0">
                <a:solidFill>
                  <a:srgbClr val="292929"/>
                </a:solidFill>
                <a:latin typeface="Calibri"/>
                <a:cs typeface="Calibri"/>
              </a:rPr>
              <a:t>model</a:t>
            </a:r>
            <a:r>
              <a:rPr sz="2000" spc="-30" dirty="0">
                <a:solidFill>
                  <a:srgbClr val="292929"/>
                </a:solidFill>
                <a:latin typeface="Calibri"/>
                <a:cs typeface="Calibri"/>
              </a:rPr>
              <a:t> </a:t>
            </a:r>
            <a:r>
              <a:rPr sz="2000" dirty="0">
                <a:solidFill>
                  <a:srgbClr val="292929"/>
                </a:solidFill>
                <a:latin typeface="Calibri"/>
                <a:cs typeface="Calibri"/>
              </a:rPr>
              <a:t>can</a:t>
            </a:r>
            <a:r>
              <a:rPr sz="2000" spc="-20" dirty="0">
                <a:solidFill>
                  <a:srgbClr val="292929"/>
                </a:solidFill>
                <a:latin typeface="Calibri"/>
                <a:cs typeface="Calibri"/>
              </a:rPr>
              <a:t> </a:t>
            </a:r>
            <a:r>
              <a:rPr sz="2000" dirty="0">
                <a:solidFill>
                  <a:srgbClr val="292929"/>
                </a:solidFill>
                <a:latin typeface="Calibri"/>
                <a:cs typeface="Calibri"/>
              </a:rPr>
              <a:t>be</a:t>
            </a:r>
            <a:r>
              <a:rPr sz="2000" spc="-35" dirty="0">
                <a:solidFill>
                  <a:srgbClr val="292929"/>
                </a:solidFill>
                <a:latin typeface="Calibri"/>
                <a:cs typeface="Calibri"/>
              </a:rPr>
              <a:t> </a:t>
            </a:r>
            <a:r>
              <a:rPr sz="2000" dirty="0">
                <a:solidFill>
                  <a:srgbClr val="292929"/>
                </a:solidFill>
                <a:latin typeface="Calibri"/>
                <a:cs typeface="Calibri"/>
              </a:rPr>
              <a:t>used</a:t>
            </a:r>
            <a:r>
              <a:rPr sz="2000" spc="-20" dirty="0">
                <a:solidFill>
                  <a:srgbClr val="292929"/>
                </a:solidFill>
                <a:latin typeface="Calibri"/>
                <a:cs typeface="Calibri"/>
              </a:rPr>
              <a:t> </a:t>
            </a:r>
            <a:r>
              <a:rPr sz="2000" dirty="0">
                <a:solidFill>
                  <a:srgbClr val="292929"/>
                </a:solidFill>
                <a:latin typeface="Calibri"/>
                <a:cs typeface="Calibri"/>
              </a:rPr>
              <a:t>for</a:t>
            </a:r>
            <a:r>
              <a:rPr sz="2000" spc="-35" dirty="0">
                <a:solidFill>
                  <a:srgbClr val="292929"/>
                </a:solidFill>
                <a:latin typeface="Calibri"/>
                <a:cs typeface="Calibri"/>
              </a:rPr>
              <a:t> </a:t>
            </a:r>
            <a:r>
              <a:rPr sz="2000" dirty="0">
                <a:solidFill>
                  <a:srgbClr val="292929"/>
                </a:solidFill>
                <a:latin typeface="Calibri"/>
                <a:cs typeface="Calibri"/>
              </a:rPr>
              <a:t>the</a:t>
            </a:r>
            <a:r>
              <a:rPr sz="2000" spc="-25" dirty="0">
                <a:solidFill>
                  <a:srgbClr val="292929"/>
                </a:solidFill>
                <a:latin typeface="Calibri"/>
                <a:cs typeface="Calibri"/>
              </a:rPr>
              <a:t> </a:t>
            </a:r>
            <a:r>
              <a:rPr sz="2000" dirty="0">
                <a:solidFill>
                  <a:srgbClr val="292929"/>
                </a:solidFill>
                <a:latin typeface="Calibri"/>
                <a:cs typeface="Calibri"/>
              </a:rPr>
              <a:t>prediction</a:t>
            </a:r>
            <a:r>
              <a:rPr sz="2000" spc="-15" dirty="0">
                <a:solidFill>
                  <a:srgbClr val="292929"/>
                </a:solidFill>
                <a:latin typeface="Calibri"/>
                <a:cs typeface="Calibri"/>
              </a:rPr>
              <a:t> </a:t>
            </a:r>
            <a:r>
              <a:rPr sz="2000" dirty="0">
                <a:solidFill>
                  <a:srgbClr val="292929"/>
                </a:solidFill>
                <a:latin typeface="Calibri"/>
                <a:cs typeface="Calibri"/>
              </a:rPr>
              <a:t>of</a:t>
            </a:r>
            <a:r>
              <a:rPr sz="2000" spc="-20" dirty="0">
                <a:solidFill>
                  <a:srgbClr val="292929"/>
                </a:solidFill>
                <a:latin typeface="Calibri"/>
                <a:cs typeface="Calibri"/>
              </a:rPr>
              <a:t> </a:t>
            </a:r>
            <a:r>
              <a:rPr sz="2000" dirty="0">
                <a:solidFill>
                  <a:srgbClr val="292929"/>
                </a:solidFill>
                <a:latin typeface="Calibri"/>
                <a:cs typeface="Calibri"/>
              </a:rPr>
              <a:t>missing values</a:t>
            </a:r>
            <a:r>
              <a:rPr sz="2000" spc="-20" dirty="0">
                <a:solidFill>
                  <a:srgbClr val="292929"/>
                </a:solidFill>
                <a:latin typeface="Calibri"/>
                <a:cs typeface="Calibri"/>
              </a:rPr>
              <a:t> </a:t>
            </a:r>
            <a:r>
              <a:rPr sz="2000" dirty="0">
                <a:solidFill>
                  <a:srgbClr val="292929"/>
                </a:solidFill>
                <a:latin typeface="Calibri"/>
                <a:cs typeface="Calibri"/>
              </a:rPr>
              <a:t>depending</a:t>
            </a:r>
            <a:r>
              <a:rPr sz="2000" spc="-35" dirty="0">
                <a:solidFill>
                  <a:srgbClr val="292929"/>
                </a:solidFill>
                <a:latin typeface="Calibri"/>
                <a:cs typeface="Calibri"/>
              </a:rPr>
              <a:t> </a:t>
            </a:r>
            <a:r>
              <a:rPr sz="2000" dirty="0">
                <a:solidFill>
                  <a:srgbClr val="292929"/>
                </a:solidFill>
                <a:latin typeface="Calibri"/>
                <a:cs typeface="Calibri"/>
              </a:rPr>
              <a:t>on</a:t>
            </a:r>
            <a:r>
              <a:rPr sz="2000" spc="-40" dirty="0">
                <a:solidFill>
                  <a:srgbClr val="292929"/>
                </a:solidFill>
                <a:latin typeface="Calibri"/>
                <a:cs typeface="Calibri"/>
              </a:rPr>
              <a:t> </a:t>
            </a:r>
            <a:r>
              <a:rPr sz="2000" spc="-25" dirty="0">
                <a:solidFill>
                  <a:srgbClr val="292929"/>
                </a:solidFill>
                <a:latin typeface="Calibri"/>
                <a:cs typeface="Calibri"/>
              </a:rPr>
              <a:t>the </a:t>
            </a:r>
            <a:r>
              <a:rPr sz="2000" dirty="0">
                <a:solidFill>
                  <a:srgbClr val="292929"/>
                </a:solidFill>
                <a:latin typeface="Calibri"/>
                <a:cs typeface="Calibri"/>
              </a:rPr>
              <a:t>nature</a:t>
            </a:r>
            <a:r>
              <a:rPr sz="2000" spc="-45" dirty="0">
                <a:solidFill>
                  <a:srgbClr val="292929"/>
                </a:solidFill>
                <a:latin typeface="Calibri"/>
                <a:cs typeface="Calibri"/>
              </a:rPr>
              <a:t> </a:t>
            </a:r>
            <a:r>
              <a:rPr sz="2000" dirty="0">
                <a:solidFill>
                  <a:srgbClr val="292929"/>
                </a:solidFill>
                <a:latin typeface="Calibri"/>
                <a:cs typeface="Calibri"/>
              </a:rPr>
              <a:t>(categorical</a:t>
            </a:r>
            <a:r>
              <a:rPr sz="2000" spc="-45" dirty="0">
                <a:solidFill>
                  <a:srgbClr val="292929"/>
                </a:solidFill>
                <a:latin typeface="Calibri"/>
                <a:cs typeface="Calibri"/>
              </a:rPr>
              <a:t> </a:t>
            </a:r>
            <a:r>
              <a:rPr sz="2000" dirty="0">
                <a:solidFill>
                  <a:srgbClr val="292929"/>
                </a:solidFill>
                <a:latin typeface="Calibri"/>
                <a:cs typeface="Calibri"/>
              </a:rPr>
              <a:t>or</a:t>
            </a:r>
            <a:r>
              <a:rPr sz="2000" spc="-50" dirty="0">
                <a:solidFill>
                  <a:srgbClr val="292929"/>
                </a:solidFill>
                <a:latin typeface="Calibri"/>
                <a:cs typeface="Calibri"/>
              </a:rPr>
              <a:t> </a:t>
            </a:r>
            <a:r>
              <a:rPr sz="2000" dirty="0">
                <a:solidFill>
                  <a:srgbClr val="292929"/>
                </a:solidFill>
                <a:latin typeface="Calibri"/>
                <a:cs typeface="Calibri"/>
              </a:rPr>
              <a:t>continuous)</a:t>
            </a:r>
            <a:r>
              <a:rPr sz="2000" spc="-55" dirty="0">
                <a:solidFill>
                  <a:srgbClr val="292929"/>
                </a:solidFill>
                <a:latin typeface="Calibri"/>
                <a:cs typeface="Calibri"/>
              </a:rPr>
              <a:t> </a:t>
            </a:r>
            <a:r>
              <a:rPr sz="2000" dirty="0">
                <a:solidFill>
                  <a:srgbClr val="292929"/>
                </a:solidFill>
                <a:latin typeface="Calibri"/>
                <a:cs typeface="Calibri"/>
              </a:rPr>
              <a:t>of</a:t>
            </a:r>
            <a:r>
              <a:rPr sz="2000" spc="-50" dirty="0">
                <a:solidFill>
                  <a:srgbClr val="292929"/>
                </a:solidFill>
                <a:latin typeface="Calibri"/>
                <a:cs typeface="Calibri"/>
              </a:rPr>
              <a:t> </a:t>
            </a:r>
            <a:r>
              <a:rPr sz="2000" dirty="0">
                <a:solidFill>
                  <a:srgbClr val="292929"/>
                </a:solidFill>
                <a:latin typeface="Calibri"/>
                <a:cs typeface="Calibri"/>
              </a:rPr>
              <a:t>the</a:t>
            </a:r>
            <a:r>
              <a:rPr sz="2000" spc="-45" dirty="0">
                <a:solidFill>
                  <a:srgbClr val="292929"/>
                </a:solidFill>
                <a:latin typeface="Calibri"/>
                <a:cs typeface="Calibri"/>
              </a:rPr>
              <a:t> </a:t>
            </a:r>
            <a:r>
              <a:rPr sz="2000" dirty="0">
                <a:solidFill>
                  <a:srgbClr val="292929"/>
                </a:solidFill>
                <a:latin typeface="Calibri"/>
                <a:cs typeface="Calibri"/>
              </a:rPr>
              <a:t>feature</a:t>
            </a:r>
            <a:r>
              <a:rPr sz="2000" spc="-40" dirty="0">
                <a:solidFill>
                  <a:srgbClr val="292929"/>
                </a:solidFill>
                <a:latin typeface="Calibri"/>
                <a:cs typeface="Calibri"/>
              </a:rPr>
              <a:t> </a:t>
            </a:r>
            <a:r>
              <a:rPr sz="2000" dirty="0">
                <a:solidFill>
                  <a:srgbClr val="292929"/>
                </a:solidFill>
                <a:latin typeface="Calibri"/>
                <a:cs typeface="Calibri"/>
              </a:rPr>
              <a:t>having</a:t>
            </a:r>
            <a:r>
              <a:rPr sz="2000" spc="-45" dirty="0">
                <a:solidFill>
                  <a:srgbClr val="292929"/>
                </a:solidFill>
                <a:latin typeface="Calibri"/>
                <a:cs typeface="Calibri"/>
              </a:rPr>
              <a:t> </a:t>
            </a:r>
            <a:r>
              <a:rPr sz="2000" dirty="0">
                <a:solidFill>
                  <a:srgbClr val="292929"/>
                </a:solidFill>
                <a:latin typeface="Calibri"/>
                <a:cs typeface="Calibri"/>
              </a:rPr>
              <a:t>missing</a:t>
            </a:r>
            <a:r>
              <a:rPr sz="2000" spc="-35" dirty="0">
                <a:solidFill>
                  <a:srgbClr val="292929"/>
                </a:solidFill>
                <a:latin typeface="Calibri"/>
                <a:cs typeface="Calibri"/>
              </a:rPr>
              <a:t> </a:t>
            </a:r>
            <a:r>
              <a:rPr sz="2000" spc="-10" dirty="0">
                <a:solidFill>
                  <a:srgbClr val="292929"/>
                </a:solidFill>
                <a:latin typeface="Calibri"/>
                <a:cs typeface="Calibri"/>
              </a:rPr>
              <a:t>value.</a:t>
            </a:r>
            <a:endParaRPr sz="2000">
              <a:latin typeface="Calibri"/>
              <a:cs typeface="Calibri"/>
            </a:endParaRPr>
          </a:p>
          <a:p>
            <a:pPr>
              <a:lnSpc>
                <a:spcPct val="100000"/>
              </a:lnSpc>
              <a:spcBef>
                <a:spcPts val="1370"/>
              </a:spcBef>
            </a:pPr>
            <a:endParaRPr sz="2000">
              <a:latin typeface="Calibri"/>
              <a:cs typeface="Calibri"/>
            </a:endParaRPr>
          </a:p>
          <a:p>
            <a:pPr marL="12700">
              <a:lnSpc>
                <a:spcPct val="100000"/>
              </a:lnSpc>
            </a:pPr>
            <a:r>
              <a:rPr sz="2000" b="1" spc="-10" dirty="0">
                <a:solidFill>
                  <a:srgbClr val="292929"/>
                </a:solidFill>
                <a:latin typeface="Calibri"/>
                <a:cs typeface="Calibri"/>
              </a:rPr>
              <a:t>Pros: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Gives</a:t>
            </a:r>
            <a:r>
              <a:rPr sz="2000" spc="-35" dirty="0">
                <a:solidFill>
                  <a:srgbClr val="292929"/>
                </a:solidFill>
                <a:latin typeface="Calibri"/>
                <a:cs typeface="Calibri"/>
              </a:rPr>
              <a:t> </a:t>
            </a:r>
            <a:r>
              <a:rPr sz="2000" dirty="0">
                <a:solidFill>
                  <a:srgbClr val="292929"/>
                </a:solidFill>
                <a:latin typeface="Calibri"/>
                <a:cs typeface="Calibri"/>
              </a:rPr>
              <a:t>a</a:t>
            </a:r>
            <a:r>
              <a:rPr sz="2000" spc="-45" dirty="0">
                <a:solidFill>
                  <a:srgbClr val="292929"/>
                </a:solidFill>
                <a:latin typeface="Calibri"/>
                <a:cs typeface="Calibri"/>
              </a:rPr>
              <a:t> </a:t>
            </a:r>
            <a:r>
              <a:rPr sz="2000" dirty="0">
                <a:solidFill>
                  <a:srgbClr val="292929"/>
                </a:solidFill>
                <a:latin typeface="Calibri"/>
                <a:cs typeface="Calibri"/>
              </a:rPr>
              <a:t>better</a:t>
            </a:r>
            <a:r>
              <a:rPr sz="2000" spc="-50" dirty="0">
                <a:solidFill>
                  <a:srgbClr val="292929"/>
                </a:solidFill>
                <a:latin typeface="Calibri"/>
                <a:cs typeface="Calibri"/>
              </a:rPr>
              <a:t> </a:t>
            </a:r>
            <a:r>
              <a:rPr sz="2000" dirty="0">
                <a:solidFill>
                  <a:srgbClr val="292929"/>
                </a:solidFill>
                <a:latin typeface="Calibri"/>
                <a:cs typeface="Calibri"/>
              </a:rPr>
              <a:t>result</a:t>
            </a:r>
            <a:r>
              <a:rPr sz="2000" spc="-20" dirty="0">
                <a:solidFill>
                  <a:srgbClr val="292929"/>
                </a:solidFill>
                <a:latin typeface="Calibri"/>
                <a:cs typeface="Calibri"/>
              </a:rPr>
              <a:t> </a:t>
            </a:r>
            <a:r>
              <a:rPr sz="2000" dirty="0">
                <a:solidFill>
                  <a:srgbClr val="292929"/>
                </a:solidFill>
                <a:latin typeface="Calibri"/>
                <a:cs typeface="Calibri"/>
              </a:rPr>
              <a:t>than</a:t>
            </a:r>
            <a:r>
              <a:rPr sz="2000" spc="-60" dirty="0">
                <a:solidFill>
                  <a:srgbClr val="292929"/>
                </a:solidFill>
                <a:latin typeface="Calibri"/>
                <a:cs typeface="Calibri"/>
              </a:rPr>
              <a:t> </a:t>
            </a:r>
            <a:r>
              <a:rPr sz="2000" dirty="0">
                <a:solidFill>
                  <a:srgbClr val="292929"/>
                </a:solidFill>
                <a:latin typeface="Calibri"/>
                <a:cs typeface="Calibri"/>
              </a:rPr>
              <a:t>earlier</a:t>
            </a:r>
            <a:r>
              <a:rPr sz="2000" spc="-10" dirty="0">
                <a:solidFill>
                  <a:srgbClr val="292929"/>
                </a:solidFill>
                <a:latin typeface="Calibri"/>
                <a:cs typeface="Calibri"/>
              </a:rPr>
              <a:t> methods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Considers</a:t>
            </a:r>
            <a:r>
              <a:rPr sz="2000" spc="-30" dirty="0">
                <a:solidFill>
                  <a:srgbClr val="292929"/>
                </a:solidFill>
                <a:latin typeface="Calibri"/>
                <a:cs typeface="Calibri"/>
              </a:rPr>
              <a:t> </a:t>
            </a:r>
            <a:r>
              <a:rPr sz="2000" dirty="0">
                <a:solidFill>
                  <a:srgbClr val="292929"/>
                </a:solidFill>
                <a:latin typeface="Calibri"/>
                <a:cs typeface="Calibri"/>
              </a:rPr>
              <a:t>the</a:t>
            </a:r>
            <a:r>
              <a:rPr sz="2000" spc="-30" dirty="0">
                <a:solidFill>
                  <a:srgbClr val="292929"/>
                </a:solidFill>
                <a:latin typeface="Calibri"/>
                <a:cs typeface="Calibri"/>
              </a:rPr>
              <a:t> </a:t>
            </a:r>
            <a:r>
              <a:rPr sz="2000" dirty="0">
                <a:solidFill>
                  <a:srgbClr val="292929"/>
                </a:solidFill>
                <a:latin typeface="Calibri"/>
                <a:cs typeface="Calibri"/>
              </a:rPr>
              <a:t>covariance</a:t>
            </a:r>
            <a:r>
              <a:rPr sz="2000" spc="-40" dirty="0">
                <a:solidFill>
                  <a:srgbClr val="292929"/>
                </a:solidFill>
                <a:latin typeface="Calibri"/>
                <a:cs typeface="Calibri"/>
              </a:rPr>
              <a:t> </a:t>
            </a:r>
            <a:r>
              <a:rPr sz="2000" dirty="0">
                <a:solidFill>
                  <a:srgbClr val="292929"/>
                </a:solidFill>
                <a:latin typeface="Calibri"/>
                <a:cs typeface="Calibri"/>
              </a:rPr>
              <a:t>between</a:t>
            </a:r>
            <a:r>
              <a:rPr sz="2000" spc="-30" dirty="0">
                <a:solidFill>
                  <a:srgbClr val="292929"/>
                </a:solidFill>
                <a:latin typeface="Calibri"/>
                <a:cs typeface="Calibri"/>
              </a:rPr>
              <a:t> </a:t>
            </a:r>
            <a:r>
              <a:rPr sz="2000" dirty="0">
                <a:solidFill>
                  <a:srgbClr val="292929"/>
                </a:solidFill>
                <a:latin typeface="Calibri"/>
                <a:cs typeface="Calibri"/>
              </a:rPr>
              <a:t>the</a:t>
            </a:r>
            <a:r>
              <a:rPr sz="2000" spc="-35" dirty="0">
                <a:solidFill>
                  <a:srgbClr val="292929"/>
                </a:solidFill>
                <a:latin typeface="Calibri"/>
                <a:cs typeface="Calibri"/>
              </a:rPr>
              <a:t> </a:t>
            </a:r>
            <a:r>
              <a:rPr sz="2000" dirty="0">
                <a:solidFill>
                  <a:srgbClr val="292929"/>
                </a:solidFill>
                <a:latin typeface="Calibri"/>
                <a:cs typeface="Calibri"/>
              </a:rPr>
              <a:t>missing</a:t>
            </a:r>
            <a:r>
              <a:rPr sz="2000" spc="-15" dirty="0">
                <a:solidFill>
                  <a:srgbClr val="292929"/>
                </a:solidFill>
                <a:latin typeface="Calibri"/>
                <a:cs typeface="Calibri"/>
              </a:rPr>
              <a:t> </a:t>
            </a:r>
            <a:r>
              <a:rPr sz="2000" dirty="0">
                <a:solidFill>
                  <a:srgbClr val="292929"/>
                </a:solidFill>
                <a:latin typeface="Calibri"/>
                <a:cs typeface="Calibri"/>
              </a:rPr>
              <a:t>value</a:t>
            </a:r>
            <a:r>
              <a:rPr sz="2000" spc="-30" dirty="0">
                <a:solidFill>
                  <a:srgbClr val="292929"/>
                </a:solidFill>
                <a:latin typeface="Calibri"/>
                <a:cs typeface="Calibri"/>
              </a:rPr>
              <a:t> </a:t>
            </a:r>
            <a:r>
              <a:rPr sz="2000" dirty="0">
                <a:solidFill>
                  <a:srgbClr val="292929"/>
                </a:solidFill>
                <a:latin typeface="Calibri"/>
                <a:cs typeface="Calibri"/>
              </a:rPr>
              <a:t>column</a:t>
            </a:r>
            <a:r>
              <a:rPr sz="2000" spc="-30" dirty="0">
                <a:solidFill>
                  <a:srgbClr val="292929"/>
                </a:solidFill>
                <a:latin typeface="Calibri"/>
                <a:cs typeface="Calibri"/>
              </a:rPr>
              <a:t> </a:t>
            </a:r>
            <a:r>
              <a:rPr sz="2000" dirty="0">
                <a:solidFill>
                  <a:srgbClr val="292929"/>
                </a:solidFill>
                <a:latin typeface="Calibri"/>
                <a:cs typeface="Calibri"/>
              </a:rPr>
              <a:t>and</a:t>
            </a:r>
            <a:r>
              <a:rPr sz="2000" spc="-40" dirty="0">
                <a:solidFill>
                  <a:srgbClr val="292929"/>
                </a:solidFill>
                <a:latin typeface="Calibri"/>
                <a:cs typeface="Calibri"/>
              </a:rPr>
              <a:t> </a:t>
            </a:r>
            <a:r>
              <a:rPr sz="2000" dirty="0">
                <a:solidFill>
                  <a:srgbClr val="292929"/>
                </a:solidFill>
                <a:latin typeface="Calibri"/>
                <a:cs typeface="Calibri"/>
              </a:rPr>
              <a:t>other</a:t>
            </a:r>
            <a:r>
              <a:rPr sz="2000" spc="-40" dirty="0">
                <a:solidFill>
                  <a:srgbClr val="292929"/>
                </a:solidFill>
                <a:latin typeface="Calibri"/>
                <a:cs typeface="Calibri"/>
              </a:rPr>
              <a:t> </a:t>
            </a:r>
            <a:r>
              <a:rPr sz="2000" spc="-10" dirty="0">
                <a:solidFill>
                  <a:srgbClr val="292929"/>
                </a:solidFill>
                <a:latin typeface="Calibri"/>
                <a:cs typeface="Calibri"/>
              </a:rPr>
              <a:t>columns.</a:t>
            </a:r>
            <a:endParaRPr sz="2000">
              <a:latin typeface="Calibri"/>
              <a:cs typeface="Calibri"/>
            </a:endParaRPr>
          </a:p>
          <a:p>
            <a:pPr>
              <a:lnSpc>
                <a:spcPct val="100000"/>
              </a:lnSpc>
              <a:spcBef>
                <a:spcPts val="2365"/>
              </a:spcBef>
              <a:buClr>
                <a:srgbClr val="292929"/>
              </a:buClr>
              <a:buFont typeface="Arial MT"/>
              <a:buChar char="•"/>
            </a:pPr>
            <a:endParaRPr sz="2000">
              <a:latin typeface="Calibri"/>
              <a:cs typeface="Calibri"/>
            </a:endParaRPr>
          </a:p>
          <a:p>
            <a:pPr marL="12700">
              <a:lnSpc>
                <a:spcPct val="100000"/>
              </a:lnSpc>
            </a:pPr>
            <a:r>
              <a:rPr sz="2000" b="1" spc="-10" dirty="0">
                <a:solidFill>
                  <a:srgbClr val="292929"/>
                </a:solidFill>
                <a:latin typeface="Calibri"/>
                <a:cs typeface="Calibri"/>
              </a:rPr>
              <a:t>Cons:</a:t>
            </a:r>
            <a:endParaRPr sz="2000">
              <a:latin typeface="Calibri"/>
              <a:cs typeface="Calibri"/>
            </a:endParaRPr>
          </a:p>
          <a:p>
            <a:pPr marL="299085" indent="-286385">
              <a:lnSpc>
                <a:spcPct val="100000"/>
              </a:lnSpc>
              <a:spcBef>
                <a:spcPts val="1200"/>
              </a:spcBef>
              <a:buFont typeface="Arial MT"/>
              <a:buChar char="•"/>
              <a:tabLst>
                <a:tab pos="299085" algn="l"/>
              </a:tabLst>
            </a:pPr>
            <a:r>
              <a:rPr sz="2000" dirty="0">
                <a:solidFill>
                  <a:srgbClr val="292929"/>
                </a:solidFill>
                <a:latin typeface="Calibri"/>
                <a:cs typeface="Calibri"/>
              </a:rPr>
              <a:t>Considered</a:t>
            </a:r>
            <a:r>
              <a:rPr sz="2000" spc="-25" dirty="0">
                <a:solidFill>
                  <a:srgbClr val="292929"/>
                </a:solidFill>
                <a:latin typeface="Calibri"/>
                <a:cs typeface="Calibri"/>
              </a:rPr>
              <a:t> </a:t>
            </a:r>
            <a:r>
              <a:rPr sz="2000" dirty="0">
                <a:solidFill>
                  <a:srgbClr val="292929"/>
                </a:solidFill>
                <a:latin typeface="Calibri"/>
                <a:cs typeface="Calibri"/>
              </a:rPr>
              <a:t>only</a:t>
            </a:r>
            <a:r>
              <a:rPr sz="2000" spc="-35" dirty="0">
                <a:solidFill>
                  <a:srgbClr val="292929"/>
                </a:solidFill>
                <a:latin typeface="Calibri"/>
                <a:cs typeface="Calibri"/>
              </a:rPr>
              <a:t> </a:t>
            </a:r>
            <a:r>
              <a:rPr sz="2000" dirty="0">
                <a:solidFill>
                  <a:srgbClr val="292929"/>
                </a:solidFill>
                <a:latin typeface="Calibri"/>
                <a:cs typeface="Calibri"/>
              </a:rPr>
              <a:t>as</a:t>
            </a:r>
            <a:r>
              <a:rPr sz="2000" spc="-5" dirty="0">
                <a:solidFill>
                  <a:srgbClr val="292929"/>
                </a:solidFill>
                <a:latin typeface="Calibri"/>
                <a:cs typeface="Calibri"/>
              </a:rPr>
              <a:t> </a:t>
            </a:r>
            <a:r>
              <a:rPr sz="2000" dirty="0">
                <a:solidFill>
                  <a:srgbClr val="292929"/>
                </a:solidFill>
                <a:latin typeface="Calibri"/>
                <a:cs typeface="Calibri"/>
              </a:rPr>
              <a:t>a</a:t>
            </a:r>
            <a:r>
              <a:rPr sz="2000" spc="-20" dirty="0">
                <a:solidFill>
                  <a:srgbClr val="292929"/>
                </a:solidFill>
                <a:latin typeface="Calibri"/>
                <a:cs typeface="Calibri"/>
              </a:rPr>
              <a:t> </a:t>
            </a:r>
            <a:r>
              <a:rPr sz="2000" dirty="0">
                <a:solidFill>
                  <a:srgbClr val="292929"/>
                </a:solidFill>
                <a:latin typeface="Calibri"/>
                <a:cs typeface="Calibri"/>
              </a:rPr>
              <a:t>proxy</a:t>
            </a:r>
            <a:r>
              <a:rPr sz="2000" spc="-35" dirty="0">
                <a:solidFill>
                  <a:srgbClr val="292929"/>
                </a:solidFill>
                <a:latin typeface="Calibri"/>
                <a:cs typeface="Calibri"/>
              </a:rPr>
              <a:t> </a:t>
            </a:r>
            <a:r>
              <a:rPr sz="2000" dirty="0">
                <a:solidFill>
                  <a:srgbClr val="292929"/>
                </a:solidFill>
                <a:latin typeface="Calibri"/>
                <a:cs typeface="Calibri"/>
              </a:rPr>
              <a:t>for</a:t>
            </a:r>
            <a:r>
              <a:rPr sz="2000" spc="-30" dirty="0">
                <a:solidFill>
                  <a:srgbClr val="292929"/>
                </a:solidFill>
                <a:latin typeface="Calibri"/>
                <a:cs typeface="Calibri"/>
              </a:rPr>
              <a:t> </a:t>
            </a:r>
            <a:r>
              <a:rPr sz="2000" dirty="0">
                <a:solidFill>
                  <a:srgbClr val="292929"/>
                </a:solidFill>
                <a:latin typeface="Calibri"/>
                <a:cs typeface="Calibri"/>
              </a:rPr>
              <a:t>the</a:t>
            </a:r>
            <a:r>
              <a:rPr sz="2000" spc="-10" dirty="0">
                <a:solidFill>
                  <a:srgbClr val="292929"/>
                </a:solidFill>
                <a:latin typeface="Calibri"/>
                <a:cs typeface="Calibri"/>
              </a:rPr>
              <a:t> </a:t>
            </a:r>
            <a:r>
              <a:rPr sz="2000" dirty="0">
                <a:solidFill>
                  <a:srgbClr val="292929"/>
                </a:solidFill>
                <a:latin typeface="Calibri"/>
                <a:cs typeface="Calibri"/>
              </a:rPr>
              <a:t>true</a:t>
            </a:r>
            <a:r>
              <a:rPr sz="2000" spc="-15" dirty="0">
                <a:solidFill>
                  <a:srgbClr val="292929"/>
                </a:solidFill>
                <a:latin typeface="Calibri"/>
                <a:cs typeface="Calibri"/>
              </a:rPr>
              <a:t> </a:t>
            </a:r>
            <a:r>
              <a:rPr sz="2000" spc="-10" dirty="0">
                <a:solidFill>
                  <a:srgbClr val="292929"/>
                </a:solidFill>
                <a:latin typeface="Calibri"/>
                <a:cs typeface="Calibri"/>
              </a:rPr>
              <a:t>values</a:t>
            </a:r>
            <a:endParaRPr sz="20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0240" y="387477"/>
            <a:ext cx="10866755" cy="5479415"/>
          </a:xfrm>
          <a:prstGeom prst="rect">
            <a:avLst/>
          </a:prstGeom>
        </p:spPr>
        <p:txBody>
          <a:bodyPr vert="horz" wrap="square" lIns="0" tIns="12700" rIns="0" bIns="0" rtlCol="0">
            <a:spAutoFit/>
          </a:bodyPr>
          <a:lstStyle/>
          <a:p>
            <a:pPr marL="198755">
              <a:lnSpc>
                <a:spcPct val="100000"/>
              </a:lnSpc>
              <a:spcBef>
                <a:spcPts val="100"/>
              </a:spcBef>
            </a:pPr>
            <a:r>
              <a:rPr sz="1800" b="1" dirty="0">
                <a:solidFill>
                  <a:srgbClr val="27509B"/>
                </a:solidFill>
                <a:latin typeface="Calibri"/>
                <a:cs typeface="Calibri"/>
              </a:rPr>
              <a:t>DETECT</a:t>
            </a:r>
            <a:r>
              <a:rPr sz="1800" b="1" spc="-45" dirty="0">
                <a:solidFill>
                  <a:srgbClr val="27509B"/>
                </a:solidFill>
                <a:latin typeface="Calibri"/>
                <a:cs typeface="Calibri"/>
              </a:rPr>
              <a:t> </a:t>
            </a:r>
            <a:r>
              <a:rPr sz="1800" b="1" dirty="0">
                <a:solidFill>
                  <a:srgbClr val="27509B"/>
                </a:solidFill>
                <a:latin typeface="Calibri"/>
                <a:cs typeface="Calibri"/>
              </a:rPr>
              <a:t>AND</a:t>
            </a:r>
            <a:r>
              <a:rPr sz="1800" b="1" spc="-45" dirty="0">
                <a:solidFill>
                  <a:srgbClr val="27509B"/>
                </a:solidFill>
                <a:latin typeface="Calibri"/>
                <a:cs typeface="Calibri"/>
              </a:rPr>
              <a:t> </a:t>
            </a:r>
            <a:r>
              <a:rPr sz="1800" b="1" dirty="0">
                <a:solidFill>
                  <a:srgbClr val="27509B"/>
                </a:solidFill>
                <a:latin typeface="Calibri"/>
                <a:cs typeface="Calibri"/>
              </a:rPr>
              <a:t>REMOVE</a:t>
            </a:r>
            <a:r>
              <a:rPr sz="1800" b="1" spc="-35" dirty="0">
                <a:solidFill>
                  <a:srgbClr val="27509B"/>
                </a:solidFill>
                <a:latin typeface="Calibri"/>
                <a:cs typeface="Calibri"/>
              </a:rPr>
              <a:t> </a:t>
            </a:r>
            <a:r>
              <a:rPr sz="1800" b="1" dirty="0">
                <a:solidFill>
                  <a:srgbClr val="27509B"/>
                </a:solidFill>
                <a:latin typeface="Calibri"/>
                <a:cs typeface="Calibri"/>
              </a:rPr>
              <a:t>THE</a:t>
            </a:r>
            <a:r>
              <a:rPr sz="1800" b="1" spc="-45" dirty="0">
                <a:solidFill>
                  <a:srgbClr val="27509B"/>
                </a:solidFill>
                <a:latin typeface="Calibri"/>
                <a:cs typeface="Calibri"/>
              </a:rPr>
              <a:t> </a:t>
            </a:r>
            <a:r>
              <a:rPr sz="1800" b="1" spc="-10" dirty="0">
                <a:solidFill>
                  <a:srgbClr val="27509B"/>
                </a:solidFill>
                <a:latin typeface="Calibri"/>
                <a:cs typeface="Calibri"/>
              </a:rPr>
              <a:t>OUTLIERS</a:t>
            </a:r>
            <a:endParaRPr sz="1800">
              <a:latin typeface="Calibri"/>
              <a:cs typeface="Calibri"/>
            </a:endParaRPr>
          </a:p>
          <a:p>
            <a:pPr marL="12700" marR="5080">
              <a:lnSpc>
                <a:spcPct val="100000"/>
              </a:lnSpc>
              <a:spcBef>
                <a:spcPts val="1575"/>
              </a:spcBef>
            </a:pPr>
            <a:r>
              <a:rPr sz="1800" dirty="0">
                <a:solidFill>
                  <a:srgbClr val="292929"/>
                </a:solidFill>
                <a:latin typeface="Calibri"/>
                <a:cs typeface="Calibri"/>
              </a:rPr>
              <a:t>When</a:t>
            </a:r>
            <a:r>
              <a:rPr sz="1800" spc="-30" dirty="0">
                <a:solidFill>
                  <a:srgbClr val="292929"/>
                </a:solidFill>
                <a:latin typeface="Calibri"/>
                <a:cs typeface="Calibri"/>
              </a:rPr>
              <a:t> </a:t>
            </a:r>
            <a:r>
              <a:rPr sz="1800" dirty="0">
                <a:solidFill>
                  <a:srgbClr val="292929"/>
                </a:solidFill>
                <a:latin typeface="Calibri"/>
                <a:cs typeface="Calibri"/>
              </a:rPr>
              <a:t>exploring</a:t>
            </a:r>
            <a:r>
              <a:rPr sz="1800" spc="-25" dirty="0">
                <a:solidFill>
                  <a:srgbClr val="292929"/>
                </a:solidFill>
                <a:latin typeface="Calibri"/>
                <a:cs typeface="Calibri"/>
              </a:rPr>
              <a:t> </a:t>
            </a:r>
            <a:r>
              <a:rPr sz="1800" dirty="0">
                <a:solidFill>
                  <a:srgbClr val="292929"/>
                </a:solidFill>
                <a:latin typeface="Calibri"/>
                <a:cs typeface="Calibri"/>
              </a:rPr>
              <a:t>data,</a:t>
            </a:r>
            <a:r>
              <a:rPr sz="1800" spc="-30"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outliers</a:t>
            </a:r>
            <a:r>
              <a:rPr sz="1800" spc="-40" dirty="0">
                <a:solidFill>
                  <a:srgbClr val="292929"/>
                </a:solidFill>
                <a:latin typeface="Calibri"/>
                <a:cs typeface="Calibri"/>
              </a:rPr>
              <a:t> </a:t>
            </a:r>
            <a:r>
              <a:rPr sz="1800" dirty="0">
                <a:solidFill>
                  <a:srgbClr val="292929"/>
                </a:solidFill>
                <a:latin typeface="Calibri"/>
                <a:cs typeface="Calibri"/>
              </a:rPr>
              <a:t>are</a:t>
            </a:r>
            <a:r>
              <a:rPr sz="1800" spc="-3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extreme</a:t>
            </a:r>
            <a:r>
              <a:rPr sz="1800" spc="-35" dirty="0">
                <a:solidFill>
                  <a:srgbClr val="292929"/>
                </a:solidFill>
                <a:latin typeface="Calibri"/>
                <a:cs typeface="Calibri"/>
              </a:rPr>
              <a:t> </a:t>
            </a:r>
            <a:r>
              <a:rPr sz="1800" dirty="0">
                <a:solidFill>
                  <a:srgbClr val="292929"/>
                </a:solidFill>
                <a:latin typeface="Calibri"/>
                <a:cs typeface="Calibri"/>
              </a:rPr>
              <a:t>values</a:t>
            </a:r>
            <a:r>
              <a:rPr sz="1800" spc="-35" dirty="0">
                <a:solidFill>
                  <a:srgbClr val="292929"/>
                </a:solidFill>
                <a:latin typeface="Calibri"/>
                <a:cs typeface="Calibri"/>
              </a:rPr>
              <a:t> </a:t>
            </a:r>
            <a:r>
              <a:rPr sz="1800" dirty="0">
                <a:solidFill>
                  <a:srgbClr val="292929"/>
                </a:solidFill>
                <a:latin typeface="Calibri"/>
                <a:cs typeface="Calibri"/>
              </a:rPr>
              <a:t>within</a:t>
            </a:r>
            <a:r>
              <a:rPr sz="1800" spc="-15"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dataset.</a:t>
            </a:r>
            <a:r>
              <a:rPr sz="1800" spc="-50" dirty="0">
                <a:solidFill>
                  <a:srgbClr val="292929"/>
                </a:solidFill>
                <a:latin typeface="Calibri"/>
                <a:cs typeface="Calibri"/>
              </a:rPr>
              <a:t> </a:t>
            </a:r>
            <a:r>
              <a:rPr sz="1800" dirty="0">
                <a:solidFill>
                  <a:srgbClr val="292929"/>
                </a:solidFill>
                <a:latin typeface="Calibri"/>
                <a:cs typeface="Calibri"/>
              </a:rPr>
              <a:t>That</a:t>
            </a:r>
            <a:r>
              <a:rPr sz="1800" spc="-30" dirty="0">
                <a:solidFill>
                  <a:srgbClr val="292929"/>
                </a:solidFill>
                <a:latin typeface="Calibri"/>
                <a:cs typeface="Calibri"/>
              </a:rPr>
              <a:t> </a:t>
            </a:r>
            <a:r>
              <a:rPr sz="1800" dirty="0">
                <a:solidFill>
                  <a:srgbClr val="292929"/>
                </a:solidFill>
                <a:latin typeface="Calibri"/>
                <a:cs typeface="Calibri"/>
              </a:rPr>
              <a:t>means</a:t>
            </a:r>
            <a:r>
              <a:rPr sz="1800" spc="-4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outlier</a:t>
            </a:r>
            <a:r>
              <a:rPr sz="1800" spc="-25" dirty="0">
                <a:solidFill>
                  <a:srgbClr val="292929"/>
                </a:solidFill>
                <a:latin typeface="Calibri"/>
                <a:cs typeface="Calibri"/>
              </a:rPr>
              <a:t> </a:t>
            </a:r>
            <a:r>
              <a:rPr sz="1800" dirty="0">
                <a:solidFill>
                  <a:srgbClr val="292929"/>
                </a:solidFill>
                <a:latin typeface="Calibri"/>
                <a:cs typeface="Calibri"/>
              </a:rPr>
              <a:t>data</a:t>
            </a:r>
            <a:r>
              <a:rPr sz="1800" spc="-30" dirty="0">
                <a:solidFill>
                  <a:srgbClr val="292929"/>
                </a:solidFill>
                <a:latin typeface="Calibri"/>
                <a:cs typeface="Calibri"/>
              </a:rPr>
              <a:t> </a:t>
            </a:r>
            <a:r>
              <a:rPr sz="1800" dirty="0">
                <a:solidFill>
                  <a:srgbClr val="292929"/>
                </a:solidFill>
                <a:latin typeface="Calibri"/>
                <a:cs typeface="Calibri"/>
              </a:rPr>
              <a:t>points</a:t>
            </a:r>
            <a:r>
              <a:rPr sz="1800" spc="-40" dirty="0">
                <a:solidFill>
                  <a:srgbClr val="292929"/>
                </a:solidFill>
                <a:latin typeface="Calibri"/>
                <a:cs typeface="Calibri"/>
              </a:rPr>
              <a:t> </a:t>
            </a:r>
            <a:r>
              <a:rPr sz="1800" spc="-20" dirty="0">
                <a:solidFill>
                  <a:srgbClr val="292929"/>
                </a:solidFill>
                <a:latin typeface="Calibri"/>
                <a:cs typeface="Calibri"/>
              </a:rPr>
              <a:t>vary </a:t>
            </a:r>
            <a:r>
              <a:rPr sz="1800" dirty="0">
                <a:solidFill>
                  <a:srgbClr val="292929"/>
                </a:solidFill>
                <a:latin typeface="Calibri"/>
                <a:cs typeface="Calibri"/>
              </a:rPr>
              <a:t>greatly</a:t>
            </a:r>
            <a:r>
              <a:rPr sz="1800" spc="-40" dirty="0">
                <a:solidFill>
                  <a:srgbClr val="292929"/>
                </a:solidFill>
                <a:latin typeface="Calibri"/>
                <a:cs typeface="Calibri"/>
              </a:rPr>
              <a:t> </a:t>
            </a:r>
            <a:r>
              <a:rPr sz="1800" dirty="0">
                <a:solidFill>
                  <a:srgbClr val="292929"/>
                </a:solidFill>
                <a:latin typeface="Calibri"/>
                <a:cs typeface="Calibri"/>
              </a:rPr>
              <a:t>from</a:t>
            </a:r>
            <a:r>
              <a:rPr sz="1800" spc="-3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expected</a:t>
            </a:r>
            <a:r>
              <a:rPr sz="1800" spc="-30" dirty="0">
                <a:solidFill>
                  <a:srgbClr val="292929"/>
                </a:solidFill>
                <a:latin typeface="Calibri"/>
                <a:cs typeface="Calibri"/>
              </a:rPr>
              <a:t> </a:t>
            </a:r>
            <a:r>
              <a:rPr sz="1800" spc="-10" dirty="0">
                <a:solidFill>
                  <a:srgbClr val="292929"/>
                </a:solidFill>
                <a:latin typeface="Calibri"/>
                <a:cs typeface="Calibri"/>
              </a:rPr>
              <a:t>values—</a:t>
            </a:r>
            <a:r>
              <a:rPr sz="1800" dirty="0">
                <a:solidFill>
                  <a:srgbClr val="292929"/>
                </a:solidFill>
                <a:latin typeface="Calibri"/>
                <a:cs typeface="Calibri"/>
              </a:rPr>
              <a:t>either</a:t>
            </a:r>
            <a:r>
              <a:rPr sz="1800" spc="-35" dirty="0">
                <a:solidFill>
                  <a:srgbClr val="292929"/>
                </a:solidFill>
                <a:latin typeface="Calibri"/>
                <a:cs typeface="Calibri"/>
              </a:rPr>
              <a:t> </a:t>
            </a:r>
            <a:r>
              <a:rPr sz="1800" dirty="0">
                <a:solidFill>
                  <a:srgbClr val="292929"/>
                </a:solidFill>
                <a:latin typeface="Calibri"/>
                <a:cs typeface="Calibri"/>
              </a:rPr>
              <a:t>being</a:t>
            </a:r>
            <a:r>
              <a:rPr sz="1800" spc="-30" dirty="0">
                <a:solidFill>
                  <a:srgbClr val="292929"/>
                </a:solidFill>
                <a:latin typeface="Calibri"/>
                <a:cs typeface="Calibri"/>
              </a:rPr>
              <a:t> </a:t>
            </a:r>
            <a:r>
              <a:rPr sz="1800" dirty="0">
                <a:solidFill>
                  <a:srgbClr val="292929"/>
                </a:solidFill>
                <a:latin typeface="Calibri"/>
                <a:cs typeface="Calibri"/>
              </a:rPr>
              <a:t>much</a:t>
            </a:r>
            <a:r>
              <a:rPr sz="1800" spc="-30" dirty="0">
                <a:solidFill>
                  <a:srgbClr val="292929"/>
                </a:solidFill>
                <a:latin typeface="Calibri"/>
                <a:cs typeface="Calibri"/>
              </a:rPr>
              <a:t> </a:t>
            </a:r>
            <a:r>
              <a:rPr sz="1800" dirty="0">
                <a:solidFill>
                  <a:srgbClr val="292929"/>
                </a:solidFill>
                <a:latin typeface="Calibri"/>
                <a:cs typeface="Calibri"/>
              </a:rPr>
              <a:t>larger</a:t>
            </a:r>
            <a:r>
              <a:rPr sz="1800" spc="-35" dirty="0">
                <a:solidFill>
                  <a:srgbClr val="292929"/>
                </a:solidFill>
                <a:latin typeface="Calibri"/>
                <a:cs typeface="Calibri"/>
              </a:rPr>
              <a:t> </a:t>
            </a:r>
            <a:r>
              <a:rPr sz="1800" dirty="0">
                <a:solidFill>
                  <a:srgbClr val="292929"/>
                </a:solidFill>
                <a:latin typeface="Calibri"/>
                <a:cs typeface="Calibri"/>
              </a:rPr>
              <a:t>or</a:t>
            </a:r>
            <a:r>
              <a:rPr sz="1800" spc="-35" dirty="0">
                <a:solidFill>
                  <a:srgbClr val="292929"/>
                </a:solidFill>
                <a:latin typeface="Calibri"/>
                <a:cs typeface="Calibri"/>
              </a:rPr>
              <a:t> </a:t>
            </a:r>
            <a:r>
              <a:rPr sz="1800" dirty="0">
                <a:solidFill>
                  <a:srgbClr val="292929"/>
                </a:solidFill>
                <a:latin typeface="Calibri"/>
                <a:cs typeface="Calibri"/>
              </a:rPr>
              <a:t>significantly</a:t>
            </a:r>
            <a:r>
              <a:rPr sz="1800" spc="-35" dirty="0">
                <a:solidFill>
                  <a:srgbClr val="292929"/>
                </a:solidFill>
                <a:latin typeface="Calibri"/>
                <a:cs typeface="Calibri"/>
              </a:rPr>
              <a:t> </a:t>
            </a:r>
            <a:r>
              <a:rPr sz="1800" spc="-10" dirty="0">
                <a:solidFill>
                  <a:srgbClr val="292929"/>
                </a:solidFill>
                <a:latin typeface="Calibri"/>
                <a:cs typeface="Calibri"/>
              </a:rPr>
              <a:t>smaller.</a:t>
            </a:r>
            <a:endParaRPr sz="1800">
              <a:latin typeface="Calibri"/>
              <a:cs typeface="Calibri"/>
            </a:endParaRPr>
          </a:p>
          <a:p>
            <a:pPr>
              <a:lnSpc>
                <a:spcPct val="100000"/>
              </a:lnSpc>
              <a:spcBef>
                <a:spcPts val="1125"/>
              </a:spcBef>
            </a:pPr>
            <a:endParaRPr sz="1800">
              <a:latin typeface="Calibri"/>
              <a:cs typeface="Calibri"/>
            </a:endParaRPr>
          </a:p>
          <a:p>
            <a:pPr marL="101600">
              <a:lnSpc>
                <a:spcPct val="100000"/>
              </a:lnSpc>
            </a:pPr>
            <a:r>
              <a:rPr sz="1800" b="1" dirty="0">
                <a:solidFill>
                  <a:srgbClr val="0D1633"/>
                </a:solidFill>
                <a:latin typeface="Calibri"/>
                <a:cs typeface="Calibri"/>
              </a:rPr>
              <a:t>Find</a:t>
            </a:r>
            <a:r>
              <a:rPr sz="1800" b="1" spc="-25" dirty="0">
                <a:solidFill>
                  <a:srgbClr val="0D1633"/>
                </a:solidFill>
                <a:latin typeface="Calibri"/>
                <a:cs typeface="Calibri"/>
              </a:rPr>
              <a:t> </a:t>
            </a:r>
            <a:r>
              <a:rPr sz="1800" b="1" dirty="0">
                <a:solidFill>
                  <a:srgbClr val="0D1633"/>
                </a:solidFill>
                <a:latin typeface="Calibri"/>
                <a:cs typeface="Calibri"/>
              </a:rPr>
              <a:t>outliers</a:t>
            </a:r>
            <a:r>
              <a:rPr sz="1800" b="1" spc="-40" dirty="0">
                <a:solidFill>
                  <a:srgbClr val="0D1633"/>
                </a:solidFill>
                <a:latin typeface="Calibri"/>
                <a:cs typeface="Calibri"/>
              </a:rPr>
              <a:t> </a:t>
            </a:r>
            <a:r>
              <a:rPr sz="1800" b="1" dirty="0">
                <a:solidFill>
                  <a:srgbClr val="0D1633"/>
                </a:solidFill>
                <a:latin typeface="Calibri"/>
                <a:cs typeface="Calibri"/>
              </a:rPr>
              <a:t>in</a:t>
            </a:r>
            <a:r>
              <a:rPr sz="1800" b="1" spc="-10" dirty="0">
                <a:solidFill>
                  <a:srgbClr val="0D1633"/>
                </a:solidFill>
                <a:latin typeface="Calibri"/>
                <a:cs typeface="Calibri"/>
              </a:rPr>
              <a:t> </a:t>
            </a:r>
            <a:r>
              <a:rPr sz="1800" b="1" dirty="0">
                <a:solidFill>
                  <a:srgbClr val="0D1633"/>
                </a:solidFill>
                <a:latin typeface="Calibri"/>
                <a:cs typeface="Calibri"/>
              </a:rPr>
              <a:t>your</a:t>
            </a:r>
            <a:r>
              <a:rPr sz="1800" b="1" spc="-20" dirty="0">
                <a:solidFill>
                  <a:srgbClr val="0D1633"/>
                </a:solidFill>
                <a:latin typeface="Calibri"/>
                <a:cs typeface="Calibri"/>
              </a:rPr>
              <a:t> </a:t>
            </a:r>
            <a:r>
              <a:rPr sz="1800" b="1" spc="-10" dirty="0">
                <a:solidFill>
                  <a:srgbClr val="0D1633"/>
                </a:solidFill>
                <a:latin typeface="Calibri"/>
                <a:cs typeface="Calibri"/>
              </a:rPr>
              <a:t>dataset</a:t>
            </a:r>
            <a:endParaRPr sz="1800">
              <a:latin typeface="Calibri"/>
              <a:cs typeface="Calibri"/>
            </a:endParaRPr>
          </a:p>
          <a:p>
            <a:pPr marL="387985" indent="-286385">
              <a:lnSpc>
                <a:spcPct val="100000"/>
              </a:lnSpc>
              <a:spcBef>
                <a:spcPts val="1320"/>
              </a:spcBef>
              <a:buFont typeface="Arial MT"/>
              <a:buChar char="•"/>
              <a:tabLst>
                <a:tab pos="387985" algn="l"/>
              </a:tabLst>
            </a:pPr>
            <a:r>
              <a:rPr sz="1800" dirty="0">
                <a:solidFill>
                  <a:srgbClr val="292929"/>
                </a:solidFill>
                <a:latin typeface="Calibri"/>
                <a:cs typeface="Calibri"/>
              </a:rPr>
              <a:t>Use</a:t>
            </a:r>
            <a:r>
              <a:rPr sz="1800" spc="-45" dirty="0">
                <a:solidFill>
                  <a:srgbClr val="292929"/>
                </a:solidFill>
                <a:latin typeface="Calibri"/>
                <a:cs typeface="Calibri"/>
              </a:rPr>
              <a:t> </a:t>
            </a:r>
            <a:r>
              <a:rPr sz="1800" dirty="0">
                <a:solidFill>
                  <a:srgbClr val="292929"/>
                </a:solidFill>
                <a:latin typeface="Calibri"/>
                <a:cs typeface="Calibri"/>
              </a:rPr>
              <a:t>data</a:t>
            </a:r>
            <a:r>
              <a:rPr sz="1800" spc="-40" dirty="0">
                <a:solidFill>
                  <a:srgbClr val="292929"/>
                </a:solidFill>
                <a:latin typeface="Calibri"/>
                <a:cs typeface="Calibri"/>
              </a:rPr>
              <a:t> </a:t>
            </a:r>
            <a:r>
              <a:rPr sz="1800" spc="-10" dirty="0">
                <a:solidFill>
                  <a:srgbClr val="292929"/>
                </a:solidFill>
                <a:latin typeface="Calibri"/>
                <a:cs typeface="Calibri"/>
              </a:rPr>
              <a:t>visualization</a:t>
            </a:r>
            <a:r>
              <a:rPr sz="1800" spc="-40" dirty="0">
                <a:solidFill>
                  <a:srgbClr val="292929"/>
                </a:solidFill>
                <a:latin typeface="Calibri"/>
                <a:cs typeface="Calibri"/>
              </a:rPr>
              <a:t> </a:t>
            </a:r>
            <a:r>
              <a:rPr sz="1800" dirty="0">
                <a:solidFill>
                  <a:srgbClr val="292929"/>
                </a:solidFill>
                <a:latin typeface="Calibri"/>
                <a:cs typeface="Calibri"/>
              </a:rPr>
              <a:t>techniques</a:t>
            </a:r>
            <a:r>
              <a:rPr sz="1800" spc="-20" dirty="0">
                <a:solidFill>
                  <a:srgbClr val="292929"/>
                </a:solidFill>
                <a:latin typeface="Calibri"/>
                <a:cs typeface="Calibri"/>
              </a:rPr>
              <a:t> </a:t>
            </a:r>
            <a:r>
              <a:rPr sz="1800" dirty="0">
                <a:solidFill>
                  <a:srgbClr val="292929"/>
                </a:solidFill>
                <a:latin typeface="Calibri"/>
                <a:cs typeface="Calibri"/>
              </a:rPr>
              <a:t>to</a:t>
            </a:r>
            <a:r>
              <a:rPr sz="1800" spc="-50" dirty="0">
                <a:solidFill>
                  <a:srgbClr val="292929"/>
                </a:solidFill>
                <a:latin typeface="Calibri"/>
                <a:cs typeface="Calibri"/>
              </a:rPr>
              <a:t> </a:t>
            </a:r>
            <a:r>
              <a:rPr sz="1800" dirty="0">
                <a:solidFill>
                  <a:srgbClr val="292929"/>
                </a:solidFill>
                <a:latin typeface="Calibri"/>
                <a:cs typeface="Calibri"/>
              </a:rPr>
              <a:t>inspect</a:t>
            </a:r>
            <a:r>
              <a:rPr sz="1800" spc="-3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spc="-25" dirty="0">
                <a:solidFill>
                  <a:srgbClr val="292929"/>
                </a:solidFill>
                <a:latin typeface="Calibri"/>
                <a:cs typeface="Calibri"/>
              </a:rPr>
              <a:t>data’s</a:t>
            </a:r>
            <a:r>
              <a:rPr sz="1800" spc="-50" dirty="0">
                <a:solidFill>
                  <a:srgbClr val="292929"/>
                </a:solidFill>
                <a:latin typeface="Calibri"/>
                <a:cs typeface="Calibri"/>
              </a:rPr>
              <a:t> </a:t>
            </a:r>
            <a:r>
              <a:rPr sz="1800" dirty="0">
                <a:solidFill>
                  <a:srgbClr val="292929"/>
                </a:solidFill>
                <a:latin typeface="Calibri"/>
                <a:cs typeface="Calibri"/>
              </a:rPr>
              <a:t>distribution</a:t>
            </a:r>
            <a:r>
              <a:rPr sz="1800" spc="-25" dirty="0">
                <a:solidFill>
                  <a:srgbClr val="292929"/>
                </a:solidFill>
                <a:latin typeface="Calibri"/>
                <a:cs typeface="Calibri"/>
              </a:rPr>
              <a:t> </a:t>
            </a:r>
            <a:r>
              <a:rPr sz="1800" dirty="0">
                <a:solidFill>
                  <a:srgbClr val="292929"/>
                </a:solidFill>
                <a:latin typeface="Calibri"/>
                <a:cs typeface="Calibri"/>
              </a:rPr>
              <a:t>and</a:t>
            </a:r>
            <a:r>
              <a:rPr sz="1800" spc="-30" dirty="0">
                <a:solidFill>
                  <a:srgbClr val="292929"/>
                </a:solidFill>
                <a:latin typeface="Calibri"/>
                <a:cs typeface="Calibri"/>
              </a:rPr>
              <a:t> </a:t>
            </a:r>
            <a:r>
              <a:rPr sz="1800" dirty="0">
                <a:solidFill>
                  <a:srgbClr val="292929"/>
                </a:solidFill>
                <a:latin typeface="Calibri"/>
                <a:cs typeface="Calibri"/>
              </a:rPr>
              <a:t>verify</a:t>
            </a:r>
            <a:r>
              <a:rPr sz="1800" spc="-5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presence</a:t>
            </a:r>
            <a:r>
              <a:rPr sz="1800" spc="-30"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spc="-10" dirty="0">
                <a:solidFill>
                  <a:srgbClr val="292929"/>
                </a:solidFill>
                <a:latin typeface="Calibri"/>
                <a:cs typeface="Calibri"/>
              </a:rPr>
              <a:t>outliers:</a:t>
            </a:r>
            <a:endParaRPr sz="1800">
              <a:latin typeface="Calibri"/>
              <a:cs typeface="Calibri"/>
            </a:endParaRPr>
          </a:p>
          <a:p>
            <a:pPr marL="845185" lvl="1" indent="-286385">
              <a:lnSpc>
                <a:spcPct val="100000"/>
              </a:lnSpc>
              <a:spcBef>
                <a:spcPts val="1080"/>
              </a:spcBef>
              <a:buFont typeface="Wingdings"/>
              <a:buChar char=""/>
              <a:tabLst>
                <a:tab pos="845185" algn="l"/>
              </a:tabLst>
            </a:pPr>
            <a:r>
              <a:rPr sz="1800" spc="-10" dirty="0">
                <a:solidFill>
                  <a:srgbClr val="292929"/>
                </a:solidFill>
                <a:latin typeface="Calibri"/>
                <a:cs typeface="Calibri"/>
              </a:rPr>
              <a:t>Histogram</a:t>
            </a:r>
            <a:endParaRPr sz="1800">
              <a:latin typeface="Calibri"/>
              <a:cs typeface="Calibri"/>
            </a:endParaRPr>
          </a:p>
          <a:p>
            <a:pPr marL="845185" lvl="1" indent="-286385">
              <a:lnSpc>
                <a:spcPct val="100000"/>
              </a:lnSpc>
              <a:spcBef>
                <a:spcPts val="1080"/>
              </a:spcBef>
              <a:buFont typeface="Wingdings"/>
              <a:buChar char=""/>
              <a:tabLst>
                <a:tab pos="845185" algn="l"/>
              </a:tabLst>
            </a:pPr>
            <a:r>
              <a:rPr sz="1800" dirty="0">
                <a:solidFill>
                  <a:srgbClr val="292929"/>
                </a:solidFill>
                <a:latin typeface="Calibri"/>
                <a:cs typeface="Calibri"/>
              </a:rPr>
              <a:t>Box</a:t>
            </a:r>
            <a:r>
              <a:rPr sz="1800" spc="-55" dirty="0">
                <a:solidFill>
                  <a:srgbClr val="292929"/>
                </a:solidFill>
                <a:latin typeface="Calibri"/>
                <a:cs typeface="Calibri"/>
              </a:rPr>
              <a:t> </a:t>
            </a:r>
            <a:r>
              <a:rPr sz="1800" spc="-20" dirty="0">
                <a:solidFill>
                  <a:srgbClr val="292929"/>
                </a:solidFill>
                <a:latin typeface="Calibri"/>
                <a:cs typeface="Calibri"/>
              </a:rPr>
              <a:t>plot</a:t>
            </a:r>
            <a:endParaRPr sz="1800">
              <a:latin typeface="Calibri"/>
              <a:cs typeface="Calibri"/>
            </a:endParaRPr>
          </a:p>
          <a:p>
            <a:pPr marL="845185" lvl="1" indent="-286385">
              <a:lnSpc>
                <a:spcPct val="100000"/>
              </a:lnSpc>
              <a:spcBef>
                <a:spcPts val="1080"/>
              </a:spcBef>
              <a:buFont typeface="Wingdings"/>
              <a:buChar char=""/>
              <a:tabLst>
                <a:tab pos="845185" algn="l"/>
              </a:tabLst>
            </a:pPr>
            <a:r>
              <a:rPr sz="1800" spc="-10" dirty="0">
                <a:solidFill>
                  <a:srgbClr val="292929"/>
                </a:solidFill>
                <a:latin typeface="Calibri"/>
                <a:cs typeface="Calibri"/>
              </a:rPr>
              <a:t>Scatter</a:t>
            </a:r>
            <a:r>
              <a:rPr sz="1800" spc="-50" dirty="0">
                <a:solidFill>
                  <a:srgbClr val="292929"/>
                </a:solidFill>
                <a:latin typeface="Calibri"/>
                <a:cs typeface="Calibri"/>
              </a:rPr>
              <a:t> </a:t>
            </a:r>
            <a:r>
              <a:rPr sz="1800" spc="-20" dirty="0">
                <a:solidFill>
                  <a:srgbClr val="292929"/>
                </a:solidFill>
                <a:latin typeface="Calibri"/>
                <a:cs typeface="Calibri"/>
              </a:rPr>
              <a:t>plot</a:t>
            </a:r>
            <a:endParaRPr sz="1800">
              <a:latin typeface="Calibri"/>
              <a:cs typeface="Calibri"/>
            </a:endParaRPr>
          </a:p>
          <a:p>
            <a:pPr marL="387985" indent="-286385">
              <a:lnSpc>
                <a:spcPct val="100000"/>
              </a:lnSpc>
              <a:spcBef>
                <a:spcPts val="1080"/>
              </a:spcBef>
              <a:buFont typeface="Arial MT"/>
              <a:buChar char="•"/>
              <a:tabLst>
                <a:tab pos="387985" algn="l"/>
              </a:tabLst>
            </a:pPr>
            <a:r>
              <a:rPr sz="1800" dirty="0">
                <a:solidFill>
                  <a:srgbClr val="292929"/>
                </a:solidFill>
                <a:latin typeface="Calibri"/>
                <a:cs typeface="Calibri"/>
              </a:rPr>
              <a:t>Use</a:t>
            </a:r>
            <a:r>
              <a:rPr sz="1800" spc="-40"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spc="-10" dirty="0">
                <a:solidFill>
                  <a:srgbClr val="292929"/>
                </a:solidFill>
                <a:latin typeface="Calibri"/>
                <a:cs typeface="Calibri"/>
              </a:rPr>
              <a:t>statistical</a:t>
            </a:r>
            <a:r>
              <a:rPr sz="1800" spc="-40" dirty="0">
                <a:solidFill>
                  <a:srgbClr val="292929"/>
                </a:solidFill>
                <a:latin typeface="Calibri"/>
                <a:cs typeface="Calibri"/>
              </a:rPr>
              <a:t> </a:t>
            </a:r>
            <a:r>
              <a:rPr sz="1800" dirty="0">
                <a:solidFill>
                  <a:srgbClr val="292929"/>
                </a:solidFill>
                <a:latin typeface="Calibri"/>
                <a:cs typeface="Calibri"/>
              </a:rPr>
              <a:t>method</a:t>
            </a:r>
            <a:r>
              <a:rPr sz="1800" spc="-30"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spc="-10" dirty="0">
                <a:solidFill>
                  <a:srgbClr val="292929"/>
                </a:solidFill>
                <a:latin typeface="Calibri"/>
                <a:cs typeface="Calibri"/>
              </a:rPr>
              <a:t>calculate</a:t>
            </a:r>
            <a:r>
              <a:rPr sz="1800" spc="-1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outlier</a:t>
            </a:r>
            <a:r>
              <a:rPr sz="1800" spc="-25" dirty="0">
                <a:solidFill>
                  <a:srgbClr val="292929"/>
                </a:solidFill>
                <a:latin typeface="Calibri"/>
                <a:cs typeface="Calibri"/>
              </a:rPr>
              <a:t> </a:t>
            </a:r>
            <a:r>
              <a:rPr sz="1800" dirty="0">
                <a:solidFill>
                  <a:srgbClr val="292929"/>
                </a:solidFill>
                <a:latin typeface="Calibri"/>
                <a:cs typeface="Calibri"/>
              </a:rPr>
              <a:t>data</a:t>
            </a:r>
            <a:r>
              <a:rPr sz="1800" spc="-45" dirty="0">
                <a:solidFill>
                  <a:srgbClr val="292929"/>
                </a:solidFill>
                <a:latin typeface="Calibri"/>
                <a:cs typeface="Calibri"/>
              </a:rPr>
              <a:t> </a:t>
            </a:r>
            <a:r>
              <a:rPr sz="1800" spc="-10" dirty="0">
                <a:solidFill>
                  <a:srgbClr val="292929"/>
                </a:solidFill>
                <a:latin typeface="Calibri"/>
                <a:cs typeface="Calibri"/>
              </a:rPr>
              <a:t>points.</a:t>
            </a:r>
            <a:endParaRPr sz="1800">
              <a:latin typeface="Calibri"/>
              <a:cs typeface="Calibri"/>
            </a:endParaRPr>
          </a:p>
          <a:p>
            <a:pPr marL="387985" indent="-286385">
              <a:lnSpc>
                <a:spcPct val="100000"/>
              </a:lnSpc>
              <a:spcBef>
                <a:spcPts val="1080"/>
              </a:spcBef>
              <a:buFont typeface="Arial MT"/>
              <a:buChar char="•"/>
              <a:tabLst>
                <a:tab pos="387985" algn="l"/>
              </a:tabLst>
            </a:pPr>
            <a:r>
              <a:rPr sz="1800" dirty="0">
                <a:solidFill>
                  <a:srgbClr val="292929"/>
                </a:solidFill>
                <a:latin typeface="Calibri"/>
                <a:cs typeface="Calibri"/>
              </a:rPr>
              <a:t>Apply</a:t>
            </a:r>
            <a:r>
              <a:rPr sz="1800" spc="-40"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spc="-10" dirty="0">
                <a:solidFill>
                  <a:srgbClr val="292929"/>
                </a:solidFill>
                <a:latin typeface="Calibri"/>
                <a:cs typeface="Calibri"/>
              </a:rPr>
              <a:t>statistical</a:t>
            </a:r>
            <a:r>
              <a:rPr sz="1800" spc="-30" dirty="0">
                <a:solidFill>
                  <a:srgbClr val="292929"/>
                </a:solidFill>
                <a:latin typeface="Calibri"/>
                <a:cs typeface="Calibri"/>
              </a:rPr>
              <a:t> </a:t>
            </a:r>
            <a:r>
              <a:rPr sz="1800" dirty="0">
                <a:solidFill>
                  <a:srgbClr val="292929"/>
                </a:solidFill>
                <a:latin typeface="Calibri"/>
                <a:cs typeface="Calibri"/>
              </a:rPr>
              <a:t>method</a:t>
            </a:r>
            <a:r>
              <a:rPr sz="1800" spc="-25"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drop</a:t>
            </a:r>
            <a:r>
              <a:rPr sz="1800" spc="-25" dirty="0">
                <a:solidFill>
                  <a:srgbClr val="292929"/>
                </a:solidFill>
                <a:latin typeface="Calibri"/>
                <a:cs typeface="Calibri"/>
              </a:rPr>
              <a:t> </a:t>
            </a:r>
            <a:r>
              <a:rPr sz="1800" dirty="0">
                <a:solidFill>
                  <a:srgbClr val="292929"/>
                </a:solidFill>
                <a:latin typeface="Calibri"/>
                <a:cs typeface="Calibri"/>
              </a:rPr>
              <a:t>or</a:t>
            </a:r>
            <a:r>
              <a:rPr sz="1800" spc="-40" dirty="0">
                <a:solidFill>
                  <a:srgbClr val="292929"/>
                </a:solidFill>
                <a:latin typeface="Calibri"/>
                <a:cs typeface="Calibri"/>
              </a:rPr>
              <a:t> </a:t>
            </a:r>
            <a:r>
              <a:rPr sz="1800" spc="-10" dirty="0">
                <a:solidFill>
                  <a:srgbClr val="292929"/>
                </a:solidFill>
                <a:latin typeface="Calibri"/>
                <a:cs typeface="Calibri"/>
              </a:rPr>
              <a:t>transform</a:t>
            </a:r>
            <a:r>
              <a:rPr sz="1800" spc="-4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spc="-10" dirty="0">
                <a:solidFill>
                  <a:srgbClr val="292929"/>
                </a:solidFill>
                <a:latin typeface="Calibri"/>
                <a:cs typeface="Calibri"/>
              </a:rPr>
              <a:t>outliers:</a:t>
            </a:r>
            <a:endParaRPr sz="1800">
              <a:latin typeface="Calibri"/>
              <a:cs typeface="Calibri"/>
            </a:endParaRPr>
          </a:p>
          <a:p>
            <a:pPr marL="845185" lvl="1" indent="-286385">
              <a:lnSpc>
                <a:spcPct val="100000"/>
              </a:lnSpc>
              <a:spcBef>
                <a:spcPts val="1085"/>
              </a:spcBef>
              <a:buFont typeface="Wingdings"/>
              <a:buChar char=""/>
              <a:tabLst>
                <a:tab pos="845185" algn="l"/>
              </a:tabLst>
            </a:pPr>
            <a:r>
              <a:rPr sz="1800" dirty="0">
                <a:solidFill>
                  <a:srgbClr val="292929"/>
                </a:solidFill>
                <a:latin typeface="Calibri"/>
                <a:cs typeface="Calibri"/>
              </a:rPr>
              <a:t>Drop</a:t>
            </a:r>
            <a:r>
              <a:rPr sz="1800" spc="-4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spc="-10" dirty="0">
                <a:solidFill>
                  <a:srgbClr val="292929"/>
                </a:solidFill>
                <a:latin typeface="Calibri"/>
                <a:cs typeface="Calibri"/>
              </a:rPr>
              <a:t>outliers</a:t>
            </a:r>
            <a:endParaRPr sz="1800">
              <a:latin typeface="Calibri"/>
              <a:cs typeface="Calibri"/>
            </a:endParaRPr>
          </a:p>
          <a:p>
            <a:pPr marL="845185" lvl="1" indent="-286385">
              <a:lnSpc>
                <a:spcPct val="100000"/>
              </a:lnSpc>
              <a:spcBef>
                <a:spcPts val="1080"/>
              </a:spcBef>
              <a:buFont typeface="Wingdings"/>
              <a:buChar char=""/>
              <a:tabLst>
                <a:tab pos="845185" algn="l"/>
              </a:tabLst>
            </a:pPr>
            <a:r>
              <a:rPr sz="1800" dirty="0">
                <a:solidFill>
                  <a:srgbClr val="292929"/>
                </a:solidFill>
                <a:latin typeface="Calibri"/>
                <a:cs typeface="Calibri"/>
              </a:rPr>
              <a:t>Cap</a:t>
            </a:r>
            <a:r>
              <a:rPr sz="1800" spc="-2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spc="-10" dirty="0">
                <a:solidFill>
                  <a:srgbClr val="292929"/>
                </a:solidFill>
                <a:latin typeface="Calibri"/>
                <a:cs typeface="Calibri"/>
              </a:rPr>
              <a:t>outliers</a:t>
            </a:r>
            <a:endParaRPr sz="1800">
              <a:latin typeface="Calibri"/>
              <a:cs typeface="Calibri"/>
            </a:endParaRPr>
          </a:p>
          <a:p>
            <a:pPr marL="845185" lvl="1" indent="-286385">
              <a:lnSpc>
                <a:spcPct val="100000"/>
              </a:lnSpc>
              <a:spcBef>
                <a:spcPts val="1080"/>
              </a:spcBef>
              <a:buFont typeface="Wingdings"/>
              <a:buChar char=""/>
              <a:tabLst>
                <a:tab pos="845185" algn="l"/>
              </a:tabLst>
            </a:pPr>
            <a:r>
              <a:rPr sz="1800" dirty="0">
                <a:solidFill>
                  <a:srgbClr val="292929"/>
                </a:solidFill>
                <a:latin typeface="Calibri"/>
                <a:cs typeface="Calibri"/>
              </a:rPr>
              <a:t>Replace</a:t>
            </a:r>
            <a:r>
              <a:rPr sz="1800" spc="-30" dirty="0">
                <a:solidFill>
                  <a:srgbClr val="292929"/>
                </a:solidFill>
                <a:latin typeface="Calibri"/>
                <a:cs typeface="Calibri"/>
              </a:rPr>
              <a:t> </a:t>
            </a:r>
            <a:r>
              <a:rPr sz="1800" dirty="0">
                <a:solidFill>
                  <a:srgbClr val="292929"/>
                </a:solidFill>
                <a:latin typeface="Calibri"/>
                <a:cs typeface="Calibri"/>
              </a:rPr>
              <a:t>outliers</a:t>
            </a:r>
            <a:r>
              <a:rPr sz="1800" spc="-30" dirty="0">
                <a:solidFill>
                  <a:srgbClr val="292929"/>
                </a:solidFill>
                <a:latin typeface="Calibri"/>
                <a:cs typeface="Calibri"/>
              </a:rPr>
              <a:t> </a:t>
            </a:r>
            <a:r>
              <a:rPr sz="1800" dirty="0">
                <a:solidFill>
                  <a:srgbClr val="292929"/>
                </a:solidFill>
                <a:latin typeface="Calibri"/>
                <a:cs typeface="Calibri"/>
              </a:rPr>
              <a:t>using</a:t>
            </a:r>
            <a:r>
              <a:rPr sz="1800" spc="-30" dirty="0">
                <a:solidFill>
                  <a:srgbClr val="292929"/>
                </a:solidFill>
                <a:latin typeface="Calibri"/>
                <a:cs typeface="Calibri"/>
              </a:rPr>
              <a:t> </a:t>
            </a:r>
            <a:r>
              <a:rPr sz="1800" spc="-10" dirty="0">
                <a:solidFill>
                  <a:srgbClr val="292929"/>
                </a:solidFill>
                <a:latin typeface="Calibri"/>
                <a:cs typeface="Calibri"/>
              </a:rPr>
              <a:t>imputation</a:t>
            </a:r>
            <a:r>
              <a:rPr sz="1800" spc="-35"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if</a:t>
            </a:r>
            <a:r>
              <a:rPr sz="1800" spc="-35" dirty="0">
                <a:solidFill>
                  <a:srgbClr val="292929"/>
                </a:solidFill>
                <a:latin typeface="Calibri"/>
                <a:cs typeface="Calibri"/>
              </a:rPr>
              <a:t> </a:t>
            </a:r>
            <a:r>
              <a:rPr sz="1800" dirty="0">
                <a:solidFill>
                  <a:srgbClr val="292929"/>
                </a:solidFill>
                <a:latin typeface="Calibri"/>
                <a:cs typeface="Calibri"/>
              </a:rPr>
              <a:t>they</a:t>
            </a:r>
            <a:r>
              <a:rPr sz="1800" spc="-45" dirty="0">
                <a:solidFill>
                  <a:srgbClr val="292929"/>
                </a:solidFill>
                <a:latin typeface="Calibri"/>
                <a:cs typeface="Calibri"/>
              </a:rPr>
              <a:t> </a:t>
            </a:r>
            <a:r>
              <a:rPr sz="1800" dirty="0">
                <a:solidFill>
                  <a:srgbClr val="292929"/>
                </a:solidFill>
                <a:latin typeface="Calibri"/>
                <a:cs typeface="Calibri"/>
              </a:rPr>
              <a:t>were</a:t>
            </a:r>
            <a:r>
              <a:rPr sz="1800" spc="-30" dirty="0">
                <a:solidFill>
                  <a:srgbClr val="292929"/>
                </a:solidFill>
                <a:latin typeface="Calibri"/>
                <a:cs typeface="Calibri"/>
              </a:rPr>
              <a:t> </a:t>
            </a:r>
            <a:r>
              <a:rPr sz="1800" dirty="0">
                <a:solidFill>
                  <a:srgbClr val="292929"/>
                </a:solidFill>
                <a:latin typeface="Calibri"/>
                <a:cs typeface="Calibri"/>
              </a:rPr>
              <a:t>missing</a:t>
            </a:r>
            <a:r>
              <a:rPr sz="1800" spc="-35" dirty="0">
                <a:solidFill>
                  <a:srgbClr val="292929"/>
                </a:solidFill>
                <a:latin typeface="Calibri"/>
                <a:cs typeface="Calibri"/>
              </a:rPr>
              <a:t> </a:t>
            </a:r>
            <a:r>
              <a:rPr sz="1800" spc="-10" dirty="0">
                <a:solidFill>
                  <a:srgbClr val="292929"/>
                </a:solidFill>
                <a:latin typeface="Calibri"/>
                <a:cs typeface="Calibri"/>
              </a:rPr>
              <a:t>values</a:t>
            </a:r>
            <a:endParaRPr sz="1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167FE-0E75-4E7B-881E-D00876124A0C}"/>
              </a:ext>
            </a:extLst>
          </p:cNvPr>
          <p:cNvSpPr>
            <a:spLocks noGrp="1"/>
          </p:cNvSpPr>
          <p:nvPr>
            <p:ph type="title"/>
          </p:nvPr>
        </p:nvSpPr>
        <p:spPr>
          <a:xfrm>
            <a:off x="762000" y="304800"/>
            <a:ext cx="4403090" cy="307777"/>
          </a:xfrm>
        </p:spPr>
        <p:txBody>
          <a:bodyPr/>
          <a:lstStyle/>
          <a:p>
            <a:r>
              <a:rPr lang="en-US" sz="2000" dirty="0">
                <a:solidFill>
                  <a:schemeClr val="tx1"/>
                </a:solidFill>
              </a:rPr>
              <a:t>Box plot for outlier detection and removal</a:t>
            </a:r>
          </a:p>
        </p:txBody>
      </p:sp>
      <p:pic>
        <p:nvPicPr>
          <p:cNvPr id="1032" name="Picture 8" descr="Understanding Boxplots - KDnuggets">
            <a:extLst>
              <a:ext uri="{FF2B5EF4-FFF2-40B4-BE49-F238E27FC236}">
                <a16:creationId xmlns:a16="http://schemas.microsoft.com/office/drawing/2014/main" id="{69675BF5-BDA7-494E-BAD9-B281036AB3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9700" y="1453813"/>
            <a:ext cx="9372600"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433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CFBC77D-AB38-4A4E-A2B9-A5C821299477}"/>
              </a:ext>
            </a:extLst>
          </p:cNvPr>
          <p:cNvSpPr txBox="1"/>
          <p:nvPr/>
        </p:nvSpPr>
        <p:spPr>
          <a:xfrm>
            <a:off x="656944" y="704215"/>
            <a:ext cx="7115455" cy="289823"/>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27509B"/>
                </a:solidFill>
                <a:latin typeface="Calibri"/>
                <a:cs typeface="Calibri"/>
              </a:rPr>
              <a:t>Z SCORE FOR OUTLIER DETECTION</a:t>
            </a:r>
            <a:r>
              <a:rPr sz="1800" b="1" spc="-10" dirty="0">
                <a:solidFill>
                  <a:srgbClr val="27509B"/>
                </a:solidFill>
                <a:latin typeface="Calibri"/>
                <a:cs typeface="Calibri"/>
              </a:rPr>
              <a:t>:</a:t>
            </a:r>
            <a:endParaRPr sz="1800" dirty="0">
              <a:latin typeface="Calibri"/>
              <a:cs typeface="Calibri"/>
            </a:endParaRPr>
          </a:p>
        </p:txBody>
      </p:sp>
      <p:sp>
        <p:nvSpPr>
          <p:cNvPr id="4" name="TextBox 3">
            <a:extLst>
              <a:ext uri="{FF2B5EF4-FFF2-40B4-BE49-F238E27FC236}">
                <a16:creationId xmlns:a16="http://schemas.microsoft.com/office/drawing/2014/main" id="{5660097A-0045-473E-95BB-85840B810771}"/>
              </a:ext>
            </a:extLst>
          </p:cNvPr>
          <p:cNvSpPr txBox="1"/>
          <p:nvPr/>
        </p:nvSpPr>
        <p:spPr>
          <a:xfrm>
            <a:off x="533400" y="1295400"/>
            <a:ext cx="10363200" cy="923330"/>
          </a:xfrm>
          <a:prstGeom prst="rect">
            <a:avLst/>
          </a:prstGeom>
          <a:noFill/>
        </p:spPr>
        <p:txBody>
          <a:bodyPr wrap="square">
            <a:spAutoFit/>
          </a:bodyPr>
          <a:lstStyle/>
          <a:p>
            <a:r>
              <a:rPr lang="en-US" b="0" i="0" dirty="0">
                <a:solidFill>
                  <a:srgbClr val="273239"/>
                </a:solidFill>
                <a:effectLst/>
                <a:latin typeface="Nunito" panose="020B0604020202020204" pitchFamily="2" charset="0"/>
              </a:rPr>
              <a:t>Z score is an important concept in statistics. Z score is also called standard score. </a:t>
            </a:r>
          </a:p>
          <a:p>
            <a:r>
              <a:rPr lang="en-US" b="0" i="0" dirty="0">
                <a:solidFill>
                  <a:srgbClr val="273239"/>
                </a:solidFill>
                <a:effectLst/>
                <a:latin typeface="Nunito" panose="020B0604020202020204" pitchFamily="2" charset="0"/>
              </a:rPr>
              <a:t>This score helps to understand if a data value is greater or smaller than mean and how far away it is from the mean.</a:t>
            </a:r>
            <a:endParaRPr lang="en-US" dirty="0"/>
          </a:p>
        </p:txBody>
      </p:sp>
      <p:pic>
        <p:nvPicPr>
          <p:cNvPr id="1026" name="Picture 2">
            <a:extLst>
              <a:ext uri="{FF2B5EF4-FFF2-40B4-BE49-F238E27FC236}">
                <a16:creationId xmlns:a16="http://schemas.microsoft.com/office/drawing/2014/main" id="{9BA9E70C-5351-4C5D-9309-4B5A970485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505670"/>
            <a:ext cx="4010666" cy="18055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43E878F-8F8E-4E6A-8966-AE9F58068914}"/>
              </a:ext>
            </a:extLst>
          </p:cNvPr>
          <p:cNvSpPr txBox="1"/>
          <p:nvPr/>
        </p:nvSpPr>
        <p:spPr>
          <a:xfrm>
            <a:off x="5181600" y="2501356"/>
            <a:ext cx="6547206" cy="1754326"/>
          </a:xfrm>
          <a:prstGeom prst="rect">
            <a:avLst/>
          </a:prstGeom>
          <a:noFill/>
        </p:spPr>
        <p:txBody>
          <a:bodyPr wrap="square">
            <a:spAutoFit/>
          </a:bodyPr>
          <a:lstStyle/>
          <a:p>
            <a:pPr algn="l"/>
            <a:r>
              <a:rPr lang="en-US" b="0" i="0" dirty="0">
                <a:solidFill>
                  <a:srgbClr val="242424"/>
                </a:solidFill>
                <a:effectLst/>
                <a:latin typeface="source-serif-pro"/>
              </a:rPr>
              <a:t>Here’s what each component means:</a:t>
            </a:r>
          </a:p>
          <a:p>
            <a:pPr marL="285750" indent="-285750" algn="l">
              <a:buFont typeface="Arial" panose="020B0604020202020204" pitchFamily="34" charset="0"/>
              <a:buChar char="•"/>
            </a:pPr>
            <a:r>
              <a:rPr lang="en-US" b="0" i="0" dirty="0">
                <a:solidFill>
                  <a:srgbClr val="242424"/>
                </a:solidFill>
                <a:effectLst/>
                <a:latin typeface="source-serif-pro"/>
              </a:rPr>
              <a:t>Z is the Z-score we’re calculating.</a:t>
            </a:r>
          </a:p>
          <a:p>
            <a:pPr marL="285750" indent="-285750" algn="l">
              <a:buFont typeface="Arial" panose="020B0604020202020204" pitchFamily="34" charset="0"/>
              <a:buChar char="•"/>
            </a:pPr>
            <a:r>
              <a:rPr lang="en-US" b="0" i="0" dirty="0">
                <a:solidFill>
                  <a:srgbClr val="242424"/>
                </a:solidFill>
                <a:effectLst/>
                <a:latin typeface="source-serif-pro"/>
              </a:rPr>
              <a:t>X is the specific data point we want to evaluate.</a:t>
            </a:r>
          </a:p>
          <a:p>
            <a:pPr marL="285750" indent="-285750" algn="l">
              <a:buFont typeface="Arial" panose="020B0604020202020204" pitchFamily="34" charset="0"/>
              <a:buChar char="•"/>
            </a:pPr>
            <a:r>
              <a:rPr lang="en-US" b="0" i="0" dirty="0">
                <a:solidFill>
                  <a:srgbClr val="242424"/>
                </a:solidFill>
                <a:effectLst/>
                <a:latin typeface="source-serif-pro"/>
              </a:rPr>
              <a:t>μ (mu) is the mean (average) of the dataset.</a:t>
            </a:r>
          </a:p>
          <a:p>
            <a:pPr marL="285750" indent="-285750" algn="l">
              <a:buFont typeface="Arial" panose="020B0604020202020204" pitchFamily="34" charset="0"/>
              <a:buChar char="•"/>
            </a:pPr>
            <a:r>
              <a:rPr lang="en-US" b="0" i="0" dirty="0">
                <a:solidFill>
                  <a:srgbClr val="242424"/>
                </a:solidFill>
                <a:effectLst/>
                <a:latin typeface="source-serif-pro"/>
              </a:rPr>
              <a:t>σ (sigma) is the standard deviation, which measures how spread out the data is.</a:t>
            </a:r>
          </a:p>
        </p:txBody>
      </p:sp>
      <p:sp>
        <p:nvSpPr>
          <p:cNvPr id="9" name="TextBox 8">
            <a:extLst>
              <a:ext uri="{FF2B5EF4-FFF2-40B4-BE49-F238E27FC236}">
                <a16:creationId xmlns:a16="http://schemas.microsoft.com/office/drawing/2014/main" id="{E02714B5-85DB-48D4-826D-FC931C5D2FC1}"/>
              </a:ext>
            </a:extLst>
          </p:cNvPr>
          <p:cNvSpPr txBox="1"/>
          <p:nvPr/>
        </p:nvSpPr>
        <p:spPr>
          <a:xfrm>
            <a:off x="828782" y="4953000"/>
            <a:ext cx="10900024" cy="923330"/>
          </a:xfrm>
          <a:prstGeom prst="rect">
            <a:avLst/>
          </a:prstGeom>
          <a:noFill/>
        </p:spPr>
        <p:txBody>
          <a:bodyPr wrap="square">
            <a:spAutoFit/>
          </a:bodyPr>
          <a:lstStyle/>
          <a:p>
            <a:pPr algn="l"/>
            <a:r>
              <a:rPr lang="en-US" b="1" i="1" dirty="0">
                <a:solidFill>
                  <a:srgbClr val="242424"/>
                </a:solidFill>
                <a:effectLst/>
                <a:latin typeface="source-serif-pro"/>
              </a:rPr>
              <a:t>Z-Score Greater than 3 (or Less than -3):</a:t>
            </a:r>
            <a:r>
              <a:rPr lang="en-US" b="0" i="1" dirty="0">
                <a:solidFill>
                  <a:srgbClr val="242424"/>
                </a:solidFill>
                <a:effectLst/>
                <a:latin typeface="source-serif-pro"/>
              </a:rPr>
              <a:t> Using a threshold of Z-scores greater than 3 or less than -3 is a stricter criterion for identifying outliers. Data points that exceed this threshold are considered highly unusual and are typically reserved for identifying extreme outliers.</a:t>
            </a:r>
            <a:endParaRPr lang="en-US" b="0" i="0" dirty="0">
              <a:solidFill>
                <a:srgbClr val="242424"/>
              </a:solidFill>
              <a:effectLst/>
              <a:latin typeface="source-serif-pro"/>
            </a:endParaRPr>
          </a:p>
        </p:txBody>
      </p:sp>
    </p:spTree>
    <p:extLst>
      <p:ext uri="{BB962C8B-B14F-4D97-AF65-F5344CB8AC3E}">
        <p14:creationId xmlns:p14="http://schemas.microsoft.com/office/powerpoint/2010/main" val="3987173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TotalTime>
  <Words>1474</Words>
  <Application>Microsoft Office PowerPoint</Application>
  <PresentationFormat>Widescreen</PresentationFormat>
  <Paragraphs>157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MT</vt:lpstr>
      <vt:lpstr>Calibri</vt:lpstr>
      <vt:lpstr>Calibri Light</vt:lpstr>
      <vt:lpstr>Georgia</vt:lpstr>
      <vt:lpstr>Nunito</vt:lpstr>
      <vt:lpstr>source-serif-pro</vt:lpstr>
      <vt:lpstr>Wingdings</vt:lpstr>
      <vt:lpstr>Office Theme</vt:lpstr>
      <vt:lpstr>Data Exploration &amp; Wrangling</vt:lpstr>
      <vt:lpstr>PowerPoint Presentation</vt:lpstr>
      <vt:lpstr>PowerPoint Presentation</vt:lpstr>
      <vt:lpstr>PowerPoint Presentation</vt:lpstr>
      <vt:lpstr>PowerPoint Presentation</vt:lpstr>
      <vt:lpstr>PowerPoint Presentation</vt:lpstr>
      <vt:lpstr>1.Deleting Rows with missing values</vt:lpstr>
      <vt:lpstr>Missing values can be handled by deleting the rows or columns having null values.</vt:lpstr>
      <vt:lpstr>PowerPoint Presentation</vt:lpstr>
      <vt:lpstr>PowerPoint Presentation</vt:lpstr>
      <vt:lpstr>Depending on the nature of the data or data type, some other imputation methods may be more appropriate to impute missing values.</vt:lpstr>
      <vt:lpstr>All the machine learning algorithms don’t support missing values, but some ML algorithms are robust to missing values in the dataset. The k-NN algorithm can ignore a column from a distance measure when a value is missing. Naive Bayes can also support missing values when making a prediction. These algorithms can be used when the dataset contains null or missing values.</vt:lpstr>
      <vt:lpstr>In the earlier methods to handle missing values, we do not use the correlation advantage of the variable containing the missing value and other variables. Using the other features which don’t have nulls can be used to predict missing values.</vt:lpstr>
      <vt:lpstr>PowerPoint Presentation</vt:lpstr>
      <vt:lpstr>Box plot for outlier detection and removal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 Mirajkar</dc:creator>
  <cp:lastModifiedBy>Ankit Mirajkar</cp:lastModifiedBy>
  <cp:revision>12</cp:revision>
  <dcterms:created xsi:type="dcterms:W3CDTF">2024-03-31T01:56:04Z</dcterms:created>
  <dcterms:modified xsi:type="dcterms:W3CDTF">2026-03-01T12:42:40Z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2023-07-01T00:00:00Z</vt:filetime>
  </property>
  <property fmtid="{D5CDD505-2E9C-101B-9397-08002B2CF9AE}" pid="3" name="Creator">
    <vt:lpwstr>Microsoft® PowerPoint® 2019</vt:lpwstr>
  </property>
  <property fmtid="{D5CDD505-2E9C-101B-9397-08002B2CF9AE}" pid="4" name="LastSaved">
    <vt:filetime>2024-03-31T00:00:00Z</vt:filetime>
  </property>
  <property fmtid="{D5CDD505-2E9C-101B-9397-08002B2CF9AE}" pid="5" name="Producer">
    <vt:lpwstr>Microsoft® PowerPoint® 2019</vt:lpwstr>
  </property>
</Properties>
</file>