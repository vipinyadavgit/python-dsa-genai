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64"/>
  </p:normalViewPr>
  <p:slideViewPr>
    <p:cSldViewPr snapToGrid="0">
      <p:cViewPr varScale="1">
        <p:scale>
          <a:sx n="95" d="100"/>
          <a:sy n="95" d="100"/>
        </p:scale>
        <p:origin x="20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1FF4-42A0-A25A-436A-503E0D2FA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9628C-705C-C2D1-DBD7-A9DFC40B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86D16-B962-F30B-CCA6-A2C38307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5B5EE5-89A7-80D5-9705-E309067B1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C1D31-7A5C-0456-068F-45433C66C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868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67F6-C995-FC8E-0382-C12277D57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6EFE2-5D66-1766-7BCD-C5AA175F0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C979D5-BF9F-B0C6-2C8B-1EF2B7B69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F5AA2-4E91-209B-6767-50CEF4D66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4DFFD-FF5A-2351-6FA2-877095DD2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FFD22-D497-2843-2B68-C80BFCE1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37BDAF-B05F-319E-866F-C40B6BB890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453D9-489E-0F56-20AD-4C01FADF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BC41AE-856B-1643-69B2-4C24922D9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CDB69-9BCA-14E5-8612-E5B73F6A2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87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2BB52-60E0-087D-D83C-82D671C1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FE1B9-616E-3FB3-9F58-20B80A3E8D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3AD78-4A85-E189-D4E4-549DFA326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930639-ED06-48A0-77A8-151EEE15E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83A0-B2CB-A975-8666-64ABEB3B2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09B4ED-260F-B6D1-53FE-F99B7D7E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3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F624F-DF02-572C-DF70-B79F2C5CA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2B5FF-F67B-D4DC-E7D8-E4981DE11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5E1513-4EA9-8D37-B2E9-96CBC31A56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01A93-7F93-45CE-C0CA-A44648C53A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927687-DA53-706E-D916-6AAA48D8A0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D24D67-1A84-FF66-F6B0-E90FCEAF2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4C8D5-7DC4-6B1C-68CB-6FE1A01BD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4BF587-0C11-F061-91A8-D48ABB6DC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05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264F-88F8-BE93-C063-ABBD06B1B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0A8020-D304-7E88-85F7-DEEBC31D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CBDCB-1E4B-D328-0E11-6062FF56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797441-E690-1D15-55A9-3D55D84F0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519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FF2274-4ED0-9B22-BD75-8FB72D0AA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73B2F-7C8F-92DD-CFB2-7B6233D66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2E578-EDDD-8B0F-D921-C1C95B445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9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8180-A8A8-368E-5EC0-3D27AD16E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FB895-9490-0701-0AA2-C66FA8515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4D54E-BE2E-80FD-382F-E499DB086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00E24B-8CFB-BF9A-6D9B-A40D8E1F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E5298-DAE0-04FA-AFF2-53545EBC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009209-C61B-E299-246A-77288FC5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744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4A60F-E7F3-968D-5508-56F92CD9CA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F3DFAF-A328-368D-32DE-642E179DB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CF1B72-91F7-E14D-0EDF-A8C9500BD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CBD76-57D6-501E-717D-FFBF97CA6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5CB1-43B7-8BCD-4FF2-E238D9E9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B6512E-DB12-E92A-6AE3-B52EAAC59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242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838FB-F2B5-98F4-1656-952BC875F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3B638E-0AB4-D539-CB22-BC89C828F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1BE5A-9234-39F5-F5D0-F8A64D1DC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00DD0-16F0-6E9E-7F45-E2D47D230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B559D-091B-5E15-8EA7-7DC5E5783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9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806B17-DF66-3C57-E666-8FB9D12C3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B083B1-BF9D-BA0D-350B-2AD10308C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3AB6F6-CB26-87FC-38D5-38CA3E060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800D3-E356-EA66-380F-8EF502269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47AD0-78EE-5C28-3D58-5FC5E375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16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E8158D-3BC0-64A6-1AC8-7EE1C992D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68AF9D-35D6-BE7B-B03D-02360103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C398E-3B02-43A9-4F10-25120ED7F6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876412-5A0E-824A-89C4-C1BA82C96E5F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1D546-78DF-FC02-A5C9-8015E26C2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0DEC9-C4EE-9D07-F177-8F0A7DEF8E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803B35-67A6-CF47-9B80-7E5229CDCB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23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96A1DC-82A9-3763-A8BD-82DEA6D6772C}"/>
              </a:ext>
            </a:extLst>
          </p:cNvPr>
          <p:cNvSpPr/>
          <p:nvPr/>
        </p:nvSpPr>
        <p:spPr>
          <a:xfrm>
            <a:off x="537210" y="262890"/>
            <a:ext cx="11178540" cy="6343650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A66C03-B6F1-E046-BE9A-74B44DBA2E89}"/>
              </a:ext>
            </a:extLst>
          </p:cNvPr>
          <p:cNvSpPr/>
          <p:nvPr/>
        </p:nvSpPr>
        <p:spPr>
          <a:xfrm>
            <a:off x="537210" y="285750"/>
            <a:ext cx="2548890" cy="6309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2FB2C2-426A-9D15-71BD-BD4DA81B0C22}"/>
              </a:ext>
            </a:extLst>
          </p:cNvPr>
          <p:cNvSpPr txBox="1"/>
          <p:nvPr/>
        </p:nvSpPr>
        <p:spPr>
          <a:xfrm>
            <a:off x="822960" y="588168"/>
            <a:ext cx="1908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Upload docs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939AB26-3681-D6E5-45C5-8A6F0B83A827}"/>
              </a:ext>
            </a:extLst>
          </p:cNvPr>
          <p:cNvSpPr/>
          <p:nvPr/>
        </p:nvSpPr>
        <p:spPr>
          <a:xfrm>
            <a:off x="902970" y="849392"/>
            <a:ext cx="1428750" cy="1907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8FCEA96-F6C0-C687-7A4F-9525DDD7EBC3}"/>
              </a:ext>
            </a:extLst>
          </p:cNvPr>
          <p:cNvSpPr/>
          <p:nvPr/>
        </p:nvSpPr>
        <p:spPr>
          <a:xfrm>
            <a:off x="628650" y="1257300"/>
            <a:ext cx="236601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rgbClr val="FF0000"/>
                </a:solidFill>
              </a:rPr>
              <a:t>Admission </a:t>
            </a:r>
            <a:r>
              <a:rPr lang="en-US" sz="1400" dirty="0" err="1">
                <a:solidFill>
                  <a:srgbClr val="FF0000"/>
                </a:solidFill>
              </a:rPr>
              <a:t>SOP.pdf</a:t>
            </a:r>
            <a:endParaRPr lang="en-US" sz="14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sz="1400" dirty="0" err="1">
                <a:solidFill>
                  <a:srgbClr val="FF0000"/>
                </a:solidFill>
              </a:rPr>
              <a:t>SOP.pdf</a:t>
            </a:r>
            <a:endParaRPr lang="en-US" sz="1400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FF0000"/>
                </a:solidFill>
              </a:rPr>
              <a:t>Discharge summary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2BC5C0-ECEF-D4FC-1F8B-0C619EBF3FB1}"/>
              </a:ext>
            </a:extLst>
          </p:cNvPr>
          <p:cNvSpPr txBox="1"/>
          <p:nvPr/>
        </p:nvSpPr>
        <p:spPr>
          <a:xfrm>
            <a:off x="3326130" y="434340"/>
            <a:ext cx="79324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MEDI ASSIST CHATBOT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23A61B-64B5-5124-0EBD-3B2302A704A3}"/>
              </a:ext>
            </a:extLst>
          </p:cNvPr>
          <p:cNvSpPr/>
          <p:nvPr/>
        </p:nvSpPr>
        <p:spPr>
          <a:xfrm>
            <a:off x="3308985" y="1125855"/>
            <a:ext cx="8183880" cy="4686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dirty="0">
                <a:solidFill>
                  <a:srgbClr val="FF0000"/>
                </a:solidFill>
              </a:rPr>
              <a:t>Q2…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287089-7D9F-E1BF-CF0C-257AD08A7EF1}"/>
              </a:ext>
            </a:extLst>
          </p:cNvPr>
          <p:cNvSpPr txBox="1"/>
          <p:nvPr/>
        </p:nvSpPr>
        <p:spPr>
          <a:xfrm>
            <a:off x="3326130" y="1824871"/>
            <a:ext cx="81667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/>
              <a:t>				Q1: what is the insurance process?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53E839-C36F-D73C-6675-A720028C2BEF}"/>
              </a:ext>
            </a:extLst>
          </p:cNvPr>
          <p:cNvSpPr txBox="1"/>
          <p:nvPr/>
        </p:nvSpPr>
        <p:spPr>
          <a:xfrm>
            <a:off x="3396615" y="2168753"/>
            <a:ext cx="81667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A1: insurance process is ………..</a:t>
            </a:r>
          </a:p>
          <a:p>
            <a:r>
              <a:rPr lang="en-US" sz="1600" dirty="0"/>
              <a:t>(Source: </a:t>
            </a:r>
            <a:r>
              <a:rPr lang="en-US" sz="1600" dirty="0" err="1"/>
              <a:t>SOP.pdf</a:t>
            </a:r>
            <a:r>
              <a:rPr lang="en-US" sz="1600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51389-5E6E-72DA-538F-41E947D0C800}"/>
              </a:ext>
            </a:extLst>
          </p:cNvPr>
          <p:cNvSpPr txBox="1"/>
          <p:nvPr/>
        </p:nvSpPr>
        <p:spPr>
          <a:xfrm>
            <a:off x="565785" y="5649724"/>
            <a:ext cx="21031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Sources:</a:t>
            </a:r>
          </a:p>
          <a:p>
            <a:pPr marL="342900" indent="-342900">
              <a:buAutoNum type="arabicPeriod"/>
            </a:pPr>
            <a:r>
              <a:rPr lang="en-US" sz="1200" dirty="0"/>
              <a:t>RAG on external Data</a:t>
            </a:r>
          </a:p>
          <a:p>
            <a:pPr marL="342900" indent="-342900">
              <a:buAutoNum type="arabicPeriod"/>
            </a:pPr>
            <a:r>
              <a:rPr lang="en-US" sz="1200" dirty="0"/>
              <a:t>Multimodal images</a:t>
            </a:r>
          </a:p>
          <a:p>
            <a:pPr marL="342900" indent="-342900">
              <a:buAutoNum type="arabicPeriod"/>
            </a:pPr>
            <a:r>
              <a:rPr lang="en-US" sz="1200" dirty="0"/>
              <a:t>Database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EEBBEE-3EFE-E919-DF6F-A65C6F720102}"/>
              </a:ext>
            </a:extLst>
          </p:cNvPr>
          <p:cNvSpPr txBox="1"/>
          <p:nvPr/>
        </p:nvSpPr>
        <p:spPr>
          <a:xfrm>
            <a:off x="822960" y="2461140"/>
            <a:ext cx="1908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Image docs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579BF3-0D69-F3EE-6365-E1E63845344B}"/>
              </a:ext>
            </a:extLst>
          </p:cNvPr>
          <p:cNvSpPr/>
          <p:nvPr/>
        </p:nvSpPr>
        <p:spPr>
          <a:xfrm>
            <a:off x="845820" y="2761774"/>
            <a:ext cx="1428750" cy="19073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AFD31A-9E5C-EB37-BD58-557AEA4FF0F6}"/>
              </a:ext>
            </a:extLst>
          </p:cNvPr>
          <p:cNvSpPr/>
          <p:nvPr/>
        </p:nvSpPr>
        <p:spPr>
          <a:xfrm>
            <a:off x="628650" y="3011805"/>
            <a:ext cx="2366010" cy="914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en-US" sz="1400" dirty="0">
                <a:solidFill>
                  <a:srgbClr val="FF0000"/>
                </a:solidFill>
              </a:rPr>
              <a:t>Image1.png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FF0000"/>
                </a:solidFill>
              </a:rPr>
              <a:t>Image2.png</a:t>
            </a:r>
          </a:p>
          <a:p>
            <a:pPr marL="342900" indent="-342900">
              <a:buAutoNum type="arabicPeriod"/>
            </a:pPr>
            <a:r>
              <a:rPr lang="en-US" sz="1400" dirty="0">
                <a:solidFill>
                  <a:srgbClr val="FF0000"/>
                </a:solidFill>
              </a:rPr>
              <a:t>Image3.png</a:t>
            </a:r>
          </a:p>
        </p:txBody>
      </p:sp>
    </p:spTree>
    <p:extLst>
      <p:ext uri="{BB962C8B-B14F-4D97-AF65-F5344CB8AC3E}">
        <p14:creationId xmlns:p14="http://schemas.microsoft.com/office/powerpoint/2010/main" val="16972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61</Words>
  <Application>Microsoft Macintosh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Ankit Mirajkar</dc:creator>
  <cp:lastModifiedBy>Ankit Mirajkar</cp:lastModifiedBy>
  <cp:revision>11</cp:revision>
  <dcterms:created xsi:type="dcterms:W3CDTF">2026-06-17T01:53:50Z</dcterms:created>
  <dcterms:modified xsi:type="dcterms:W3CDTF">2026-06-17T02:25:36Z</dcterms:modified>
</cp:coreProperties>
</file>